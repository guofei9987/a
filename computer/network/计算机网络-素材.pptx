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99" r:id="rId2"/>
    <p:sldId id="296" r:id="rId3"/>
    <p:sldId id="300" r:id="rId4"/>
    <p:sldId id="294" r:id="rId5"/>
    <p:sldId id="301" r:id="rId6"/>
    <p:sldId id="302" r:id="rId7"/>
    <p:sldId id="303" r:id="rId8"/>
    <p:sldId id="310" r:id="rId9"/>
    <p:sldId id="256" r:id="rId10"/>
    <p:sldId id="257" r:id="rId11"/>
    <p:sldId id="309" r:id="rId12"/>
    <p:sldId id="259" r:id="rId13"/>
    <p:sldId id="258" r:id="rId14"/>
    <p:sldId id="261" r:id="rId15"/>
    <p:sldId id="262" r:id="rId16"/>
    <p:sldId id="298" r:id="rId17"/>
    <p:sldId id="263" r:id="rId18"/>
    <p:sldId id="264" r:id="rId19"/>
    <p:sldId id="265" r:id="rId20"/>
    <p:sldId id="278" r:id="rId21"/>
    <p:sldId id="266" r:id="rId22"/>
    <p:sldId id="268" r:id="rId23"/>
    <p:sldId id="274" r:id="rId24"/>
    <p:sldId id="275" r:id="rId25"/>
    <p:sldId id="276" r:id="rId26"/>
    <p:sldId id="260" r:id="rId27"/>
    <p:sldId id="277" r:id="rId28"/>
    <p:sldId id="279" r:id="rId29"/>
    <p:sldId id="280" r:id="rId30"/>
    <p:sldId id="271" r:id="rId31"/>
    <p:sldId id="283" r:id="rId32"/>
    <p:sldId id="287" r:id="rId33"/>
    <p:sldId id="272" r:id="rId34"/>
    <p:sldId id="288" r:id="rId35"/>
    <p:sldId id="289" r:id="rId36"/>
    <p:sldId id="290" r:id="rId37"/>
    <p:sldId id="291" r:id="rId38"/>
    <p:sldId id="292" r:id="rId39"/>
    <p:sldId id="273" r:id="rId40"/>
    <p:sldId id="304" r:id="rId41"/>
    <p:sldId id="305" r:id="rId42"/>
    <p:sldId id="306" r:id="rId43"/>
    <p:sldId id="307" r:id="rId44"/>
    <p:sldId id="308" r:id="rId45"/>
    <p:sldId id="316" r:id="rId46"/>
    <p:sldId id="318" r:id="rId47"/>
    <p:sldId id="317" r:id="rId48"/>
    <p:sldId id="314" r:id="rId49"/>
    <p:sldId id="315" r:id="rId50"/>
    <p:sldId id="319" r:id="rId51"/>
    <p:sldId id="320" r:id="rId52"/>
    <p:sldId id="321" r:id="rId53"/>
    <p:sldId id="322" r:id="rId54"/>
    <p:sldId id="323" r:id="rId55"/>
    <p:sldId id="324" r:id="rId56"/>
    <p:sldId id="325" r:id="rId57"/>
    <p:sldId id="326" r:id="rId5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2EF6A98-0822-A846-857D-AD8DE0514C3F}">
          <p14:sldIdLst>
            <p14:sldId id="299"/>
            <p14:sldId id="296"/>
            <p14:sldId id="300"/>
            <p14:sldId id="294"/>
            <p14:sldId id="301"/>
            <p14:sldId id="302"/>
            <p14:sldId id="303"/>
            <p14:sldId id="310"/>
          </p14:sldIdLst>
        </p14:section>
        <p14:section name="应用层" id="{8392AB2B-69A4-B041-A122-AA23147265B0}">
          <p14:sldIdLst>
            <p14:sldId id="256"/>
            <p14:sldId id="257"/>
            <p14:sldId id="309"/>
            <p14:sldId id="259"/>
            <p14:sldId id="258"/>
            <p14:sldId id="261"/>
            <p14:sldId id="262"/>
            <p14:sldId id="298"/>
          </p14:sldIdLst>
        </p14:section>
        <p14:section name="传输层-可靠传输" id="{D0856219-6750-FB4C-852F-9603B2FC9DDB}">
          <p14:sldIdLst>
            <p14:sldId id="263"/>
            <p14:sldId id="264"/>
            <p14:sldId id="265"/>
            <p14:sldId id="278"/>
            <p14:sldId id="266"/>
            <p14:sldId id="268"/>
            <p14:sldId id="274"/>
            <p14:sldId id="275"/>
            <p14:sldId id="276"/>
            <p14:sldId id="260"/>
            <p14:sldId id="277"/>
            <p14:sldId id="279"/>
            <p14:sldId id="280"/>
            <p14:sldId id="271"/>
            <p14:sldId id="283"/>
            <p14:sldId id="287"/>
            <p14:sldId id="272"/>
            <p14:sldId id="288"/>
            <p14:sldId id="289"/>
            <p14:sldId id="290"/>
            <p14:sldId id="291"/>
            <p14:sldId id="292"/>
            <p14:sldId id="273"/>
            <p14:sldId id="304"/>
          </p14:sldIdLst>
        </p14:section>
        <p14:section name="网络层" id="{B2E3D5CE-5D39-FE41-B08C-6D28BD72BD6E}">
          <p14:sldIdLst>
            <p14:sldId id="305"/>
            <p14:sldId id="306"/>
            <p14:sldId id="307"/>
            <p14:sldId id="308"/>
            <p14:sldId id="316"/>
            <p14:sldId id="318"/>
            <p14:sldId id="317"/>
            <p14:sldId id="314"/>
            <p14:sldId id="315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7F3"/>
    <a:srgbClr val="FF99FF"/>
    <a:srgbClr val="FFFF9A"/>
    <a:srgbClr val="7CFDFF"/>
    <a:srgbClr val="CE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5"/>
    <p:restoredTop sz="94658"/>
  </p:normalViewPr>
  <p:slideViewPr>
    <p:cSldViewPr snapToGrid="0">
      <p:cViewPr varScale="1">
        <p:scale>
          <a:sx n="114" d="100"/>
          <a:sy n="114" d="100"/>
        </p:scale>
        <p:origin x="17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46CA92-6D7B-0444-B258-BA626F73AD33}" type="doc">
      <dgm:prSet loTypeId="urn:microsoft.com/office/officeart/2005/8/layout/hierarchy4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9CC014DA-8A8F-2649-9C34-1A3B09EB7A82}">
      <dgm:prSet phldrT="[文本]"/>
      <dgm:spPr/>
      <dgm:t>
        <a:bodyPr/>
        <a:lstStyle/>
        <a:p>
          <a:r>
            <a:rPr lang="zh-CN" altLang="en-US" dirty="0"/>
            <a:t>应用层</a:t>
          </a:r>
        </a:p>
      </dgm:t>
    </dgm:pt>
    <dgm:pt modelId="{2DEE5B66-AD63-F141-A700-AA446A366827}" type="parTrans" cxnId="{B2A34245-A2AE-214A-A200-BB7F966594EC}">
      <dgm:prSet/>
      <dgm:spPr/>
      <dgm:t>
        <a:bodyPr/>
        <a:lstStyle/>
        <a:p>
          <a:endParaRPr lang="zh-CN" altLang="en-US"/>
        </a:p>
      </dgm:t>
    </dgm:pt>
    <dgm:pt modelId="{FE229A28-01FD-6848-90E6-6E19BDADB84D}" type="sibTrans" cxnId="{B2A34245-A2AE-214A-A200-BB7F966594EC}">
      <dgm:prSet/>
      <dgm:spPr/>
      <dgm:t>
        <a:bodyPr/>
        <a:lstStyle/>
        <a:p>
          <a:endParaRPr lang="zh-CN" altLang="en-US"/>
        </a:p>
      </dgm:t>
    </dgm:pt>
    <dgm:pt modelId="{57BA5470-8382-7244-B98F-295274DC7022}">
      <dgm:prSet phldrT="[文本]"/>
      <dgm:spPr/>
      <dgm:t>
        <a:bodyPr/>
        <a:lstStyle/>
        <a:p>
          <a:r>
            <a:rPr lang="zh-CN" altLang="en-US" dirty="0"/>
            <a:t>传输层</a:t>
          </a:r>
        </a:p>
      </dgm:t>
    </dgm:pt>
    <dgm:pt modelId="{FB79550D-296C-B640-94B9-6A3F71D61EC0}" type="parTrans" cxnId="{644FD5AC-479E-284D-B918-5E6E0388CF06}">
      <dgm:prSet/>
      <dgm:spPr/>
      <dgm:t>
        <a:bodyPr/>
        <a:lstStyle/>
        <a:p>
          <a:endParaRPr lang="zh-CN" altLang="en-US"/>
        </a:p>
      </dgm:t>
    </dgm:pt>
    <dgm:pt modelId="{70D86D20-67FA-9D48-8AC0-4337B620842B}" type="sibTrans" cxnId="{644FD5AC-479E-284D-B918-5E6E0388CF06}">
      <dgm:prSet/>
      <dgm:spPr/>
      <dgm:t>
        <a:bodyPr/>
        <a:lstStyle/>
        <a:p>
          <a:endParaRPr lang="zh-CN" altLang="en-US"/>
        </a:p>
      </dgm:t>
    </dgm:pt>
    <dgm:pt modelId="{5C909E60-DD9B-984A-A344-8273E9C83B58}">
      <dgm:prSet phldrT="[文本]"/>
      <dgm:spPr/>
      <dgm:t>
        <a:bodyPr/>
        <a:lstStyle/>
        <a:p>
          <a:r>
            <a:rPr lang="zh-CN" altLang="en-US" dirty="0"/>
            <a:t>网络层</a:t>
          </a:r>
        </a:p>
      </dgm:t>
    </dgm:pt>
    <dgm:pt modelId="{8959BC92-1BA0-8B47-9C03-21E817110116}" type="parTrans" cxnId="{27BFF554-0338-1141-BD44-DE6755DB3FF7}">
      <dgm:prSet/>
      <dgm:spPr/>
      <dgm:t>
        <a:bodyPr/>
        <a:lstStyle/>
        <a:p>
          <a:endParaRPr lang="zh-CN" altLang="en-US"/>
        </a:p>
      </dgm:t>
    </dgm:pt>
    <dgm:pt modelId="{B522337E-4F2C-1546-A056-656F4F5A074C}" type="sibTrans" cxnId="{27BFF554-0338-1141-BD44-DE6755DB3FF7}">
      <dgm:prSet/>
      <dgm:spPr/>
      <dgm:t>
        <a:bodyPr/>
        <a:lstStyle/>
        <a:p>
          <a:endParaRPr lang="zh-CN" altLang="en-US"/>
        </a:p>
      </dgm:t>
    </dgm:pt>
    <dgm:pt modelId="{947B39DB-244D-4740-BAB4-BE403717F8AA}">
      <dgm:prSet phldrT="[文本]"/>
      <dgm:spPr/>
      <dgm:t>
        <a:bodyPr/>
        <a:lstStyle/>
        <a:p>
          <a:r>
            <a:rPr lang="zh-CN" altLang="en-US" dirty="0"/>
            <a:t>数据链路层</a:t>
          </a:r>
        </a:p>
      </dgm:t>
    </dgm:pt>
    <dgm:pt modelId="{2FCCAD26-E1A8-5046-B75D-58E48B340BDD}" type="parTrans" cxnId="{A1A159E1-2DB5-AF43-B85C-074BFB00BAAD}">
      <dgm:prSet/>
      <dgm:spPr/>
      <dgm:t>
        <a:bodyPr/>
        <a:lstStyle/>
        <a:p>
          <a:endParaRPr lang="zh-CN" altLang="en-US"/>
        </a:p>
      </dgm:t>
    </dgm:pt>
    <dgm:pt modelId="{AD8CEB71-F5C9-4344-B678-9A290A4A43E9}" type="sibTrans" cxnId="{A1A159E1-2DB5-AF43-B85C-074BFB00BAAD}">
      <dgm:prSet/>
      <dgm:spPr/>
      <dgm:t>
        <a:bodyPr/>
        <a:lstStyle/>
        <a:p>
          <a:endParaRPr lang="zh-CN" altLang="en-US"/>
        </a:p>
      </dgm:t>
    </dgm:pt>
    <dgm:pt modelId="{D353CF13-C4B6-F743-9A44-994382738518}">
      <dgm:prSet phldrT="[文本]"/>
      <dgm:spPr/>
      <dgm:t>
        <a:bodyPr/>
        <a:lstStyle/>
        <a:p>
          <a:r>
            <a:rPr lang="zh-CN" altLang="en-US" dirty="0"/>
            <a:t>物理层</a:t>
          </a:r>
        </a:p>
      </dgm:t>
    </dgm:pt>
    <dgm:pt modelId="{397B5719-8BE7-8549-9B16-F711255E2D9A}" type="parTrans" cxnId="{B170B3DD-C83F-C149-84C9-6464BBFCCC7A}">
      <dgm:prSet/>
      <dgm:spPr/>
      <dgm:t>
        <a:bodyPr/>
        <a:lstStyle/>
        <a:p>
          <a:endParaRPr lang="zh-CN" altLang="en-US"/>
        </a:p>
      </dgm:t>
    </dgm:pt>
    <dgm:pt modelId="{0ECA6C5B-9435-704E-881F-32537D56B301}" type="sibTrans" cxnId="{B170B3DD-C83F-C149-84C9-6464BBFCCC7A}">
      <dgm:prSet/>
      <dgm:spPr/>
      <dgm:t>
        <a:bodyPr/>
        <a:lstStyle/>
        <a:p>
          <a:endParaRPr lang="zh-CN" altLang="en-US"/>
        </a:p>
      </dgm:t>
    </dgm:pt>
    <dgm:pt modelId="{A8E643D2-5BDC-3349-ABD4-3E8CAA1763C2}" type="pres">
      <dgm:prSet presAssocID="{8546CA92-6D7B-0444-B258-BA626F73AD33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1DBAB49-1D08-2B43-B32E-45485EC262A3}" type="pres">
      <dgm:prSet presAssocID="{9CC014DA-8A8F-2649-9C34-1A3B09EB7A82}" presName="vertOne" presStyleCnt="0"/>
      <dgm:spPr/>
    </dgm:pt>
    <dgm:pt modelId="{340BE0E2-6200-1B44-B834-335AA1D98650}" type="pres">
      <dgm:prSet presAssocID="{9CC014DA-8A8F-2649-9C34-1A3B09EB7A82}" presName="txOne" presStyleLbl="node0" presStyleIdx="0" presStyleCnt="1" custScaleY="15386">
        <dgm:presLayoutVars>
          <dgm:chPref val="3"/>
        </dgm:presLayoutVars>
      </dgm:prSet>
      <dgm:spPr/>
    </dgm:pt>
    <dgm:pt modelId="{20E4F4C9-19C9-F14E-AA3F-49A0C672F3C5}" type="pres">
      <dgm:prSet presAssocID="{9CC014DA-8A8F-2649-9C34-1A3B09EB7A82}" presName="parTransOne" presStyleCnt="0"/>
      <dgm:spPr/>
    </dgm:pt>
    <dgm:pt modelId="{57D54CD3-F597-3E47-B2F3-CA17220F2869}" type="pres">
      <dgm:prSet presAssocID="{9CC014DA-8A8F-2649-9C34-1A3B09EB7A82}" presName="horzOne" presStyleCnt="0"/>
      <dgm:spPr/>
    </dgm:pt>
    <dgm:pt modelId="{38460EC2-DB23-A543-B127-615A4FAC7675}" type="pres">
      <dgm:prSet presAssocID="{57BA5470-8382-7244-B98F-295274DC7022}" presName="vertTwo" presStyleCnt="0"/>
      <dgm:spPr/>
    </dgm:pt>
    <dgm:pt modelId="{1E33F59A-7C20-D84B-8877-2A9FF474BFAA}" type="pres">
      <dgm:prSet presAssocID="{57BA5470-8382-7244-B98F-295274DC7022}" presName="txTwo" presStyleLbl="node2" presStyleIdx="0" presStyleCnt="1" custScaleY="15386">
        <dgm:presLayoutVars>
          <dgm:chPref val="3"/>
        </dgm:presLayoutVars>
      </dgm:prSet>
      <dgm:spPr/>
    </dgm:pt>
    <dgm:pt modelId="{303CE0DB-16A9-614B-9FE9-BAD4A2BF5A8C}" type="pres">
      <dgm:prSet presAssocID="{57BA5470-8382-7244-B98F-295274DC7022}" presName="parTransTwo" presStyleCnt="0"/>
      <dgm:spPr/>
    </dgm:pt>
    <dgm:pt modelId="{F124E5C6-BBED-EA46-9DFF-130065C9BAEF}" type="pres">
      <dgm:prSet presAssocID="{57BA5470-8382-7244-B98F-295274DC7022}" presName="horzTwo" presStyleCnt="0"/>
      <dgm:spPr/>
    </dgm:pt>
    <dgm:pt modelId="{F8586080-1B4D-974E-A2A1-59EE6114C732}" type="pres">
      <dgm:prSet presAssocID="{5C909E60-DD9B-984A-A344-8273E9C83B58}" presName="vertThree" presStyleCnt="0"/>
      <dgm:spPr/>
    </dgm:pt>
    <dgm:pt modelId="{7439BB0D-E4FC-814B-B478-327CFFCABCC3}" type="pres">
      <dgm:prSet presAssocID="{5C909E60-DD9B-984A-A344-8273E9C83B58}" presName="txThree" presStyleLbl="node3" presStyleIdx="0" presStyleCnt="1" custScaleY="15386">
        <dgm:presLayoutVars>
          <dgm:chPref val="3"/>
        </dgm:presLayoutVars>
      </dgm:prSet>
      <dgm:spPr/>
    </dgm:pt>
    <dgm:pt modelId="{09F914CD-DD30-0645-BFD1-E4E90F76E9FF}" type="pres">
      <dgm:prSet presAssocID="{5C909E60-DD9B-984A-A344-8273E9C83B58}" presName="parTransThree" presStyleCnt="0"/>
      <dgm:spPr/>
    </dgm:pt>
    <dgm:pt modelId="{F9F185F4-D276-3541-B549-D01CCC9E8A76}" type="pres">
      <dgm:prSet presAssocID="{5C909E60-DD9B-984A-A344-8273E9C83B58}" presName="horzThree" presStyleCnt="0"/>
      <dgm:spPr/>
    </dgm:pt>
    <dgm:pt modelId="{D8BAA2F2-4652-3B48-81BE-C54B605EC349}" type="pres">
      <dgm:prSet presAssocID="{947B39DB-244D-4740-BAB4-BE403717F8AA}" presName="vertFour" presStyleCnt="0">
        <dgm:presLayoutVars>
          <dgm:chPref val="3"/>
        </dgm:presLayoutVars>
      </dgm:prSet>
      <dgm:spPr/>
    </dgm:pt>
    <dgm:pt modelId="{4CC0721E-73E5-F540-BB1B-F02C939E054F}" type="pres">
      <dgm:prSet presAssocID="{947B39DB-244D-4740-BAB4-BE403717F8AA}" presName="txFour" presStyleLbl="node4" presStyleIdx="0" presStyleCnt="2" custScaleY="15386">
        <dgm:presLayoutVars>
          <dgm:chPref val="3"/>
        </dgm:presLayoutVars>
      </dgm:prSet>
      <dgm:spPr/>
    </dgm:pt>
    <dgm:pt modelId="{77287EE9-B43D-F847-99BD-C853AC18CC49}" type="pres">
      <dgm:prSet presAssocID="{947B39DB-244D-4740-BAB4-BE403717F8AA}" presName="parTransFour" presStyleCnt="0"/>
      <dgm:spPr/>
    </dgm:pt>
    <dgm:pt modelId="{6D74F92F-5B0D-3F47-945F-344B76D0E860}" type="pres">
      <dgm:prSet presAssocID="{947B39DB-244D-4740-BAB4-BE403717F8AA}" presName="horzFour" presStyleCnt="0"/>
      <dgm:spPr/>
    </dgm:pt>
    <dgm:pt modelId="{FB85C6DB-887D-B849-852D-D1153EC5BBA7}" type="pres">
      <dgm:prSet presAssocID="{D353CF13-C4B6-F743-9A44-994382738518}" presName="vertFour" presStyleCnt="0">
        <dgm:presLayoutVars>
          <dgm:chPref val="3"/>
        </dgm:presLayoutVars>
      </dgm:prSet>
      <dgm:spPr/>
    </dgm:pt>
    <dgm:pt modelId="{01C36D6A-EAE6-7F43-B0B1-D3A0431F4044}" type="pres">
      <dgm:prSet presAssocID="{D353CF13-C4B6-F743-9A44-994382738518}" presName="txFour" presStyleLbl="node4" presStyleIdx="1" presStyleCnt="2" custScaleY="15386">
        <dgm:presLayoutVars>
          <dgm:chPref val="3"/>
        </dgm:presLayoutVars>
      </dgm:prSet>
      <dgm:spPr/>
    </dgm:pt>
    <dgm:pt modelId="{085E7CCF-05F3-B146-A4FB-A094FDB72BF6}" type="pres">
      <dgm:prSet presAssocID="{D353CF13-C4B6-F743-9A44-994382738518}" presName="horzFour" presStyleCnt="0"/>
      <dgm:spPr/>
    </dgm:pt>
  </dgm:ptLst>
  <dgm:cxnLst>
    <dgm:cxn modelId="{7DE2ED00-99CD-494E-B4A0-4C3D98268276}" type="presOf" srcId="{57BA5470-8382-7244-B98F-295274DC7022}" destId="{1E33F59A-7C20-D84B-8877-2A9FF474BFAA}" srcOrd="0" destOrd="0" presId="urn:microsoft.com/office/officeart/2005/8/layout/hierarchy4"/>
    <dgm:cxn modelId="{BBEAC92A-48E2-7847-96E3-DFB7B13DF01F}" type="presOf" srcId="{5C909E60-DD9B-984A-A344-8273E9C83B58}" destId="{7439BB0D-E4FC-814B-B478-327CFFCABCC3}" srcOrd="0" destOrd="0" presId="urn:microsoft.com/office/officeart/2005/8/layout/hierarchy4"/>
    <dgm:cxn modelId="{B2A34245-A2AE-214A-A200-BB7F966594EC}" srcId="{8546CA92-6D7B-0444-B258-BA626F73AD33}" destId="{9CC014DA-8A8F-2649-9C34-1A3B09EB7A82}" srcOrd="0" destOrd="0" parTransId="{2DEE5B66-AD63-F141-A700-AA446A366827}" sibTransId="{FE229A28-01FD-6848-90E6-6E19BDADB84D}"/>
    <dgm:cxn modelId="{27BFF554-0338-1141-BD44-DE6755DB3FF7}" srcId="{57BA5470-8382-7244-B98F-295274DC7022}" destId="{5C909E60-DD9B-984A-A344-8273E9C83B58}" srcOrd="0" destOrd="0" parTransId="{8959BC92-1BA0-8B47-9C03-21E817110116}" sibTransId="{B522337E-4F2C-1546-A056-656F4F5A074C}"/>
    <dgm:cxn modelId="{7310FD5A-9171-FA4E-9A20-448F531FDF41}" type="presOf" srcId="{8546CA92-6D7B-0444-B258-BA626F73AD33}" destId="{A8E643D2-5BDC-3349-ABD4-3E8CAA1763C2}" srcOrd="0" destOrd="0" presId="urn:microsoft.com/office/officeart/2005/8/layout/hierarchy4"/>
    <dgm:cxn modelId="{E0D50885-2423-F247-A0BE-12F82F41FF1B}" type="presOf" srcId="{947B39DB-244D-4740-BAB4-BE403717F8AA}" destId="{4CC0721E-73E5-F540-BB1B-F02C939E054F}" srcOrd="0" destOrd="0" presId="urn:microsoft.com/office/officeart/2005/8/layout/hierarchy4"/>
    <dgm:cxn modelId="{644FD5AC-479E-284D-B918-5E6E0388CF06}" srcId="{9CC014DA-8A8F-2649-9C34-1A3B09EB7A82}" destId="{57BA5470-8382-7244-B98F-295274DC7022}" srcOrd="0" destOrd="0" parTransId="{FB79550D-296C-B640-94B9-6A3F71D61EC0}" sibTransId="{70D86D20-67FA-9D48-8AC0-4337B620842B}"/>
    <dgm:cxn modelId="{A9C807C3-3096-9549-88E2-7D7E8552ED44}" type="presOf" srcId="{9CC014DA-8A8F-2649-9C34-1A3B09EB7A82}" destId="{340BE0E2-6200-1B44-B834-335AA1D98650}" srcOrd="0" destOrd="0" presId="urn:microsoft.com/office/officeart/2005/8/layout/hierarchy4"/>
    <dgm:cxn modelId="{B170B3DD-C83F-C149-84C9-6464BBFCCC7A}" srcId="{947B39DB-244D-4740-BAB4-BE403717F8AA}" destId="{D353CF13-C4B6-F743-9A44-994382738518}" srcOrd="0" destOrd="0" parTransId="{397B5719-8BE7-8549-9B16-F711255E2D9A}" sibTransId="{0ECA6C5B-9435-704E-881F-32537D56B301}"/>
    <dgm:cxn modelId="{A1A159E1-2DB5-AF43-B85C-074BFB00BAAD}" srcId="{5C909E60-DD9B-984A-A344-8273E9C83B58}" destId="{947B39DB-244D-4740-BAB4-BE403717F8AA}" srcOrd="0" destOrd="0" parTransId="{2FCCAD26-E1A8-5046-B75D-58E48B340BDD}" sibTransId="{AD8CEB71-F5C9-4344-B678-9A290A4A43E9}"/>
    <dgm:cxn modelId="{BD6896E5-6FE0-E24B-95F5-6DE73C0453AD}" type="presOf" srcId="{D353CF13-C4B6-F743-9A44-994382738518}" destId="{01C36D6A-EAE6-7F43-B0B1-D3A0431F4044}" srcOrd="0" destOrd="0" presId="urn:microsoft.com/office/officeart/2005/8/layout/hierarchy4"/>
    <dgm:cxn modelId="{0A8B86A0-3204-4244-BE18-EAC42F9986F6}" type="presParOf" srcId="{A8E643D2-5BDC-3349-ABD4-3E8CAA1763C2}" destId="{01DBAB49-1D08-2B43-B32E-45485EC262A3}" srcOrd="0" destOrd="0" presId="urn:microsoft.com/office/officeart/2005/8/layout/hierarchy4"/>
    <dgm:cxn modelId="{AEC0BF42-25D3-5943-937B-439852639717}" type="presParOf" srcId="{01DBAB49-1D08-2B43-B32E-45485EC262A3}" destId="{340BE0E2-6200-1B44-B834-335AA1D98650}" srcOrd="0" destOrd="0" presId="urn:microsoft.com/office/officeart/2005/8/layout/hierarchy4"/>
    <dgm:cxn modelId="{F2C37814-CB40-2844-AFDD-12DA5D1B9F92}" type="presParOf" srcId="{01DBAB49-1D08-2B43-B32E-45485EC262A3}" destId="{20E4F4C9-19C9-F14E-AA3F-49A0C672F3C5}" srcOrd="1" destOrd="0" presId="urn:microsoft.com/office/officeart/2005/8/layout/hierarchy4"/>
    <dgm:cxn modelId="{7A6FE70A-9617-694A-8AC2-06D24D4EB734}" type="presParOf" srcId="{01DBAB49-1D08-2B43-B32E-45485EC262A3}" destId="{57D54CD3-F597-3E47-B2F3-CA17220F2869}" srcOrd="2" destOrd="0" presId="urn:microsoft.com/office/officeart/2005/8/layout/hierarchy4"/>
    <dgm:cxn modelId="{747E7C9B-94A7-3F46-B81E-54860286B4CE}" type="presParOf" srcId="{57D54CD3-F597-3E47-B2F3-CA17220F2869}" destId="{38460EC2-DB23-A543-B127-615A4FAC7675}" srcOrd="0" destOrd="0" presId="urn:microsoft.com/office/officeart/2005/8/layout/hierarchy4"/>
    <dgm:cxn modelId="{67F62FCE-A158-3943-83BD-7A3853CC5BF5}" type="presParOf" srcId="{38460EC2-DB23-A543-B127-615A4FAC7675}" destId="{1E33F59A-7C20-D84B-8877-2A9FF474BFAA}" srcOrd="0" destOrd="0" presId="urn:microsoft.com/office/officeart/2005/8/layout/hierarchy4"/>
    <dgm:cxn modelId="{2D681EA4-AE7B-A348-9B37-EF2287E65E91}" type="presParOf" srcId="{38460EC2-DB23-A543-B127-615A4FAC7675}" destId="{303CE0DB-16A9-614B-9FE9-BAD4A2BF5A8C}" srcOrd="1" destOrd="0" presId="urn:microsoft.com/office/officeart/2005/8/layout/hierarchy4"/>
    <dgm:cxn modelId="{F83079BC-90BD-4142-8175-CEF2948785CD}" type="presParOf" srcId="{38460EC2-DB23-A543-B127-615A4FAC7675}" destId="{F124E5C6-BBED-EA46-9DFF-130065C9BAEF}" srcOrd="2" destOrd="0" presId="urn:microsoft.com/office/officeart/2005/8/layout/hierarchy4"/>
    <dgm:cxn modelId="{A4DF03FF-2BBF-8E44-8280-B726C34D58F7}" type="presParOf" srcId="{F124E5C6-BBED-EA46-9DFF-130065C9BAEF}" destId="{F8586080-1B4D-974E-A2A1-59EE6114C732}" srcOrd="0" destOrd="0" presId="urn:microsoft.com/office/officeart/2005/8/layout/hierarchy4"/>
    <dgm:cxn modelId="{616B40A0-53B6-F844-A3A4-BD690DAB39BA}" type="presParOf" srcId="{F8586080-1B4D-974E-A2A1-59EE6114C732}" destId="{7439BB0D-E4FC-814B-B478-327CFFCABCC3}" srcOrd="0" destOrd="0" presId="urn:microsoft.com/office/officeart/2005/8/layout/hierarchy4"/>
    <dgm:cxn modelId="{AEEB27CD-F826-FB4D-A764-F242F2FDDD4D}" type="presParOf" srcId="{F8586080-1B4D-974E-A2A1-59EE6114C732}" destId="{09F914CD-DD30-0645-BFD1-E4E90F76E9FF}" srcOrd="1" destOrd="0" presId="urn:microsoft.com/office/officeart/2005/8/layout/hierarchy4"/>
    <dgm:cxn modelId="{F44CCE09-3B14-9B4D-909B-D4E0DB2658DA}" type="presParOf" srcId="{F8586080-1B4D-974E-A2A1-59EE6114C732}" destId="{F9F185F4-D276-3541-B549-D01CCC9E8A76}" srcOrd="2" destOrd="0" presId="urn:microsoft.com/office/officeart/2005/8/layout/hierarchy4"/>
    <dgm:cxn modelId="{D6734EAA-2E59-D44A-8360-737B910435B3}" type="presParOf" srcId="{F9F185F4-D276-3541-B549-D01CCC9E8A76}" destId="{D8BAA2F2-4652-3B48-81BE-C54B605EC349}" srcOrd="0" destOrd="0" presId="urn:microsoft.com/office/officeart/2005/8/layout/hierarchy4"/>
    <dgm:cxn modelId="{72C470BC-A950-E44F-97CB-4CD25F13AA41}" type="presParOf" srcId="{D8BAA2F2-4652-3B48-81BE-C54B605EC349}" destId="{4CC0721E-73E5-F540-BB1B-F02C939E054F}" srcOrd="0" destOrd="0" presId="urn:microsoft.com/office/officeart/2005/8/layout/hierarchy4"/>
    <dgm:cxn modelId="{B10129FA-1BF9-0049-BE8A-03160CD3C6FC}" type="presParOf" srcId="{D8BAA2F2-4652-3B48-81BE-C54B605EC349}" destId="{77287EE9-B43D-F847-99BD-C853AC18CC49}" srcOrd="1" destOrd="0" presId="urn:microsoft.com/office/officeart/2005/8/layout/hierarchy4"/>
    <dgm:cxn modelId="{FDA75772-6C97-4242-B7C7-7FA3017B3861}" type="presParOf" srcId="{D8BAA2F2-4652-3B48-81BE-C54B605EC349}" destId="{6D74F92F-5B0D-3F47-945F-344B76D0E860}" srcOrd="2" destOrd="0" presId="urn:microsoft.com/office/officeart/2005/8/layout/hierarchy4"/>
    <dgm:cxn modelId="{B93B8AF7-7F4F-F749-AF90-F67D5FDB273A}" type="presParOf" srcId="{6D74F92F-5B0D-3F47-945F-344B76D0E860}" destId="{FB85C6DB-887D-B849-852D-D1153EC5BBA7}" srcOrd="0" destOrd="0" presId="urn:microsoft.com/office/officeart/2005/8/layout/hierarchy4"/>
    <dgm:cxn modelId="{D34310AB-F414-3045-B5A2-702FDA1DD9E7}" type="presParOf" srcId="{FB85C6DB-887D-B849-852D-D1153EC5BBA7}" destId="{01C36D6A-EAE6-7F43-B0B1-D3A0431F4044}" srcOrd="0" destOrd="0" presId="urn:microsoft.com/office/officeart/2005/8/layout/hierarchy4"/>
    <dgm:cxn modelId="{88BE6728-57FD-8A4B-887D-4D688057197C}" type="presParOf" srcId="{FB85C6DB-887D-B849-852D-D1153EC5BBA7}" destId="{085E7CCF-05F3-B146-A4FB-A094FDB72BF6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39C34C-B204-CE44-AF2F-8DF46A41C6A0}" type="doc">
      <dgm:prSet loTypeId="urn:microsoft.com/office/officeart/2005/8/layout/process4" loCatId="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6C5D29D2-2D3B-8C45-9ED1-B305FCB1FBB5}">
      <dgm:prSet phldrT="[文本]"/>
      <dgm:spPr/>
      <dgm:t>
        <a:bodyPr/>
        <a:lstStyle/>
        <a:p>
          <a:r>
            <a:rPr lang="en" b="1" dirty="0" err="1"/>
            <a:t>WSAStartup</a:t>
          </a:r>
          <a:r>
            <a:rPr lang="en" b="1" dirty="0"/>
            <a:t> </a:t>
          </a:r>
          <a:endParaRPr lang="zh-CN" altLang="en-US" dirty="0"/>
        </a:p>
      </dgm:t>
    </dgm:pt>
    <dgm:pt modelId="{3637CC10-BAE5-0446-8B45-E830921EBE94}" type="parTrans" cxnId="{AFB287D3-C8B5-2645-B0AC-AA7BAAF56253}">
      <dgm:prSet/>
      <dgm:spPr/>
      <dgm:t>
        <a:bodyPr/>
        <a:lstStyle/>
        <a:p>
          <a:endParaRPr lang="zh-CN" altLang="en-US"/>
        </a:p>
      </dgm:t>
    </dgm:pt>
    <dgm:pt modelId="{5EBB3904-69BD-1F48-96F2-02E1B2B11325}" type="sibTrans" cxnId="{AFB287D3-C8B5-2645-B0AC-AA7BAAF56253}">
      <dgm:prSet/>
      <dgm:spPr/>
      <dgm:t>
        <a:bodyPr/>
        <a:lstStyle/>
        <a:p>
          <a:endParaRPr lang="zh-CN" altLang="en-US"/>
        </a:p>
      </dgm:t>
    </dgm:pt>
    <dgm:pt modelId="{44C899FE-4F69-5746-A685-B08BF1E4EB26}">
      <dgm:prSet phldrT="[文本]"/>
      <dgm:spPr/>
      <dgm:t>
        <a:bodyPr/>
        <a:lstStyle/>
        <a:p>
          <a:r>
            <a:rPr lang="en-US" altLang="zh-CN" dirty="0" err="1"/>
            <a:t>WSACleanup</a:t>
          </a:r>
          <a:endParaRPr lang="zh-CN" altLang="en-US" dirty="0"/>
        </a:p>
      </dgm:t>
    </dgm:pt>
    <dgm:pt modelId="{D169825E-AA51-2B45-927D-6421313F7ADF}" type="parTrans" cxnId="{D773FB6B-4F66-7242-8885-89FFBBCEC304}">
      <dgm:prSet/>
      <dgm:spPr/>
      <dgm:t>
        <a:bodyPr/>
        <a:lstStyle/>
        <a:p>
          <a:endParaRPr lang="zh-CN" altLang="en-US"/>
        </a:p>
      </dgm:t>
    </dgm:pt>
    <dgm:pt modelId="{D4FE5982-3BF1-3041-8067-DF313CBEB2BC}" type="sibTrans" cxnId="{D773FB6B-4F66-7242-8885-89FFBBCEC304}">
      <dgm:prSet/>
      <dgm:spPr/>
      <dgm:t>
        <a:bodyPr/>
        <a:lstStyle/>
        <a:p>
          <a:endParaRPr lang="zh-CN" altLang="en-US"/>
        </a:p>
      </dgm:t>
    </dgm:pt>
    <dgm:pt modelId="{434ED8DE-906A-1D45-B385-5E7AB881EE93}">
      <dgm:prSet phldrT="[文本]"/>
      <dgm:spPr/>
      <dgm:t>
        <a:bodyPr/>
        <a:lstStyle/>
        <a:p>
          <a:r>
            <a:rPr lang="en-US" altLang="zh-CN" dirty="0"/>
            <a:t>connect()</a:t>
          </a:r>
          <a:endParaRPr lang="zh-CN" altLang="en-US" dirty="0"/>
        </a:p>
      </dgm:t>
    </dgm:pt>
    <dgm:pt modelId="{E8BF673F-DBE9-DE47-A53C-C2250B90C268}" type="parTrans" cxnId="{9F982A96-3721-3042-BBE2-EF0D16096037}">
      <dgm:prSet/>
      <dgm:spPr/>
      <dgm:t>
        <a:bodyPr/>
        <a:lstStyle/>
        <a:p>
          <a:endParaRPr lang="zh-CN" altLang="en-US"/>
        </a:p>
      </dgm:t>
    </dgm:pt>
    <dgm:pt modelId="{FA9B6E77-F35B-DA4C-92AD-31CD0D894286}" type="sibTrans" cxnId="{9F982A96-3721-3042-BBE2-EF0D16096037}">
      <dgm:prSet/>
      <dgm:spPr/>
      <dgm:t>
        <a:bodyPr/>
        <a:lstStyle/>
        <a:p>
          <a:endParaRPr lang="zh-CN" altLang="en-US"/>
        </a:p>
      </dgm:t>
    </dgm:pt>
    <dgm:pt modelId="{F5A3C480-5F03-4246-ADAC-66AB3C91ABDF}">
      <dgm:prSet phldrT="[文本]"/>
      <dgm:spPr/>
      <dgm:t>
        <a:bodyPr/>
        <a:lstStyle/>
        <a:p>
          <a:r>
            <a:rPr lang="en-US" altLang="zh-CN" dirty="0"/>
            <a:t>send(s)</a:t>
          </a:r>
          <a:endParaRPr lang="zh-CN" altLang="en-US" dirty="0"/>
        </a:p>
      </dgm:t>
    </dgm:pt>
    <dgm:pt modelId="{1122BBC8-859D-EA42-A254-9BAD0525A392}" type="parTrans" cxnId="{FA4731B6-EC4E-DB40-98B1-B87920B9EA3F}">
      <dgm:prSet/>
      <dgm:spPr/>
      <dgm:t>
        <a:bodyPr/>
        <a:lstStyle/>
        <a:p>
          <a:endParaRPr lang="zh-CN" altLang="en-US"/>
        </a:p>
      </dgm:t>
    </dgm:pt>
    <dgm:pt modelId="{90F4513A-E28B-D74C-AD5C-FEA529787C61}" type="sibTrans" cxnId="{FA4731B6-EC4E-DB40-98B1-B87920B9EA3F}">
      <dgm:prSet/>
      <dgm:spPr/>
      <dgm:t>
        <a:bodyPr/>
        <a:lstStyle/>
        <a:p>
          <a:endParaRPr lang="zh-CN" altLang="en-US"/>
        </a:p>
      </dgm:t>
    </dgm:pt>
    <dgm:pt modelId="{CA7127FA-7F15-5E43-9089-E1B2FE44FEB3}">
      <dgm:prSet phldrT="[文本]"/>
      <dgm:spPr/>
      <dgm:t>
        <a:bodyPr/>
        <a:lstStyle/>
        <a:p>
          <a:r>
            <a:rPr lang="en-US" altLang="zh-CN" dirty="0" err="1"/>
            <a:t>recv</a:t>
          </a:r>
          <a:r>
            <a:rPr lang="en-US" altLang="zh-CN" dirty="0"/>
            <a:t>(s)</a:t>
          </a:r>
          <a:endParaRPr lang="zh-CN" altLang="en-US" dirty="0"/>
        </a:p>
      </dgm:t>
    </dgm:pt>
    <dgm:pt modelId="{B9877F7E-1084-F447-A719-D172D317AC2E}" type="parTrans" cxnId="{CE380C86-D4C6-D04B-A310-3051BDD1A473}">
      <dgm:prSet/>
      <dgm:spPr/>
      <dgm:t>
        <a:bodyPr/>
        <a:lstStyle/>
        <a:p>
          <a:endParaRPr lang="zh-CN" altLang="en-US"/>
        </a:p>
      </dgm:t>
    </dgm:pt>
    <dgm:pt modelId="{AFBD5EE2-C6E8-8141-A77E-4CF221CF7B8F}" type="sibTrans" cxnId="{CE380C86-D4C6-D04B-A310-3051BDD1A473}">
      <dgm:prSet/>
      <dgm:spPr/>
      <dgm:t>
        <a:bodyPr/>
        <a:lstStyle/>
        <a:p>
          <a:endParaRPr lang="zh-CN" altLang="en-US"/>
        </a:p>
      </dgm:t>
    </dgm:pt>
    <dgm:pt modelId="{5CC73CC8-C168-2140-AC48-FF4C6E2187D4}">
      <dgm:prSet phldrT="[文本]"/>
      <dgm:spPr/>
      <dgm:t>
        <a:bodyPr/>
        <a:lstStyle/>
        <a:p>
          <a:r>
            <a:rPr lang="en-US" altLang="zh-CN" dirty="0" err="1"/>
            <a:t>closesocket</a:t>
          </a:r>
          <a:r>
            <a:rPr lang="en-US" altLang="zh-CN" dirty="0"/>
            <a:t>(s)</a:t>
          </a:r>
          <a:endParaRPr lang="zh-CN" altLang="en-US" dirty="0"/>
        </a:p>
      </dgm:t>
    </dgm:pt>
    <dgm:pt modelId="{885253BD-55A0-A34A-A89B-85AE000FAE07}" type="parTrans" cxnId="{96AED9BB-D0BE-5A46-A86D-0507793C7B40}">
      <dgm:prSet/>
      <dgm:spPr/>
      <dgm:t>
        <a:bodyPr/>
        <a:lstStyle/>
        <a:p>
          <a:endParaRPr lang="zh-CN" altLang="en-US"/>
        </a:p>
      </dgm:t>
    </dgm:pt>
    <dgm:pt modelId="{ABCC7105-153B-524E-A62F-8C461D8963CE}" type="sibTrans" cxnId="{96AED9BB-D0BE-5A46-A86D-0507793C7B40}">
      <dgm:prSet/>
      <dgm:spPr/>
      <dgm:t>
        <a:bodyPr/>
        <a:lstStyle/>
        <a:p>
          <a:endParaRPr lang="zh-CN" altLang="en-US"/>
        </a:p>
      </dgm:t>
    </dgm:pt>
    <dgm:pt modelId="{F34B12B5-00B1-F848-92A8-22B41B76338B}">
      <dgm:prSet phldrT="[文本]"/>
      <dgm:spPr/>
      <dgm:t>
        <a:bodyPr/>
        <a:lstStyle/>
        <a:p>
          <a:r>
            <a:rPr lang="en-US" altLang="zh-CN" dirty="0"/>
            <a:t>s=socket()</a:t>
          </a:r>
          <a:endParaRPr lang="zh-CN" altLang="en-US" dirty="0"/>
        </a:p>
      </dgm:t>
    </dgm:pt>
    <dgm:pt modelId="{5C5B7A8E-73E1-214C-B06A-F23713160F0B}" type="parTrans" cxnId="{7B6F2745-F73E-E84E-BCE3-4BCFFB9DE658}">
      <dgm:prSet/>
      <dgm:spPr/>
      <dgm:t>
        <a:bodyPr/>
        <a:lstStyle/>
        <a:p>
          <a:endParaRPr lang="zh-CN" altLang="en-US"/>
        </a:p>
      </dgm:t>
    </dgm:pt>
    <dgm:pt modelId="{DFAFD6BE-551C-A149-B49E-99311FC54E86}" type="sibTrans" cxnId="{7B6F2745-F73E-E84E-BCE3-4BCFFB9DE658}">
      <dgm:prSet/>
      <dgm:spPr/>
      <dgm:t>
        <a:bodyPr/>
        <a:lstStyle/>
        <a:p>
          <a:endParaRPr lang="zh-CN" altLang="en-US"/>
        </a:p>
      </dgm:t>
    </dgm:pt>
    <dgm:pt modelId="{CBD0A583-118C-4F49-B8D1-7EA969CC0D98}" type="pres">
      <dgm:prSet presAssocID="{D239C34C-B204-CE44-AF2F-8DF46A41C6A0}" presName="Name0" presStyleCnt="0">
        <dgm:presLayoutVars>
          <dgm:dir/>
          <dgm:animLvl val="lvl"/>
          <dgm:resizeHandles val="exact"/>
        </dgm:presLayoutVars>
      </dgm:prSet>
      <dgm:spPr/>
    </dgm:pt>
    <dgm:pt modelId="{EB9BB07A-3BE4-A846-92C5-D56A9D2D8C5B}" type="pres">
      <dgm:prSet presAssocID="{44C899FE-4F69-5746-A685-B08BF1E4EB26}" presName="boxAndChildren" presStyleCnt="0"/>
      <dgm:spPr/>
    </dgm:pt>
    <dgm:pt modelId="{9E32A35A-32CC-A841-A7E1-6F3AEA4DF3CD}" type="pres">
      <dgm:prSet presAssocID="{44C899FE-4F69-5746-A685-B08BF1E4EB26}" presName="parentTextBox" presStyleLbl="node1" presStyleIdx="0" presStyleCnt="7"/>
      <dgm:spPr/>
    </dgm:pt>
    <dgm:pt modelId="{AFC45446-C92F-9147-9F29-D6C705920BEE}" type="pres">
      <dgm:prSet presAssocID="{ABCC7105-153B-524E-A62F-8C461D8963CE}" presName="sp" presStyleCnt="0"/>
      <dgm:spPr/>
    </dgm:pt>
    <dgm:pt modelId="{0AFE68B7-B951-DA47-B027-9CCB410B1C43}" type="pres">
      <dgm:prSet presAssocID="{5CC73CC8-C168-2140-AC48-FF4C6E2187D4}" presName="arrowAndChildren" presStyleCnt="0"/>
      <dgm:spPr/>
    </dgm:pt>
    <dgm:pt modelId="{87164BDF-21D1-FB47-AEDB-8115F287EEBA}" type="pres">
      <dgm:prSet presAssocID="{5CC73CC8-C168-2140-AC48-FF4C6E2187D4}" presName="parentTextArrow" presStyleLbl="node1" presStyleIdx="1" presStyleCnt="7"/>
      <dgm:spPr/>
    </dgm:pt>
    <dgm:pt modelId="{88C5999D-1F84-F943-B347-46158CCED012}" type="pres">
      <dgm:prSet presAssocID="{AFBD5EE2-C6E8-8141-A77E-4CF221CF7B8F}" presName="sp" presStyleCnt="0"/>
      <dgm:spPr/>
    </dgm:pt>
    <dgm:pt modelId="{CFD050DB-9618-E448-BF7C-8525356E8C24}" type="pres">
      <dgm:prSet presAssocID="{CA7127FA-7F15-5E43-9089-E1B2FE44FEB3}" presName="arrowAndChildren" presStyleCnt="0"/>
      <dgm:spPr/>
    </dgm:pt>
    <dgm:pt modelId="{00ED64ED-40DC-C840-822B-8BE711E3E320}" type="pres">
      <dgm:prSet presAssocID="{CA7127FA-7F15-5E43-9089-E1B2FE44FEB3}" presName="parentTextArrow" presStyleLbl="node1" presStyleIdx="2" presStyleCnt="7"/>
      <dgm:spPr/>
    </dgm:pt>
    <dgm:pt modelId="{5A56FCE5-DD7D-9A45-8718-3C3CBC336187}" type="pres">
      <dgm:prSet presAssocID="{90F4513A-E28B-D74C-AD5C-FEA529787C61}" presName="sp" presStyleCnt="0"/>
      <dgm:spPr/>
    </dgm:pt>
    <dgm:pt modelId="{EC3F0B2E-F510-8343-8F9E-6F0CDEFE63B5}" type="pres">
      <dgm:prSet presAssocID="{F5A3C480-5F03-4246-ADAC-66AB3C91ABDF}" presName="arrowAndChildren" presStyleCnt="0"/>
      <dgm:spPr/>
    </dgm:pt>
    <dgm:pt modelId="{A11AD91C-D4BA-4847-9548-5978F4D54A11}" type="pres">
      <dgm:prSet presAssocID="{F5A3C480-5F03-4246-ADAC-66AB3C91ABDF}" presName="parentTextArrow" presStyleLbl="node1" presStyleIdx="3" presStyleCnt="7"/>
      <dgm:spPr/>
    </dgm:pt>
    <dgm:pt modelId="{FFFD50CD-EF95-A541-95F9-F6F051C0648D}" type="pres">
      <dgm:prSet presAssocID="{FA9B6E77-F35B-DA4C-92AD-31CD0D894286}" presName="sp" presStyleCnt="0"/>
      <dgm:spPr/>
    </dgm:pt>
    <dgm:pt modelId="{FB99E823-81C6-174C-BA5D-7681474D32F0}" type="pres">
      <dgm:prSet presAssocID="{434ED8DE-906A-1D45-B385-5E7AB881EE93}" presName="arrowAndChildren" presStyleCnt="0"/>
      <dgm:spPr/>
    </dgm:pt>
    <dgm:pt modelId="{823F5C52-1C26-D645-A75C-419D2409F0BE}" type="pres">
      <dgm:prSet presAssocID="{434ED8DE-906A-1D45-B385-5E7AB881EE93}" presName="parentTextArrow" presStyleLbl="node1" presStyleIdx="4" presStyleCnt="7"/>
      <dgm:spPr/>
    </dgm:pt>
    <dgm:pt modelId="{73814711-5E02-074B-8753-97DEA21B8F11}" type="pres">
      <dgm:prSet presAssocID="{DFAFD6BE-551C-A149-B49E-99311FC54E86}" presName="sp" presStyleCnt="0"/>
      <dgm:spPr/>
    </dgm:pt>
    <dgm:pt modelId="{196A5C85-8E21-D349-B685-229C07255556}" type="pres">
      <dgm:prSet presAssocID="{F34B12B5-00B1-F848-92A8-22B41B76338B}" presName="arrowAndChildren" presStyleCnt="0"/>
      <dgm:spPr/>
    </dgm:pt>
    <dgm:pt modelId="{2F7B4CE7-4D23-0447-993B-494D2AD256D4}" type="pres">
      <dgm:prSet presAssocID="{F34B12B5-00B1-F848-92A8-22B41B76338B}" presName="parentTextArrow" presStyleLbl="node1" presStyleIdx="5" presStyleCnt="7"/>
      <dgm:spPr/>
    </dgm:pt>
    <dgm:pt modelId="{38A6F13F-F6C7-0846-B7B6-ED13C137E15A}" type="pres">
      <dgm:prSet presAssocID="{5EBB3904-69BD-1F48-96F2-02E1B2B11325}" presName="sp" presStyleCnt="0"/>
      <dgm:spPr/>
    </dgm:pt>
    <dgm:pt modelId="{359ED236-AB1B-5447-BA28-2361B3BD2FD1}" type="pres">
      <dgm:prSet presAssocID="{6C5D29D2-2D3B-8C45-9ED1-B305FCB1FBB5}" presName="arrowAndChildren" presStyleCnt="0"/>
      <dgm:spPr/>
    </dgm:pt>
    <dgm:pt modelId="{BF8894E7-12FF-5F40-AC25-8633F6B47047}" type="pres">
      <dgm:prSet presAssocID="{6C5D29D2-2D3B-8C45-9ED1-B305FCB1FBB5}" presName="parentTextArrow" presStyleLbl="node1" presStyleIdx="6" presStyleCnt="7"/>
      <dgm:spPr/>
    </dgm:pt>
  </dgm:ptLst>
  <dgm:cxnLst>
    <dgm:cxn modelId="{E011FB0D-7AC4-EB4D-A384-CCE52E06A0EA}" type="presOf" srcId="{F34B12B5-00B1-F848-92A8-22B41B76338B}" destId="{2F7B4CE7-4D23-0447-993B-494D2AD256D4}" srcOrd="0" destOrd="0" presId="urn:microsoft.com/office/officeart/2005/8/layout/process4"/>
    <dgm:cxn modelId="{3A581710-74D4-DA42-A1C2-9F55B04968F4}" type="presOf" srcId="{5CC73CC8-C168-2140-AC48-FF4C6E2187D4}" destId="{87164BDF-21D1-FB47-AEDB-8115F287EEBA}" srcOrd="0" destOrd="0" presId="urn:microsoft.com/office/officeart/2005/8/layout/process4"/>
    <dgm:cxn modelId="{7B6F2745-F73E-E84E-BCE3-4BCFFB9DE658}" srcId="{D239C34C-B204-CE44-AF2F-8DF46A41C6A0}" destId="{F34B12B5-00B1-F848-92A8-22B41B76338B}" srcOrd="1" destOrd="0" parTransId="{5C5B7A8E-73E1-214C-B06A-F23713160F0B}" sibTransId="{DFAFD6BE-551C-A149-B49E-99311FC54E86}"/>
    <dgm:cxn modelId="{641AFF62-E107-174B-82D6-788074C9773B}" type="presOf" srcId="{434ED8DE-906A-1D45-B385-5E7AB881EE93}" destId="{823F5C52-1C26-D645-A75C-419D2409F0BE}" srcOrd="0" destOrd="0" presId="urn:microsoft.com/office/officeart/2005/8/layout/process4"/>
    <dgm:cxn modelId="{A2C71067-5482-5245-BA15-169D84DF3CBF}" type="presOf" srcId="{D239C34C-B204-CE44-AF2F-8DF46A41C6A0}" destId="{CBD0A583-118C-4F49-B8D1-7EA969CC0D98}" srcOrd="0" destOrd="0" presId="urn:microsoft.com/office/officeart/2005/8/layout/process4"/>
    <dgm:cxn modelId="{D773FB6B-4F66-7242-8885-89FFBBCEC304}" srcId="{D239C34C-B204-CE44-AF2F-8DF46A41C6A0}" destId="{44C899FE-4F69-5746-A685-B08BF1E4EB26}" srcOrd="6" destOrd="0" parTransId="{D169825E-AA51-2B45-927D-6421313F7ADF}" sibTransId="{D4FE5982-3BF1-3041-8067-DF313CBEB2BC}"/>
    <dgm:cxn modelId="{BE85AA75-1D38-4B43-8CF3-EAA080A4B542}" type="presOf" srcId="{CA7127FA-7F15-5E43-9089-E1B2FE44FEB3}" destId="{00ED64ED-40DC-C840-822B-8BE711E3E320}" srcOrd="0" destOrd="0" presId="urn:microsoft.com/office/officeart/2005/8/layout/process4"/>
    <dgm:cxn modelId="{B8A7B082-E741-3241-9FBF-3FD38F95F91D}" type="presOf" srcId="{44C899FE-4F69-5746-A685-B08BF1E4EB26}" destId="{9E32A35A-32CC-A841-A7E1-6F3AEA4DF3CD}" srcOrd="0" destOrd="0" presId="urn:microsoft.com/office/officeart/2005/8/layout/process4"/>
    <dgm:cxn modelId="{CE380C86-D4C6-D04B-A310-3051BDD1A473}" srcId="{D239C34C-B204-CE44-AF2F-8DF46A41C6A0}" destId="{CA7127FA-7F15-5E43-9089-E1B2FE44FEB3}" srcOrd="4" destOrd="0" parTransId="{B9877F7E-1084-F447-A719-D172D317AC2E}" sibTransId="{AFBD5EE2-C6E8-8141-A77E-4CF221CF7B8F}"/>
    <dgm:cxn modelId="{9F982A96-3721-3042-BBE2-EF0D16096037}" srcId="{D239C34C-B204-CE44-AF2F-8DF46A41C6A0}" destId="{434ED8DE-906A-1D45-B385-5E7AB881EE93}" srcOrd="2" destOrd="0" parTransId="{E8BF673F-DBE9-DE47-A53C-C2250B90C268}" sibTransId="{FA9B6E77-F35B-DA4C-92AD-31CD0D894286}"/>
    <dgm:cxn modelId="{306F70B4-0718-9044-AF0E-869A8E1E2F33}" type="presOf" srcId="{6C5D29D2-2D3B-8C45-9ED1-B305FCB1FBB5}" destId="{BF8894E7-12FF-5F40-AC25-8633F6B47047}" srcOrd="0" destOrd="0" presId="urn:microsoft.com/office/officeart/2005/8/layout/process4"/>
    <dgm:cxn modelId="{FA4731B6-EC4E-DB40-98B1-B87920B9EA3F}" srcId="{D239C34C-B204-CE44-AF2F-8DF46A41C6A0}" destId="{F5A3C480-5F03-4246-ADAC-66AB3C91ABDF}" srcOrd="3" destOrd="0" parTransId="{1122BBC8-859D-EA42-A254-9BAD0525A392}" sibTransId="{90F4513A-E28B-D74C-AD5C-FEA529787C61}"/>
    <dgm:cxn modelId="{96AED9BB-D0BE-5A46-A86D-0507793C7B40}" srcId="{D239C34C-B204-CE44-AF2F-8DF46A41C6A0}" destId="{5CC73CC8-C168-2140-AC48-FF4C6E2187D4}" srcOrd="5" destOrd="0" parTransId="{885253BD-55A0-A34A-A89B-85AE000FAE07}" sibTransId="{ABCC7105-153B-524E-A62F-8C461D8963CE}"/>
    <dgm:cxn modelId="{AFB287D3-C8B5-2645-B0AC-AA7BAAF56253}" srcId="{D239C34C-B204-CE44-AF2F-8DF46A41C6A0}" destId="{6C5D29D2-2D3B-8C45-9ED1-B305FCB1FBB5}" srcOrd="0" destOrd="0" parTransId="{3637CC10-BAE5-0446-8B45-E830921EBE94}" sibTransId="{5EBB3904-69BD-1F48-96F2-02E1B2B11325}"/>
    <dgm:cxn modelId="{7D505CFB-60AB-B845-91F1-B756A997ECA7}" type="presOf" srcId="{F5A3C480-5F03-4246-ADAC-66AB3C91ABDF}" destId="{A11AD91C-D4BA-4847-9548-5978F4D54A11}" srcOrd="0" destOrd="0" presId="urn:microsoft.com/office/officeart/2005/8/layout/process4"/>
    <dgm:cxn modelId="{813F28BC-65CA-034E-9A48-B56F51C83DF9}" type="presParOf" srcId="{CBD0A583-118C-4F49-B8D1-7EA969CC0D98}" destId="{EB9BB07A-3BE4-A846-92C5-D56A9D2D8C5B}" srcOrd="0" destOrd="0" presId="urn:microsoft.com/office/officeart/2005/8/layout/process4"/>
    <dgm:cxn modelId="{E5F9D151-C42B-3B4D-BD97-F3146AE822A9}" type="presParOf" srcId="{EB9BB07A-3BE4-A846-92C5-D56A9D2D8C5B}" destId="{9E32A35A-32CC-A841-A7E1-6F3AEA4DF3CD}" srcOrd="0" destOrd="0" presId="urn:microsoft.com/office/officeart/2005/8/layout/process4"/>
    <dgm:cxn modelId="{1F9D1FB8-E701-6544-87F1-DC725AD1AAA6}" type="presParOf" srcId="{CBD0A583-118C-4F49-B8D1-7EA969CC0D98}" destId="{AFC45446-C92F-9147-9F29-D6C705920BEE}" srcOrd="1" destOrd="0" presId="urn:microsoft.com/office/officeart/2005/8/layout/process4"/>
    <dgm:cxn modelId="{F10F666F-1669-8643-A0B5-6E739EA1C1E3}" type="presParOf" srcId="{CBD0A583-118C-4F49-B8D1-7EA969CC0D98}" destId="{0AFE68B7-B951-DA47-B027-9CCB410B1C43}" srcOrd="2" destOrd="0" presId="urn:microsoft.com/office/officeart/2005/8/layout/process4"/>
    <dgm:cxn modelId="{53FECCDB-98F9-E54E-88F4-1E3E0B211C6C}" type="presParOf" srcId="{0AFE68B7-B951-DA47-B027-9CCB410B1C43}" destId="{87164BDF-21D1-FB47-AEDB-8115F287EEBA}" srcOrd="0" destOrd="0" presId="urn:microsoft.com/office/officeart/2005/8/layout/process4"/>
    <dgm:cxn modelId="{17163F52-B18D-554B-AFA7-A1B49F642634}" type="presParOf" srcId="{CBD0A583-118C-4F49-B8D1-7EA969CC0D98}" destId="{88C5999D-1F84-F943-B347-46158CCED012}" srcOrd="3" destOrd="0" presId="urn:microsoft.com/office/officeart/2005/8/layout/process4"/>
    <dgm:cxn modelId="{BDCA1E92-A8CF-5C45-BE0B-8C675E85E1FB}" type="presParOf" srcId="{CBD0A583-118C-4F49-B8D1-7EA969CC0D98}" destId="{CFD050DB-9618-E448-BF7C-8525356E8C24}" srcOrd="4" destOrd="0" presId="urn:microsoft.com/office/officeart/2005/8/layout/process4"/>
    <dgm:cxn modelId="{68B5ECFE-1AF3-6E4C-A617-6D6A8EA7C03E}" type="presParOf" srcId="{CFD050DB-9618-E448-BF7C-8525356E8C24}" destId="{00ED64ED-40DC-C840-822B-8BE711E3E320}" srcOrd="0" destOrd="0" presId="urn:microsoft.com/office/officeart/2005/8/layout/process4"/>
    <dgm:cxn modelId="{733B1E4D-613B-A84B-8217-232B156519B5}" type="presParOf" srcId="{CBD0A583-118C-4F49-B8D1-7EA969CC0D98}" destId="{5A56FCE5-DD7D-9A45-8718-3C3CBC336187}" srcOrd="5" destOrd="0" presId="urn:microsoft.com/office/officeart/2005/8/layout/process4"/>
    <dgm:cxn modelId="{1F72655C-B8A9-5540-9D30-71D267C2E028}" type="presParOf" srcId="{CBD0A583-118C-4F49-B8D1-7EA969CC0D98}" destId="{EC3F0B2E-F510-8343-8F9E-6F0CDEFE63B5}" srcOrd="6" destOrd="0" presId="urn:microsoft.com/office/officeart/2005/8/layout/process4"/>
    <dgm:cxn modelId="{3F24A01D-8F52-8D42-A556-F37EDD7349B2}" type="presParOf" srcId="{EC3F0B2E-F510-8343-8F9E-6F0CDEFE63B5}" destId="{A11AD91C-D4BA-4847-9548-5978F4D54A11}" srcOrd="0" destOrd="0" presId="urn:microsoft.com/office/officeart/2005/8/layout/process4"/>
    <dgm:cxn modelId="{1AC7DBD5-0881-5740-9714-EF78A53DEF7F}" type="presParOf" srcId="{CBD0A583-118C-4F49-B8D1-7EA969CC0D98}" destId="{FFFD50CD-EF95-A541-95F9-F6F051C0648D}" srcOrd="7" destOrd="0" presId="urn:microsoft.com/office/officeart/2005/8/layout/process4"/>
    <dgm:cxn modelId="{75C977FD-6A72-6849-BDAD-51838D21A98E}" type="presParOf" srcId="{CBD0A583-118C-4F49-B8D1-7EA969CC0D98}" destId="{FB99E823-81C6-174C-BA5D-7681474D32F0}" srcOrd="8" destOrd="0" presId="urn:microsoft.com/office/officeart/2005/8/layout/process4"/>
    <dgm:cxn modelId="{620FA9BB-65B9-DD48-9D1F-AA3BB379D1F5}" type="presParOf" srcId="{FB99E823-81C6-174C-BA5D-7681474D32F0}" destId="{823F5C52-1C26-D645-A75C-419D2409F0BE}" srcOrd="0" destOrd="0" presId="urn:microsoft.com/office/officeart/2005/8/layout/process4"/>
    <dgm:cxn modelId="{77E93770-D57D-4D41-89AB-37988DC1FB4A}" type="presParOf" srcId="{CBD0A583-118C-4F49-B8D1-7EA969CC0D98}" destId="{73814711-5E02-074B-8753-97DEA21B8F11}" srcOrd="9" destOrd="0" presId="urn:microsoft.com/office/officeart/2005/8/layout/process4"/>
    <dgm:cxn modelId="{9627A790-E0FF-A248-80C0-47F6E59D501A}" type="presParOf" srcId="{CBD0A583-118C-4F49-B8D1-7EA969CC0D98}" destId="{196A5C85-8E21-D349-B685-229C07255556}" srcOrd="10" destOrd="0" presId="urn:microsoft.com/office/officeart/2005/8/layout/process4"/>
    <dgm:cxn modelId="{62C0360C-A712-284D-952C-CDA8987E22A9}" type="presParOf" srcId="{196A5C85-8E21-D349-B685-229C07255556}" destId="{2F7B4CE7-4D23-0447-993B-494D2AD256D4}" srcOrd="0" destOrd="0" presId="urn:microsoft.com/office/officeart/2005/8/layout/process4"/>
    <dgm:cxn modelId="{66110773-BFF9-904B-810B-E46036E93FC8}" type="presParOf" srcId="{CBD0A583-118C-4F49-B8D1-7EA969CC0D98}" destId="{38A6F13F-F6C7-0846-B7B6-ED13C137E15A}" srcOrd="11" destOrd="0" presId="urn:microsoft.com/office/officeart/2005/8/layout/process4"/>
    <dgm:cxn modelId="{1ABB661E-4D34-9E49-8423-4204D4368F26}" type="presParOf" srcId="{CBD0A583-118C-4F49-B8D1-7EA969CC0D98}" destId="{359ED236-AB1B-5447-BA28-2361B3BD2FD1}" srcOrd="12" destOrd="0" presId="urn:microsoft.com/office/officeart/2005/8/layout/process4"/>
    <dgm:cxn modelId="{AE8DCB7D-4A8A-DF49-9971-578217DA9703}" type="presParOf" srcId="{359ED236-AB1B-5447-BA28-2361B3BD2FD1}" destId="{BF8894E7-12FF-5F40-AC25-8633F6B4704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39C34C-B204-CE44-AF2F-8DF46A41C6A0}" type="doc">
      <dgm:prSet loTypeId="urn:microsoft.com/office/officeart/2005/8/layout/process4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6C5D29D2-2D3B-8C45-9ED1-B305FCB1FBB5}">
      <dgm:prSet phldrT="[文本]"/>
      <dgm:spPr/>
      <dgm:t>
        <a:bodyPr/>
        <a:lstStyle/>
        <a:p>
          <a:r>
            <a:rPr lang="en" b="1" dirty="0" err="1"/>
            <a:t>WSAStartup</a:t>
          </a:r>
          <a:r>
            <a:rPr lang="en" b="1" dirty="0"/>
            <a:t> </a:t>
          </a:r>
          <a:endParaRPr lang="zh-CN" altLang="en-US" dirty="0"/>
        </a:p>
      </dgm:t>
    </dgm:pt>
    <dgm:pt modelId="{3637CC10-BAE5-0446-8B45-E830921EBE94}" type="parTrans" cxnId="{AFB287D3-C8B5-2645-B0AC-AA7BAAF56253}">
      <dgm:prSet/>
      <dgm:spPr/>
      <dgm:t>
        <a:bodyPr/>
        <a:lstStyle/>
        <a:p>
          <a:endParaRPr lang="zh-CN" altLang="en-US"/>
        </a:p>
      </dgm:t>
    </dgm:pt>
    <dgm:pt modelId="{5EBB3904-69BD-1F48-96F2-02E1B2B11325}" type="sibTrans" cxnId="{AFB287D3-C8B5-2645-B0AC-AA7BAAF56253}">
      <dgm:prSet/>
      <dgm:spPr/>
      <dgm:t>
        <a:bodyPr/>
        <a:lstStyle/>
        <a:p>
          <a:endParaRPr lang="zh-CN" altLang="en-US"/>
        </a:p>
      </dgm:t>
    </dgm:pt>
    <dgm:pt modelId="{44C899FE-4F69-5746-A685-B08BF1E4EB26}">
      <dgm:prSet phldrT="[文本]"/>
      <dgm:spPr/>
      <dgm:t>
        <a:bodyPr/>
        <a:lstStyle/>
        <a:p>
          <a:r>
            <a:rPr lang="en-US" altLang="zh-CN" dirty="0" err="1"/>
            <a:t>WSACleanup</a:t>
          </a:r>
          <a:endParaRPr lang="zh-CN" altLang="en-US" dirty="0"/>
        </a:p>
      </dgm:t>
    </dgm:pt>
    <dgm:pt modelId="{D169825E-AA51-2B45-927D-6421313F7ADF}" type="parTrans" cxnId="{D773FB6B-4F66-7242-8885-89FFBBCEC304}">
      <dgm:prSet/>
      <dgm:spPr/>
      <dgm:t>
        <a:bodyPr/>
        <a:lstStyle/>
        <a:p>
          <a:endParaRPr lang="zh-CN" altLang="en-US"/>
        </a:p>
      </dgm:t>
    </dgm:pt>
    <dgm:pt modelId="{D4FE5982-3BF1-3041-8067-DF313CBEB2BC}" type="sibTrans" cxnId="{D773FB6B-4F66-7242-8885-89FFBBCEC304}">
      <dgm:prSet/>
      <dgm:spPr/>
      <dgm:t>
        <a:bodyPr/>
        <a:lstStyle/>
        <a:p>
          <a:endParaRPr lang="zh-CN" altLang="en-US"/>
        </a:p>
      </dgm:t>
    </dgm:pt>
    <dgm:pt modelId="{434ED8DE-906A-1D45-B385-5E7AB881EE93}">
      <dgm:prSet phldrT="[文本]"/>
      <dgm:spPr/>
      <dgm:t>
        <a:bodyPr/>
        <a:lstStyle/>
        <a:p>
          <a:r>
            <a:rPr lang="en-US" altLang="zh-CN" dirty="0"/>
            <a:t>bind(s)</a:t>
          </a:r>
          <a:endParaRPr lang="zh-CN" altLang="en-US" dirty="0"/>
        </a:p>
      </dgm:t>
    </dgm:pt>
    <dgm:pt modelId="{E8BF673F-DBE9-DE47-A53C-C2250B90C268}" type="parTrans" cxnId="{9F982A96-3721-3042-BBE2-EF0D16096037}">
      <dgm:prSet/>
      <dgm:spPr/>
      <dgm:t>
        <a:bodyPr/>
        <a:lstStyle/>
        <a:p>
          <a:endParaRPr lang="zh-CN" altLang="en-US"/>
        </a:p>
      </dgm:t>
    </dgm:pt>
    <dgm:pt modelId="{FA9B6E77-F35B-DA4C-92AD-31CD0D894286}" type="sibTrans" cxnId="{9F982A96-3721-3042-BBE2-EF0D16096037}">
      <dgm:prSet/>
      <dgm:spPr/>
      <dgm:t>
        <a:bodyPr/>
        <a:lstStyle/>
        <a:p>
          <a:endParaRPr lang="zh-CN" altLang="en-US"/>
        </a:p>
      </dgm:t>
    </dgm:pt>
    <dgm:pt modelId="{F5A3C480-5F03-4246-ADAC-66AB3C91ABDF}">
      <dgm:prSet phldrT="[文本]"/>
      <dgm:spPr/>
      <dgm:t>
        <a:bodyPr/>
        <a:lstStyle/>
        <a:p>
          <a:r>
            <a:rPr lang="en-US" altLang="zh-CN" dirty="0"/>
            <a:t>listen(s)</a:t>
          </a:r>
          <a:endParaRPr lang="zh-CN" altLang="en-US" dirty="0"/>
        </a:p>
      </dgm:t>
    </dgm:pt>
    <dgm:pt modelId="{1122BBC8-859D-EA42-A254-9BAD0525A392}" type="parTrans" cxnId="{FA4731B6-EC4E-DB40-98B1-B87920B9EA3F}">
      <dgm:prSet/>
      <dgm:spPr/>
      <dgm:t>
        <a:bodyPr/>
        <a:lstStyle/>
        <a:p>
          <a:endParaRPr lang="zh-CN" altLang="en-US"/>
        </a:p>
      </dgm:t>
    </dgm:pt>
    <dgm:pt modelId="{90F4513A-E28B-D74C-AD5C-FEA529787C61}" type="sibTrans" cxnId="{FA4731B6-EC4E-DB40-98B1-B87920B9EA3F}">
      <dgm:prSet/>
      <dgm:spPr/>
      <dgm:t>
        <a:bodyPr/>
        <a:lstStyle/>
        <a:p>
          <a:endParaRPr lang="zh-CN" altLang="en-US"/>
        </a:p>
      </dgm:t>
    </dgm:pt>
    <dgm:pt modelId="{CA7127FA-7F15-5E43-9089-E1B2FE44FEB3}">
      <dgm:prSet phldrT="[文本]"/>
      <dgm:spPr/>
      <dgm:t>
        <a:bodyPr/>
        <a:lstStyle/>
        <a:p>
          <a:r>
            <a:rPr lang="en-US" altLang="zh-CN" dirty="0"/>
            <a:t>ns=accept(s)</a:t>
          </a:r>
          <a:endParaRPr lang="zh-CN" altLang="en-US" dirty="0"/>
        </a:p>
      </dgm:t>
    </dgm:pt>
    <dgm:pt modelId="{B9877F7E-1084-F447-A719-D172D317AC2E}" type="parTrans" cxnId="{CE380C86-D4C6-D04B-A310-3051BDD1A473}">
      <dgm:prSet/>
      <dgm:spPr/>
      <dgm:t>
        <a:bodyPr/>
        <a:lstStyle/>
        <a:p>
          <a:endParaRPr lang="zh-CN" altLang="en-US"/>
        </a:p>
      </dgm:t>
    </dgm:pt>
    <dgm:pt modelId="{AFBD5EE2-C6E8-8141-A77E-4CF221CF7B8F}" type="sibTrans" cxnId="{CE380C86-D4C6-D04B-A310-3051BDD1A473}">
      <dgm:prSet/>
      <dgm:spPr/>
      <dgm:t>
        <a:bodyPr/>
        <a:lstStyle/>
        <a:p>
          <a:endParaRPr lang="zh-CN" altLang="en-US"/>
        </a:p>
      </dgm:t>
    </dgm:pt>
    <dgm:pt modelId="{5CC73CC8-C168-2140-AC48-FF4C6E2187D4}">
      <dgm:prSet phldrT="[文本]"/>
      <dgm:spPr/>
      <dgm:t>
        <a:bodyPr/>
        <a:lstStyle/>
        <a:p>
          <a:r>
            <a:rPr lang="en-US" altLang="zh-CN" dirty="0" err="1"/>
            <a:t>closesocket</a:t>
          </a:r>
          <a:r>
            <a:rPr lang="en-US" altLang="zh-CN" dirty="0"/>
            <a:t>(</a:t>
          </a:r>
          <a:r>
            <a:rPr lang="en-US" altLang="zh-CN" b="1" dirty="0">
              <a:solidFill>
                <a:srgbClr val="FF0000"/>
              </a:solidFill>
            </a:rPr>
            <a:t>ns</a:t>
          </a:r>
          <a:r>
            <a:rPr lang="en-US" altLang="zh-CN" dirty="0"/>
            <a:t>)</a:t>
          </a:r>
          <a:endParaRPr lang="zh-CN" altLang="en-US" dirty="0"/>
        </a:p>
      </dgm:t>
    </dgm:pt>
    <dgm:pt modelId="{885253BD-55A0-A34A-A89B-85AE000FAE07}" type="parTrans" cxnId="{96AED9BB-D0BE-5A46-A86D-0507793C7B40}">
      <dgm:prSet/>
      <dgm:spPr/>
      <dgm:t>
        <a:bodyPr/>
        <a:lstStyle/>
        <a:p>
          <a:endParaRPr lang="zh-CN" altLang="en-US"/>
        </a:p>
      </dgm:t>
    </dgm:pt>
    <dgm:pt modelId="{ABCC7105-153B-524E-A62F-8C461D8963CE}" type="sibTrans" cxnId="{96AED9BB-D0BE-5A46-A86D-0507793C7B40}">
      <dgm:prSet/>
      <dgm:spPr/>
      <dgm:t>
        <a:bodyPr/>
        <a:lstStyle/>
        <a:p>
          <a:endParaRPr lang="zh-CN" altLang="en-US"/>
        </a:p>
      </dgm:t>
    </dgm:pt>
    <dgm:pt modelId="{F34B12B5-00B1-F848-92A8-22B41B76338B}">
      <dgm:prSet phldrT="[文本]"/>
      <dgm:spPr/>
      <dgm:t>
        <a:bodyPr/>
        <a:lstStyle/>
        <a:p>
          <a:r>
            <a:rPr lang="en-US" altLang="zh-CN" dirty="0"/>
            <a:t>s=socket()</a:t>
          </a:r>
          <a:endParaRPr lang="zh-CN" altLang="en-US" dirty="0"/>
        </a:p>
      </dgm:t>
    </dgm:pt>
    <dgm:pt modelId="{5C5B7A8E-73E1-214C-B06A-F23713160F0B}" type="parTrans" cxnId="{7B6F2745-F73E-E84E-BCE3-4BCFFB9DE658}">
      <dgm:prSet/>
      <dgm:spPr/>
      <dgm:t>
        <a:bodyPr/>
        <a:lstStyle/>
        <a:p>
          <a:endParaRPr lang="zh-CN" altLang="en-US"/>
        </a:p>
      </dgm:t>
    </dgm:pt>
    <dgm:pt modelId="{DFAFD6BE-551C-A149-B49E-99311FC54E86}" type="sibTrans" cxnId="{7B6F2745-F73E-E84E-BCE3-4BCFFB9DE658}">
      <dgm:prSet/>
      <dgm:spPr/>
      <dgm:t>
        <a:bodyPr/>
        <a:lstStyle/>
        <a:p>
          <a:endParaRPr lang="zh-CN" altLang="en-US"/>
        </a:p>
      </dgm:t>
    </dgm:pt>
    <dgm:pt modelId="{7E6F16C6-B7AC-6D41-AE46-EA541AE18F70}">
      <dgm:prSet phldrT="[文本]"/>
      <dgm:spPr/>
      <dgm:t>
        <a:bodyPr/>
        <a:lstStyle/>
        <a:p>
          <a:r>
            <a:rPr lang="en-US" altLang="zh-CN" dirty="0" err="1"/>
            <a:t>recv</a:t>
          </a:r>
          <a:r>
            <a:rPr lang="en-US" altLang="zh-CN" dirty="0"/>
            <a:t>(</a:t>
          </a:r>
          <a:r>
            <a:rPr lang="en-US" altLang="zh-CN" b="1" dirty="0">
              <a:solidFill>
                <a:srgbClr val="FF0000"/>
              </a:solidFill>
            </a:rPr>
            <a:t>ns</a:t>
          </a:r>
          <a:r>
            <a:rPr lang="en-US" altLang="zh-CN" dirty="0"/>
            <a:t>)</a:t>
          </a:r>
          <a:endParaRPr lang="zh-CN" altLang="en-US" dirty="0"/>
        </a:p>
      </dgm:t>
    </dgm:pt>
    <dgm:pt modelId="{E5E91DB6-92FA-6648-8FC5-970FD59E415A}" type="parTrans" cxnId="{B16C0BE9-1CD9-CB46-915A-CA5E9A625855}">
      <dgm:prSet/>
      <dgm:spPr/>
      <dgm:t>
        <a:bodyPr/>
        <a:lstStyle/>
        <a:p>
          <a:endParaRPr lang="zh-CN" altLang="en-US"/>
        </a:p>
      </dgm:t>
    </dgm:pt>
    <dgm:pt modelId="{CBE0C11E-D16D-1440-AC84-40904938F388}" type="sibTrans" cxnId="{B16C0BE9-1CD9-CB46-915A-CA5E9A625855}">
      <dgm:prSet/>
      <dgm:spPr/>
      <dgm:t>
        <a:bodyPr/>
        <a:lstStyle/>
        <a:p>
          <a:endParaRPr lang="zh-CN" altLang="en-US"/>
        </a:p>
      </dgm:t>
    </dgm:pt>
    <dgm:pt modelId="{785CAB45-C83C-8749-B47E-2F33A61FDB79}">
      <dgm:prSet phldrT="[文本]"/>
      <dgm:spPr/>
      <dgm:t>
        <a:bodyPr/>
        <a:lstStyle/>
        <a:p>
          <a:r>
            <a:rPr lang="en-US" altLang="zh-CN" dirty="0"/>
            <a:t>send(</a:t>
          </a:r>
          <a:r>
            <a:rPr lang="en-US" altLang="zh-CN" b="1" dirty="0">
              <a:solidFill>
                <a:srgbClr val="FF0000"/>
              </a:solidFill>
            </a:rPr>
            <a:t>ns</a:t>
          </a:r>
          <a:r>
            <a:rPr lang="en-US" altLang="zh-CN" dirty="0"/>
            <a:t>)</a:t>
          </a:r>
          <a:endParaRPr lang="zh-CN" altLang="en-US" dirty="0"/>
        </a:p>
      </dgm:t>
    </dgm:pt>
    <dgm:pt modelId="{6177B54F-F2D8-A941-A487-6C8AC0270C1B}" type="parTrans" cxnId="{624630D9-C111-E848-8D02-EBEA211E62AF}">
      <dgm:prSet/>
      <dgm:spPr/>
      <dgm:t>
        <a:bodyPr/>
        <a:lstStyle/>
        <a:p>
          <a:endParaRPr lang="zh-CN" altLang="en-US"/>
        </a:p>
      </dgm:t>
    </dgm:pt>
    <dgm:pt modelId="{0ADA9DD2-2708-984D-A475-E60079E93AFC}" type="sibTrans" cxnId="{624630D9-C111-E848-8D02-EBEA211E62AF}">
      <dgm:prSet/>
      <dgm:spPr/>
      <dgm:t>
        <a:bodyPr/>
        <a:lstStyle/>
        <a:p>
          <a:endParaRPr lang="zh-CN" altLang="en-US"/>
        </a:p>
      </dgm:t>
    </dgm:pt>
    <dgm:pt modelId="{CBD0A583-118C-4F49-B8D1-7EA969CC0D98}" type="pres">
      <dgm:prSet presAssocID="{D239C34C-B204-CE44-AF2F-8DF46A41C6A0}" presName="Name0" presStyleCnt="0">
        <dgm:presLayoutVars>
          <dgm:dir/>
          <dgm:animLvl val="lvl"/>
          <dgm:resizeHandles val="exact"/>
        </dgm:presLayoutVars>
      </dgm:prSet>
      <dgm:spPr/>
    </dgm:pt>
    <dgm:pt modelId="{EB9BB07A-3BE4-A846-92C5-D56A9D2D8C5B}" type="pres">
      <dgm:prSet presAssocID="{44C899FE-4F69-5746-A685-B08BF1E4EB26}" presName="boxAndChildren" presStyleCnt="0"/>
      <dgm:spPr/>
    </dgm:pt>
    <dgm:pt modelId="{9E32A35A-32CC-A841-A7E1-6F3AEA4DF3CD}" type="pres">
      <dgm:prSet presAssocID="{44C899FE-4F69-5746-A685-B08BF1E4EB26}" presName="parentTextBox" presStyleLbl="node1" presStyleIdx="0" presStyleCnt="9"/>
      <dgm:spPr/>
    </dgm:pt>
    <dgm:pt modelId="{AFC45446-C92F-9147-9F29-D6C705920BEE}" type="pres">
      <dgm:prSet presAssocID="{ABCC7105-153B-524E-A62F-8C461D8963CE}" presName="sp" presStyleCnt="0"/>
      <dgm:spPr/>
    </dgm:pt>
    <dgm:pt modelId="{0AFE68B7-B951-DA47-B027-9CCB410B1C43}" type="pres">
      <dgm:prSet presAssocID="{5CC73CC8-C168-2140-AC48-FF4C6E2187D4}" presName="arrowAndChildren" presStyleCnt="0"/>
      <dgm:spPr/>
    </dgm:pt>
    <dgm:pt modelId="{87164BDF-21D1-FB47-AEDB-8115F287EEBA}" type="pres">
      <dgm:prSet presAssocID="{5CC73CC8-C168-2140-AC48-FF4C6E2187D4}" presName="parentTextArrow" presStyleLbl="node1" presStyleIdx="1" presStyleCnt="9"/>
      <dgm:spPr/>
    </dgm:pt>
    <dgm:pt modelId="{2CF0E78B-C446-0C40-AAE8-195EBF2A01A7}" type="pres">
      <dgm:prSet presAssocID="{0ADA9DD2-2708-984D-A475-E60079E93AFC}" presName="sp" presStyleCnt="0"/>
      <dgm:spPr/>
    </dgm:pt>
    <dgm:pt modelId="{3476D92B-4526-814C-886B-234805BDCB08}" type="pres">
      <dgm:prSet presAssocID="{785CAB45-C83C-8749-B47E-2F33A61FDB79}" presName="arrowAndChildren" presStyleCnt="0"/>
      <dgm:spPr/>
    </dgm:pt>
    <dgm:pt modelId="{8A74FC98-F49B-0143-A6DB-83DF0DD5AB50}" type="pres">
      <dgm:prSet presAssocID="{785CAB45-C83C-8749-B47E-2F33A61FDB79}" presName="parentTextArrow" presStyleLbl="node1" presStyleIdx="2" presStyleCnt="9"/>
      <dgm:spPr/>
    </dgm:pt>
    <dgm:pt modelId="{4DEF504B-3EED-704F-A11F-0B45E7905E30}" type="pres">
      <dgm:prSet presAssocID="{CBE0C11E-D16D-1440-AC84-40904938F388}" presName="sp" presStyleCnt="0"/>
      <dgm:spPr/>
    </dgm:pt>
    <dgm:pt modelId="{9FE0BA28-9383-7F42-90D4-65505E52E577}" type="pres">
      <dgm:prSet presAssocID="{7E6F16C6-B7AC-6D41-AE46-EA541AE18F70}" presName="arrowAndChildren" presStyleCnt="0"/>
      <dgm:spPr/>
    </dgm:pt>
    <dgm:pt modelId="{30B4AEBE-8D4B-BA46-9D18-4E7AFDF54927}" type="pres">
      <dgm:prSet presAssocID="{7E6F16C6-B7AC-6D41-AE46-EA541AE18F70}" presName="parentTextArrow" presStyleLbl="node1" presStyleIdx="3" presStyleCnt="9"/>
      <dgm:spPr/>
    </dgm:pt>
    <dgm:pt modelId="{88C5999D-1F84-F943-B347-46158CCED012}" type="pres">
      <dgm:prSet presAssocID="{AFBD5EE2-C6E8-8141-A77E-4CF221CF7B8F}" presName="sp" presStyleCnt="0"/>
      <dgm:spPr/>
    </dgm:pt>
    <dgm:pt modelId="{CFD050DB-9618-E448-BF7C-8525356E8C24}" type="pres">
      <dgm:prSet presAssocID="{CA7127FA-7F15-5E43-9089-E1B2FE44FEB3}" presName="arrowAndChildren" presStyleCnt="0"/>
      <dgm:spPr/>
    </dgm:pt>
    <dgm:pt modelId="{00ED64ED-40DC-C840-822B-8BE711E3E320}" type="pres">
      <dgm:prSet presAssocID="{CA7127FA-7F15-5E43-9089-E1B2FE44FEB3}" presName="parentTextArrow" presStyleLbl="node1" presStyleIdx="4" presStyleCnt="9"/>
      <dgm:spPr/>
    </dgm:pt>
    <dgm:pt modelId="{5A56FCE5-DD7D-9A45-8718-3C3CBC336187}" type="pres">
      <dgm:prSet presAssocID="{90F4513A-E28B-D74C-AD5C-FEA529787C61}" presName="sp" presStyleCnt="0"/>
      <dgm:spPr/>
    </dgm:pt>
    <dgm:pt modelId="{EC3F0B2E-F510-8343-8F9E-6F0CDEFE63B5}" type="pres">
      <dgm:prSet presAssocID="{F5A3C480-5F03-4246-ADAC-66AB3C91ABDF}" presName="arrowAndChildren" presStyleCnt="0"/>
      <dgm:spPr/>
    </dgm:pt>
    <dgm:pt modelId="{A11AD91C-D4BA-4847-9548-5978F4D54A11}" type="pres">
      <dgm:prSet presAssocID="{F5A3C480-5F03-4246-ADAC-66AB3C91ABDF}" presName="parentTextArrow" presStyleLbl="node1" presStyleIdx="5" presStyleCnt="9"/>
      <dgm:spPr/>
    </dgm:pt>
    <dgm:pt modelId="{FFFD50CD-EF95-A541-95F9-F6F051C0648D}" type="pres">
      <dgm:prSet presAssocID="{FA9B6E77-F35B-DA4C-92AD-31CD0D894286}" presName="sp" presStyleCnt="0"/>
      <dgm:spPr/>
    </dgm:pt>
    <dgm:pt modelId="{FB99E823-81C6-174C-BA5D-7681474D32F0}" type="pres">
      <dgm:prSet presAssocID="{434ED8DE-906A-1D45-B385-5E7AB881EE93}" presName="arrowAndChildren" presStyleCnt="0"/>
      <dgm:spPr/>
    </dgm:pt>
    <dgm:pt modelId="{823F5C52-1C26-D645-A75C-419D2409F0BE}" type="pres">
      <dgm:prSet presAssocID="{434ED8DE-906A-1D45-B385-5E7AB881EE93}" presName="parentTextArrow" presStyleLbl="node1" presStyleIdx="6" presStyleCnt="9"/>
      <dgm:spPr/>
    </dgm:pt>
    <dgm:pt modelId="{73814711-5E02-074B-8753-97DEA21B8F11}" type="pres">
      <dgm:prSet presAssocID="{DFAFD6BE-551C-A149-B49E-99311FC54E86}" presName="sp" presStyleCnt="0"/>
      <dgm:spPr/>
    </dgm:pt>
    <dgm:pt modelId="{196A5C85-8E21-D349-B685-229C07255556}" type="pres">
      <dgm:prSet presAssocID="{F34B12B5-00B1-F848-92A8-22B41B76338B}" presName="arrowAndChildren" presStyleCnt="0"/>
      <dgm:spPr/>
    </dgm:pt>
    <dgm:pt modelId="{2F7B4CE7-4D23-0447-993B-494D2AD256D4}" type="pres">
      <dgm:prSet presAssocID="{F34B12B5-00B1-F848-92A8-22B41B76338B}" presName="parentTextArrow" presStyleLbl="node1" presStyleIdx="7" presStyleCnt="9"/>
      <dgm:spPr/>
    </dgm:pt>
    <dgm:pt modelId="{38A6F13F-F6C7-0846-B7B6-ED13C137E15A}" type="pres">
      <dgm:prSet presAssocID="{5EBB3904-69BD-1F48-96F2-02E1B2B11325}" presName="sp" presStyleCnt="0"/>
      <dgm:spPr/>
    </dgm:pt>
    <dgm:pt modelId="{359ED236-AB1B-5447-BA28-2361B3BD2FD1}" type="pres">
      <dgm:prSet presAssocID="{6C5D29D2-2D3B-8C45-9ED1-B305FCB1FBB5}" presName="arrowAndChildren" presStyleCnt="0"/>
      <dgm:spPr/>
    </dgm:pt>
    <dgm:pt modelId="{BF8894E7-12FF-5F40-AC25-8633F6B47047}" type="pres">
      <dgm:prSet presAssocID="{6C5D29D2-2D3B-8C45-9ED1-B305FCB1FBB5}" presName="parentTextArrow" presStyleLbl="node1" presStyleIdx="8" presStyleCnt="9"/>
      <dgm:spPr/>
    </dgm:pt>
  </dgm:ptLst>
  <dgm:cxnLst>
    <dgm:cxn modelId="{E011FB0D-7AC4-EB4D-A384-CCE52E06A0EA}" type="presOf" srcId="{F34B12B5-00B1-F848-92A8-22B41B76338B}" destId="{2F7B4CE7-4D23-0447-993B-494D2AD256D4}" srcOrd="0" destOrd="0" presId="urn:microsoft.com/office/officeart/2005/8/layout/process4"/>
    <dgm:cxn modelId="{3A581710-74D4-DA42-A1C2-9F55B04968F4}" type="presOf" srcId="{5CC73CC8-C168-2140-AC48-FF4C6E2187D4}" destId="{87164BDF-21D1-FB47-AEDB-8115F287EEBA}" srcOrd="0" destOrd="0" presId="urn:microsoft.com/office/officeart/2005/8/layout/process4"/>
    <dgm:cxn modelId="{AEE51616-4047-E145-8E5E-371E8989B570}" type="presOf" srcId="{7E6F16C6-B7AC-6D41-AE46-EA541AE18F70}" destId="{30B4AEBE-8D4B-BA46-9D18-4E7AFDF54927}" srcOrd="0" destOrd="0" presId="urn:microsoft.com/office/officeart/2005/8/layout/process4"/>
    <dgm:cxn modelId="{7B6F2745-F73E-E84E-BCE3-4BCFFB9DE658}" srcId="{D239C34C-B204-CE44-AF2F-8DF46A41C6A0}" destId="{F34B12B5-00B1-F848-92A8-22B41B76338B}" srcOrd="1" destOrd="0" parTransId="{5C5B7A8E-73E1-214C-B06A-F23713160F0B}" sibTransId="{DFAFD6BE-551C-A149-B49E-99311FC54E86}"/>
    <dgm:cxn modelId="{641AFF62-E107-174B-82D6-788074C9773B}" type="presOf" srcId="{434ED8DE-906A-1D45-B385-5E7AB881EE93}" destId="{823F5C52-1C26-D645-A75C-419D2409F0BE}" srcOrd="0" destOrd="0" presId="urn:microsoft.com/office/officeart/2005/8/layout/process4"/>
    <dgm:cxn modelId="{A2C71067-5482-5245-BA15-169D84DF3CBF}" type="presOf" srcId="{D239C34C-B204-CE44-AF2F-8DF46A41C6A0}" destId="{CBD0A583-118C-4F49-B8D1-7EA969CC0D98}" srcOrd="0" destOrd="0" presId="urn:microsoft.com/office/officeart/2005/8/layout/process4"/>
    <dgm:cxn modelId="{D773FB6B-4F66-7242-8885-89FFBBCEC304}" srcId="{D239C34C-B204-CE44-AF2F-8DF46A41C6A0}" destId="{44C899FE-4F69-5746-A685-B08BF1E4EB26}" srcOrd="8" destOrd="0" parTransId="{D169825E-AA51-2B45-927D-6421313F7ADF}" sibTransId="{D4FE5982-3BF1-3041-8067-DF313CBEB2BC}"/>
    <dgm:cxn modelId="{BE85AA75-1D38-4B43-8CF3-EAA080A4B542}" type="presOf" srcId="{CA7127FA-7F15-5E43-9089-E1B2FE44FEB3}" destId="{00ED64ED-40DC-C840-822B-8BE711E3E320}" srcOrd="0" destOrd="0" presId="urn:microsoft.com/office/officeart/2005/8/layout/process4"/>
    <dgm:cxn modelId="{B8A7B082-E741-3241-9FBF-3FD38F95F91D}" type="presOf" srcId="{44C899FE-4F69-5746-A685-B08BF1E4EB26}" destId="{9E32A35A-32CC-A841-A7E1-6F3AEA4DF3CD}" srcOrd="0" destOrd="0" presId="urn:microsoft.com/office/officeart/2005/8/layout/process4"/>
    <dgm:cxn modelId="{CE380C86-D4C6-D04B-A310-3051BDD1A473}" srcId="{D239C34C-B204-CE44-AF2F-8DF46A41C6A0}" destId="{CA7127FA-7F15-5E43-9089-E1B2FE44FEB3}" srcOrd="4" destOrd="0" parTransId="{B9877F7E-1084-F447-A719-D172D317AC2E}" sibTransId="{AFBD5EE2-C6E8-8141-A77E-4CF221CF7B8F}"/>
    <dgm:cxn modelId="{9F982A96-3721-3042-BBE2-EF0D16096037}" srcId="{D239C34C-B204-CE44-AF2F-8DF46A41C6A0}" destId="{434ED8DE-906A-1D45-B385-5E7AB881EE93}" srcOrd="2" destOrd="0" parTransId="{E8BF673F-DBE9-DE47-A53C-C2250B90C268}" sibTransId="{FA9B6E77-F35B-DA4C-92AD-31CD0D894286}"/>
    <dgm:cxn modelId="{85DEC1A8-BE4B-1642-9886-322EBF1A2C6C}" type="presOf" srcId="{785CAB45-C83C-8749-B47E-2F33A61FDB79}" destId="{8A74FC98-F49B-0143-A6DB-83DF0DD5AB50}" srcOrd="0" destOrd="0" presId="urn:microsoft.com/office/officeart/2005/8/layout/process4"/>
    <dgm:cxn modelId="{306F70B4-0718-9044-AF0E-869A8E1E2F33}" type="presOf" srcId="{6C5D29D2-2D3B-8C45-9ED1-B305FCB1FBB5}" destId="{BF8894E7-12FF-5F40-AC25-8633F6B47047}" srcOrd="0" destOrd="0" presId="urn:microsoft.com/office/officeart/2005/8/layout/process4"/>
    <dgm:cxn modelId="{FA4731B6-EC4E-DB40-98B1-B87920B9EA3F}" srcId="{D239C34C-B204-CE44-AF2F-8DF46A41C6A0}" destId="{F5A3C480-5F03-4246-ADAC-66AB3C91ABDF}" srcOrd="3" destOrd="0" parTransId="{1122BBC8-859D-EA42-A254-9BAD0525A392}" sibTransId="{90F4513A-E28B-D74C-AD5C-FEA529787C61}"/>
    <dgm:cxn modelId="{96AED9BB-D0BE-5A46-A86D-0507793C7B40}" srcId="{D239C34C-B204-CE44-AF2F-8DF46A41C6A0}" destId="{5CC73CC8-C168-2140-AC48-FF4C6E2187D4}" srcOrd="7" destOrd="0" parTransId="{885253BD-55A0-A34A-A89B-85AE000FAE07}" sibTransId="{ABCC7105-153B-524E-A62F-8C461D8963CE}"/>
    <dgm:cxn modelId="{AFB287D3-C8B5-2645-B0AC-AA7BAAF56253}" srcId="{D239C34C-B204-CE44-AF2F-8DF46A41C6A0}" destId="{6C5D29D2-2D3B-8C45-9ED1-B305FCB1FBB5}" srcOrd="0" destOrd="0" parTransId="{3637CC10-BAE5-0446-8B45-E830921EBE94}" sibTransId="{5EBB3904-69BD-1F48-96F2-02E1B2B11325}"/>
    <dgm:cxn modelId="{624630D9-C111-E848-8D02-EBEA211E62AF}" srcId="{D239C34C-B204-CE44-AF2F-8DF46A41C6A0}" destId="{785CAB45-C83C-8749-B47E-2F33A61FDB79}" srcOrd="6" destOrd="0" parTransId="{6177B54F-F2D8-A941-A487-6C8AC0270C1B}" sibTransId="{0ADA9DD2-2708-984D-A475-E60079E93AFC}"/>
    <dgm:cxn modelId="{B16C0BE9-1CD9-CB46-915A-CA5E9A625855}" srcId="{D239C34C-B204-CE44-AF2F-8DF46A41C6A0}" destId="{7E6F16C6-B7AC-6D41-AE46-EA541AE18F70}" srcOrd="5" destOrd="0" parTransId="{E5E91DB6-92FA-6648-8FC5-970FD59E415A}" sibTransId="{CBE0C11E-D16D-1440-AC84-40904938F388}"/>
    <dgm:cxn modelId="{7D505CFB-60AB-B845-91F1-B756A997ECA7}" type="presOf" srcId="{F5A3C480-5F03-4246-ADAC-66AB3C91ABDF}" destId="{A11AD91C-D4BA-4847-9548-5978F4D54A11}" srcOrd="0" destOrd="0" presId="urn:microsoft.com/office/officeart/2005/8/layout/process4"/>
    <dgm:cxn modelId="{813F28BC-65CA-034E-9A48-B56F51C83DF9}" type="presParOf" srcId="{CBD0A583-118C-4F49-B8D1-7EA969CC0D98}" destId="{EB9BB07A-3BE4-A846-92C5-D56A9D2D8C5B}" srcOrd="0" destOrd="0" presId="urn:microsoft.com/office/officeart/2005/8/layout/process4"/>
    <dgm:cxn modelId="{E5F9D151-C42B-3B4D-BD97-F3146AE822A9}" type="presParOf" srcId="{EB9BB07A-3BE4-A846-92C5-D56A9D2D8C5B}" destId="{9E32A35A-32CC-A841-A7E1-6F3AEA4DF3CD}" srcOrd="0" destOrd="0" presId="urn:microsoft.com/office/officeart/2005/8/layout/process4"/>
    <dgm:cxn modelId="{1F9D1FB8-E701-6544-87F1-DC725AD1AAA6}" type="presParOf" srcId="{CBD0A583-118C-4F49-B8D1-7EA969CC0D98}" destId="{AFC45446-C92F-9147-9F29-D6C705920BEE}" srcOrd="1" destOrd="0" presId="urn:microsoft.com/office/officeart/2005/8/layout/process4"/>
    <dgm:cxn modelId="{F10F666F-1669-8643-A0B5-6E739EA1C1E3}" type="presParOf" srcId="{CBD0A583-118C-4F49-B8D1-7EA969CC0D98}" destId="{0AFE68B7-B951-DA47-B027-9CCB410B1C43}" srcOrd="2" destOrd="0" presId="urn:microsoft.com/office/officeart/2005/8/layout/process4"/>
    <dgm:cxn modelId="{53FECCDB-98F9-E54E-88F4-1E3E0B211C6C}" type="presParOf" srcId="{0AFE68B7-B951-DA47-B027-9CCB410B1C43}" destId="{87164BDF-21D1-FB47-AEDB-8115F287EEBA}" srcOrd="0" destOrd="0" presId="urn:microsoft.com/office/officeart/2005/8/layout/process4"/>
    <dgm:cxn modelId="{0C5F6941-99C5-FC4B-A1C3-BF8A01B08625}" type="presParOf" srcId="{CBD0A583-118C-4F49-B8D1-7EA969CC0D98}" destId="{2CF0E78B-C446-0C40-AAE8-195EBF2A01A7}" srcOrd="3" destOrd="0" presId="urn:microsoft.com/office/officeart/2005/8/layout/process4"/>
    <dgm:cxn modelId="{F994E493-6989-CC4F-8E08-CE142F912CE6}" type="presParOf" srcId="{CBD0A583-118C-4F49-B8D1-7EA969CC0D98}" destId="{3476D92B-4526-814C-886B-234805BDCB08}" srcOrd="4" destOrd="0" presId="urn:microsoft.com/office/officeart/2005/8/layout/process4"/>
    <dgm:cxn modelId="{9A76E9E9-8AD2-F94A-8E1D-0EED31758666}" type="presParOf" srcId="{3476D92B-4526-814C-886B-234805BDCB08}" destId="{8A74FC98-F49B-0143-A6DB-83DF0DD5AB50}" srcOrd="0" destOrd="0" presId="urn:microsoft.com/office/officeart/2005/8/layout/process4"/>
    <dgm:cxn modelId="{E0B4A6EA-A662-0F4E-B5B6-E3BE57A02BF1}" type="presParOf" srcId="{CBD0A583-118C-4F49-B8D1-7EA969CC0D98}" destId="{4DEF504B-3EED-704F-A11F-0B45E7905E30}" srcOrd="5" destOrd="0" presId="urn:microsoft.com/office/officeart/2005/8/layout/process4"/>
    <dgm:cxn modelId="{D9A5771C-0037-F847-8BE3-E948A5BC1C60}" type="presParOf" srcId="{CBD0A583-118C-4F49-B8D1-7EA969CC0D98}" destId="{9FE0BA28-9383-7F42-90D4-65505E52E577}" srcOrd="6" destOrd="0" presId="urn:microsoft.com/office/officeart/2005/8/layout/process4"/>
    <dgm:cxn modelId="{5EFC1AD9-E079-484D-8D81-D9C2CD6E330F}" type="presParOf" srcId="{9FE0BA28-9383-7F42-90D4-65505E52E577}" destId="{30B4AEBE-8D4B-BA46-9D18-4E7AFDF54927}" srcOrd="0" destOrd="0" presId="urn:microsoft.com/office/officeart/2005/8/layout/process4"/>
    <dgm:cxn modelId="{17163F52-B18D-554B-AFA7-A1B49F642634}" type="presParOf" srcId="{CBD0A583-118C-4F49-B8D1-7EA969CC0D98}" destId="{88C5999D-1F84-F943-B347-46158CCED012}" srcOrd="7" destOrd="0" presId="urn:microsoft.com/office/officeart/2005/8/layout/process4"/>
    <dgm:cxn modelId="{BDCA1E92-A8CF-5C45-BE0B-8C675E85E1FB}" type="presParOf" srcId="{CBD0A583-118C-4F49-B8D1-7EA969CC0D98}" destId="{CFD050DB-9618-E448-BF7C-8525356E8C24}" srcOrd="8" destOrd="0" presId="urn:microsoft.com/office/officeart/2005/8/layout/process4"/>
    <dgm:cxn modelId="{68B5ECFE-1AF3-6E4C-A617-6D6A8EA7C03E}" type="presParOf" srcId="{CFD050DB-9618-E448-BF7C-8525356E8C24}" destId="{00ED64ED-40DC-C840-822B-8BE711E3E320}" srcOrd="0" destOrd="0" presId="urn:microsoft.com/office/officeart/2005/8/layout/process4"/>
    <dgm:cxn modelId="{733B1E4D-613B-A84B-8217-232B156519B5}" type="presParOf" srcId="{CBD0A583-118C-4F49-B8D1-7EA969CC0D98}" destId="{5A56FCE5-DD7D-9A45-8718-3C3CBC336187}" srcOrd="9" destOrd="0" presId="urn:microsoft.com/office/officeart/2005/8/layout/process4"/>
    <dgm:cxn modelId="{1F72655C-B8A9-5540-9D30-71D267C2E028}" type="presParOf" srcId="{CBD0A583-118C-4F49-B8D1-7EA969CC0D98}" destId="{EC3F0B2E-F510-8343-8F9E-6F0CDEFE63B5}" srcOrd="10" destOrd="0" presId="urn:microsoft.com/office/officeart/2005/8/layout/process4"/>
    <dgm:cxn modelId="{3F24A01D-8F52-8D42-A556-F37EDD7349B2}" type="presParOf" srcId="{EC3F0B2E-F510-8343-8F9E-6F0CDEFE63B5}" destId="{A11AD91C-D4BA-4847-9548-5978F4D54A11}" srcOrd="0" destOrd="0" presId="urn:microsoft.com/office/officeart/2005/8/layout/process4"/>
    <dgm:cxn modelId="{1AC7DBD5-0881-5740-9714-EF78A53DEF7F}" type="presParOf" srcId="{CBD0A583-118C-4F49-B8D1-7EA969CC0D98}" destId="{FFFD50CD-EF95-A541-95F9-F6F051C0648D}" srcOrd="11" destOrd="0" presId="urn:microsoft.com/office/officeart/2005/8/layout/process4"/>
    <dgm:cxn modelId="{75C977FD-6A72-6849-BDAD-51838D21A98E}" type="presParOf" srcId="{CBD0A583-118C-4F49-B8D1-7EA969CC0D98}" destId="{FB99E823-81C6-174C-BA5D-7681474D32F0}" srcOrd="12" destOrd="0" presId="urn:microsoft.com/office/officeart/2005/8/layout/process4"/>
    <dgm:cxn modelId="{620FA9BB-65B9-DD48-9D1F-AA3BB379D1F5}" type="presParOf" srcId="{FB99E823-81C6-174C-BA5D-7681474D32F0}" destId="{823F5C52-1C26-D645-A75C-419D2409F0BE}" srcOrd="0" destOrd="0" presId="urn:microsoft.com/office/officeart/2005/8/layout/process4"/>
    <dgm:cxn modelId="{77E93770-D57D-4D41-89AB-37988DC1FB4A}" type="presParOf" srcId="{CBD0A583-118C-4F49-B8D1-7EA969CC0D98}" destId="{73814711-5E02-074B-8753-97DEA21B8F11}" srcOrd="13" destOrd="0" presId="urn:microsoft.com/office/officeart/2005/8/layout/process4"/>
    <dgm:cxn modelId="{9627A790-E0FF-A248-80C0-47F6E59D501A}" type="presParOf" srcId="{CBD0A583-118C-4F49-B8D1-7EA969CC0D98}" destId="{196A5C85-8E21-D349-B685-229C07255556}" srcOrd="14" destOrd="0" presId="urn:microsoft.com/office/officeart/2005/8/layout/process4"/>
    <dgm:cxn modelId="{62C0360C-A712-284D-952C-CDA8987E22A9}" type="presParOf" srcId="{196A5C85-8E21-D349-B685-229C07255556}" destId="{2F7B4CE7-4D23-0447-993B-494D2AD256D4}" srcOrd="0" destOrd="0" presId="urn:microsoft.com/office/officeart/2005/8/layout/process4"/>
    <dgm:cxn modelId="{66110773-BFF9-904B-810B-E46036E93FC8}" type="presParOf" srcId="{CBD0A583-118C-4F49-B8D1-7EA969CC0D98}" destId="{38A6F13F-F6C7-0846-B7B6-ED13C137E15A}" srcOrd="15" destOrd="0" presId="urn:microsoft.com/office/officeart/2005/8/layout/process4"/>
    <dgm:cxn modelId="{1ABB661E-4D34-9E49-8423-4204D4368F26}" type="presParOf" srcId="{CBD0A583-118C-4F49-B8D1-7EA969CC0D98}" destId="{359ED236-AB1B-5447-BA28-2361B3BD2FD1}" srcOrd="16" destOrd="0" presId="urn:microsoft.com/office/officeart/2005/8/layout/process4"/>
    <dgm:cxn modelId="{AE8DCB7D-4A8A-DF49-9971-578217DA9703}" type="presParOf" srcId="{359ED236-AB1B-5447-BA28-2361B3BD2FD1}" destId="{BF8894E7-12FF-5F40-AC25-8633F6B4704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59126E-C28B-F04D-A3E3-78E98EB78DFB}" type="doc">
      <dgm:prSet loTypeId="urn:microsoft.com/office/officeart/2005/8/layout/process4" loCatId="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A25221F2-3434-D74C-AF1B-E39ECF3F814A}">
      <dgm:prSet phldrT="[文本]"/>
      <dgm:spPr/>
      <dgm:t>
        <a:bodyPr/>
        <a:lstStyle/>
        <a:p>
          <a:r>
            <a:rPr lang="en" b="1" dirty="0" err="1"/>
            <a:t>WSAStartup</a:t>
          </a:r>
          <a:r>
            <a:rPr lang="en" b="1" dirty="0"/>
            <a:t> </a:t>
          </a:r>
          <a:endParaRPr lang="zh-CN" altLang="en-US" dirty="0"/>
        </a:p>
      </dgm:t>
    </dgm:pt>
    <dgm:pt modelId="{9A0AD209-195F-FF40-98E3-5B3DDC1B4766}" type="parTrans" cxnId="{688FBB4E-9EC3-2F47-A983-6E01D24C0D57}">
      <dgm:prSet/>
      <dgm:spPr/>
      <dgm:t>
        <a:bodyPr/>
        <a:lstStyle/>
        <a:p>
          <a:endParaRPr lang="zh-CN" altLang="en-US"/>
        </a:p>
      </dgm:t>
    </dgm:pt>
    <dgm:pt modelId="{8A26BB32-F656-6542-B433-D5F9CAC8A14B}" type="sibTrans" cxnId="{688FBB4E-9EC3-2F47-A983-6E01D24C0D57}">
      <dgm:prSet/>
      <dgm:spPr/>
      <dgm:t>
        <a:bodyPr/>
        <a:lstStyle/>
        <a:p>
          <a:endParaRPr lang="zh-CN" altLang="en-US"/>
        </a:p>
      </dgm:t>
    </dgm:pt>
    <dgm:pt modelId="{648E6FF2-CDDF-0F43-8C70-574E2DC2C648}">
      <dgm:prSet phldrT="[文本]"/>
      <dgm:spPr/>
      <dgm:t>
        <a:bodyPr/>
        <a:lstStyle/>
        <a:p>
          <a:r>
            <a:rPr lang="en-US" altLang="zh-CN" dirty="0"/>
            <a:t>s=socket()</a:t>
          </a:r>
          <a:endParaRPr lang="zh-CN" altLang="en-US" dirty="0"/>
        </a:p>
      </dgm:t>
    </dgm:pt>
    <dgm:pt modelId="{290B337F-930C-F649-ACA8-45670EBCC1ED}" type="parTrans" cxnId="{696B8EA5-3235-DF48-B5FC-19C6145E4401}">
      <dgm:prSet/>
      <dgm:spPr/>
      <dgm:t>
        <a:bodyPr/>
        <a:lstStyle/>
        <a:p>
          <a:endParaRPr lang="zh-CN" altLang="en-US"/>
        </a:p>
      </dgm:t>
    </dgm:pt>
    <dgm:pt modelId="{D4B9A507-67CA-8340-8116-B84A7DFD5436}" type="sibTrans" cxnId="{696B8EA5-3235-DF48-B5FC-19C6145E4401}">
      <dgm:prSet/>
      <dgm:spPr/>
      <dgm:t>
        <a:bodyPr/>
        <a:lstStyle/>
        <a:p>
          <a:endParaRPr lang="zh-CN" altLang="en-US"/>
        </a:p>
      </dgm:t>
    </dgm:pt>
    <dgm:pt modelId="{30F25A37-510E-C741-BA0F-31BB02F96CD5}">
      <dgm:prSet phldrT="[文本]"/>
      <dgm:spPr/>
      <dgm:t>
        <a:bodyPr/>
        <a:lstStyle/>
        <a:p>
          <a:r>
            <a:rPr lang="en-US" altLang="zh-CN" dirty="0"/>
            <a:t>connect()</a:t>
          </a:r>
          <a:endParaRPr lang="zh-CN" altLang="en-US" dirty="0"/>
        </a:p>
      </dgm:t>
    </dgm:pt>
    <dgm:pt modelId="{23829179-B412-0047-AAB2-25BBA6CC115E}" type="parTrans" cxnId="{B3F2B406-DFA5-7247-BBB1-75250E517E41}">
      <dgm:prSet/>
      <dgm:spPr/>
      <dgm:t>
        <a:bodyPr/>
        <a:lstStyle/>
        <a:p>
          <a:endParaRPr lang="zh-CN" altLang="en-US"/>
        </a:p>
      </dgm:t>
    </dgm:pt>
    <dgm:pt modelId="{6B9697A0-6247-FB47-B423-DECFC55CB97F}" type="sibTrans" cxnId="{B3F2B406-DFA5-7247-BBB1-75250E517E41}">
      <dgm:prSet/>
      <dgm:spPr/>
      <dgm:t>
        <a:bodyPr/>
        <a:lstStyle/>
        <a:p>
          <a:endParaRPr lang="zh-CN" altLang="en-US"/>
        </a:p>
      </dgm:t>
    </dgm:pt>
    <dgm:pt modelId="{1F8BE7B0-DB91-2A49-8CC5-EA35B901BEA7}">
      <dgm:prSet phldrT="[文本]"/>
      <dgm:spPr/>
      <dgm:t>
        <a:bodyPr/>
        <a:lstStyle/>
        <a:p>
          <a:r>
            <a:rPr lang="en-US" altLang="zh-CN" dirty="0"/>
            <a:t>send(s)</a:t>
          </a:r>
          <a:endParaRPr lang="zh-CN" altLang="en-US" dirty="0"/>
        </a:p>
      </dgm:t>
    </dgm:pt>
    <dgm:pt modelId="{828E4B2C-C26B-BF4B-A2BE-18BE7FC868A6}" type="parTrans" cxnId="{610C9F44-8BE3-6642-8BE5-717D1D8DB396}">
      <dgm:prSet/>
      <dgm:spPr/>
      <dgm:t>
        <a:bodyPr/>
        <a:lstStyle/>
        <a:p>
          <a:endParaRPr lang="zh-CN" altLang="en-US"/>
        </a:p>
      </dgm:t>
    </dgm:pt>
    <dgm:pt modelId="{BDB1FE27-5310-6840-835E-D8B756BB20CD}" type="sibTrans" cxnId="{610C9F44-8BE3-6642-8BE5-717D1D8DB396}">
      <dgm:prSet/>
      <dgm:spPr/>
      <dgm:t>
        <a:bodyPr/>
        <a:lstStyle/>
        <a:p>
          <a:endParaRPr lang="zh-CN" altLang="en-US"/>
        </a:p>
      </dgm:t>
    </dgm:pt>
    <dgm:pt modelId="{869D2323-B3D9-1949-AEBC-A5D1A9CECF4F}">
      <dgm:prSet phldrT="[文本]"/>
      <dgm:spPr/>
      <dgm:t>
        <a:bodyPr/>
        <a:lstStyle/>
        <a:p>
          <a:r>
            <a:rPr lang="en-US" altLang="zh-CN" dirty="0" err="1"/>
            <a:t>recv</a:t>
          </a:r>
          <a:r>
            <a:rPr lang="en-US" altLang="zh-CN" dirty="0"/>
            <a:t>(s)</a:t>
          </a:r>
          <a:endParaRPr lang="zh-CN" altLang="en-US" dirty="0"/>
        </a:p>
      </dgm:t>
    </dgm:pt>
    <dgm:pt modelId="{7855FC71-7198-2645-BBDC-273128BA4398}" type="parTrans" cxnId="{CFE6C927-0D0A-1C4F-9741-B83A3720C8CA}">
      <dgm:prSet/>
      <dgm:spPr/>
      <dgm:t>
        <a:bodyPr/>
        <a:lstStyle/>
        <a:p>
          <a:endParaRPr lang="zh-CN" altLang="en-US"/>
        </a:p>
      </dgm:t>
    </dgm:pt>
    <dgm:pt modelId="{594F235D-EF02-B34D-A569-3C60417D9016}" type="sibTrans" cxnId="{CFE6C927-0D0A-1C4F-9741-B83A3720C8CA}">
      <dgm:prSet/>
      <dgm:spPr/>
      <dgm:t>
        <a:bodyPr/>
        <a:lstStyle/>
        <a:p>
          <a:endParaRPr lang="zh-CN" altLang="en-US"/>
        </a:p>
      </dgm:t>
    </dgm:pt>
    <dgm:pt modelId="{C0B8E2B9-E108-BF4F-BE73-6DBA72361F90}">
      <dgm:prSet phldrT="[文本]"/>
      <dgm:spPr/>
      <dgm:t>
        <a:bodyPr/>
        <a:lstStyle/>
        <a:p>
          <a:r>
            <a:rPr lang="en-US" altLang="zh-CN" dirty="0" err="1"/>
            <a:t>closesocket</a:t>
          </a:r>
          <a:r>
            <a:rPr lang="en-US" altLang="zh-CN" dirty="0"/>
            <a:t>(s)</a:t>
          </a:r>
          <a:endParaRPr lang="zh-CN" altLang="en-US" dirty="0"/>
        </a:p>
      </dgm:t>
    </dgm:pt>
    <dgm:pt modelId="{F9F572B2-96E3-0C40-8DBE-B2DF8E098CF6}" type="parTrans" cxnId="{DC616452-3548-8B45-B084-B322B7871ADD}">
      <dgm:prSet/>
      <dgm:spPr/>
      <dgm:t>
        <a:bodyPr/>
        <a:lstStyle/>
        <a:p>
          <a:endParaRPr lang="zh-CN" altLang="en-US"/>
        </a:p>
      </dgm:t>
    </dgm:pt>
    <dgm:pt modelId="{F2BC402A-6650-6A4A-A97D-0FE53907AFBD}" type="sibTrans" cxnId="{DC616452-3548-8B45-B084-B322B7871ADD}">
      <dgm:prSet/>
      <dgm:spPr/>
      <dgm:t>
        <a:bodyPr/>
        <a:lstStyle/>
        <a:p>
          <a:endParaRPr lang="zh-CN" altLang="en-US"/>
        </a:p>
      </dgm:t>
    </dgm:pt>
    <dgm:pt modelId="{D786DC32-0497-5F4A-A5B9-6985102E013F}">
      <dgm:prSet phldrT="[文本]"/>
      <dgm:spPr/>
      <dgm:t>
        <a:bodyPr/>
        <a:lstStyle/>
        <a:p>
          <a:r>
            <a:rPr lang="en-US" altLang="zh-CN" dirty="0" err="1"/>
            <a:t>WSACleanup</a:t>
          </a:r>
          <a:endParaRPr lang="zh-CN" altLang="en-US" dirty="0"/>
        </a:p>
      </dgm:t>
    </dgm:pt>
    <dgm:pt modelId="{054B6FEF-B030-4C44-BA7A-456C4CADA74A}" type="parTrans" cxnId="{51CAEC2B-CEFE-D14B-956D-5FCD4700955C}">
      <dgm:prSet/>
      <dgm:spPr/>
      <dgm:t>
        <a:bodyPr/>
        <a:lstStyle/>
        <a:p>
          <a:endParaRPr lang="zh-CN" altLang="en-US"/>
        </a:p>
      </dgm:t>
    </dgm:pt>
    <dgm:pt modelId="{9F278DD1-DBC5-2D4C-B026-2DB436FE9BF3}" type="sibTrans" cxnId="{51CAEC2B-CEFE-D14B-956D-5FCD4700955C}">
      <dgm:prSet/>
      <dgm:spPr/>
      <dgm:t>
        <a:bodyPr/>
        <a:lstStyle/>
        <a:p>
          <a:endParaRPr lang="zh-CN" altLang="en-US"/>
        </a:p>
      </dgm:t>
    </dgm:pt>
    <dgm:pt modelId="{B1DF439A-DE6A-E748-BD66-CE9FE23EBEB0}" type="pres">
      <dgm:prSet presAssocID="{7859126E-C28B-F04D-A3E3-78E98EB78DFB}" presName="Name0" presStyleCnt="0">
        <dgm:presLayoutVars>
          <dgm:dir/>
          <dgm:animLvl val="lvl"/>
          <dgm:resizeHandles val="exact"/>
        </dgm:presLayoutVars>
      </dgm:prSet>
      <dgm:spPr/>
    </dgm:pt>
    <dgm:pt modelId="{2C08BB86-9F06-6E4E-AE9B-95688E4F323C}" type="pres">
      <dgm:prSet presAssocID="{D786DC32-0497-5F4A-A5B9-6985102E013F}" presName="boxAndChildren" presStyleCnt="0"/>
      <dgm:spPr/>
    </dgm:pt>
    <dgm:pt modelId="{561D2121-73E7-5646-BA52-EEE5F68EF395}" type="pres">
      <dgm:prSet presAssocID="{D786DC32-0497-5F4A-A5B9-6985102E013F}" presName="parentTextBox" presStyleLbl="node1" presStyleIdx="0" presStyleCnt="7"/>
      <dgm:spPr/>
    </dgm:pt>
    <dgm:pt modelId="{C1F56CDF-3FA6-BB47-814A-6673A6654DD7}" type="pres">
      <dgm:prSet presAssocID="{F2BC402A-6650-6A4A-A97D-0FE53907AFBD}" presName="sp" presStyleCnt="0"/>
      <dgm:spPr/>
    </dgm:pt>
    <dgm:pt modelId="{E272AC30-BBD4-EE40-ABB7-3F2C0C2795D1}" type="pres">
      <dgm:prSet presAssocID="{C0B8E2B9-E108-BF4F-BE73-6DBA72361F90}" presName="arrowAndChildren" presStyleCnt="0"/>
      <dgm:spPr/>
    </dgm:pt>
    <dgm:pt modelId="{7BA14BDB-CBA6-7342-9B9A-85C9F788DC8A}" type="pres">
      <dgm:prSet presAssocID="{C0B8E2B9-E108-BF4F-BE73-6DBA72361F90}" presName="parentTextArrow" presStyleLbl="node1" presStyleIdx="1" presStyleCnt="7"/>
      <dgm:spPr/>
    </dgm:pt>
    <dgm:pt modelId="{68B33031-F3A2-7443-8D25-8D5546405FC8}" type="pres">
      <dgm:prSet presAssocID="{594F235D-EF02-B34D-A569-3C60417D9016}" presName="sp" presStyleCnt="0"/>
      <dgm:spPr/>
    </dgm:pt>
    <dgm:pt modelId="{80D345E0-3B4E-E043-A5E3-FF3C3E099905}" type="pres">
      <dgm:prSet presAssocID="{869D2323-B3D9-1949-AEBC-A5D1A9CECF4F}" presName="arrowAndChildren" presStyleCnt="0"/>
      <dgm:spPr/>
    </dgm:pt>
    <dgm:pt modelId="{22267F83-F8E3-7A42-A7F9-827490F7430E}" type="pres">
      <dgm:prSet presAssocID="{869D2323-B3D9-1949-AEBC-A5D1A9CECF4F}" presName="parentTextArrow" presStyleLbl="node1" presStyleIdx="2" presStyleCnt="7"/>
      <dgm:spPr/>
    </dgm:pt>
    <dgm:pt modelId="{BD7BE4AC-836E-A74E-AEDF-D4A3763EC18B}" type="pres">
      <dgm:prSet presAssocID="{BDB1FE27-5310-6840-835E-D8B756BB20CD}" presName="sp" presStyleCnt="0"/>
      <dgm:spPr/>
    </dgm:pt>
    <dgm:pt modelId="{C0912026-1367-144B-B4D6-6EC8CABE67D1}" type="pres">
      <dgm:prSet presAssocID="{1F8BE7B0-DB91-2A49-8CC5-EA35B901BEA7}" presName="arrowAndChildren" presStyleCnt="0"/>
      <dgm:spPr/>
    </dgm:pt>
    <dgm:pt modelId="{AD0A83FD-0ACA-FE4A-B39A-74C0E62002FC}" type="pres">
      <dgm:prSet presAssocID="{1F8BE7B0-DB91-2A49-8CC5-EA35B901BEA7}" presName="parentTextArrow" presStyleLbl="node1" presStyleIdx="3" presStyleCnt="7"/>
      <dgm:spPr/>
    </dgm:pt>
    <dgm:pt modelId="{12F4A64B-D695-7542-A221-66C1D4E1EF02}" type="pres">
      <dgm:prSet presAssocID="{6B9697A0-6247-FB47-B423-DECFC55CB97F}" presName="sp" presStyleCnt="0"/>
      <dgm:spPr/>
    </dgm:pt>
    <dgm:pt modelId="{1D7C8F3C-BAC7-4C46-8590-7D7A09798E49}" type="pres">
      <dgm:prSet presAssocID="{30F25A37-510E-C741-BA0F-31BB02F96CD5}" presName="arrowAndChildren" presStyleCnt="0"/>
      <dgm:spPr/>
    </dgm:pt>
    <dgm:pt modelId="{53DC5E94-5C54-CB4B-9BFD-77C9AFFF5D14}" type="pres">
      <dgm:prSet presAssocID="{30F25A37-510E-C741-BA0F-31BB02F96CD5}" presName="parentTextArrow" presStyleLbl="node1" presStyleIdx="4" presStyleCnt="7"/>
      <dgm:spPr/>
    </dgm:pt>
    <dgm:pt modelId="{5896D373-7EB1-B341-B4C5-A7896873B48B}" type="pres">
      <dgm:prSet presAssocID="{D4B9A507-67CA-8340-8116-B84A7DFD5436}" presName="sp" presStyleCnt="0"/>
      <dgm:spPr/>
    </dgm:pt>
    <dgm:pt modelId="{4AE46374-789F-1446-A5DF-E06883D91BBD}" type="pres">
      <dgm:prSet presAssocID="{648E6FF2-CDDF-0F43-8C70-574E2DC2C648}" presName="arrowAndChildren" presStyleCnt="0"/>
      <dgm:spPr/>
    </dgm:pt>
    <dgm:pt modelId="{8C6DBA0B-806B-8144-AD2A-1D0D94AC6067}" type="pres">
      <dgm:prSet presAssocID="{648E6FF2-CDDF-0F43-8C70-574E2DC2C648}" presName="parentTextArrow" presStyleLbl="node1" presStyleIdx="5" presStyleCnt="7"/>
      <dgm:spPr/>
    </dgm:pt>
    <dgm:pt modelId="{8C29BE49-8BBB-A449-BFC1-ED3196E38AD8}" type="pres">
      <dgm:prSet presAssocID="{8A26BB32-F656-6542-B433-D5F9CAC8A14B}" presName="sp" presStyleCnt="0"/>
      <dgm:spPr/>
    </dgm:pt>
    <dgm:pt modelId="{F2BE7872-1493-B44F-BA34-F186E7DD4BC0}" type="pres">
      <dgm:prSet presAssocID="{A25221F2-3434-D74C-AF1B-E39ECF3F814A}" presName="arrowAndChildren" presStyleCnt="0"/>
      <dgm:spPr/>
    </dgm:pt>
    <dgm:pt modelId="{0C9E6DFE-194A-F647-B0D1-FF45901FC817}" type="pres">
      <dgm:prSet presAssocID="{A25221F2-3434-D74C-AF1B-E39ECF3F814A}" presName="parentTextArrow" presStyleLbl="node1" presStyleIdx="6" presStyleCnt="7"/>
      <dgm:spPr/>
    </dgm:pt>
  </dgm:ptLst>
  <dgm:cxnLst>
    <dgm:cxn modelId="{B3F2B406-DFA5-7247-BBB1-75250E517E41}" srcId="{7859126E-C28B-F04D-A3E3-78E98EB78DFB}" destId="{30F25A37-510E-C741-BA0F-31BB02F96CD5}" srcOrd="2" destOrd="0" parTransId="{23829179-B412-0047-AAB2-25BBA6CC115E}" sibTransId="{6B9697A0-6247-FB47-B423-DECFC55CB97F}"/>
    <dgm:cxn modelId="{F9F73312-C9C5-9246-B025-2D50C981F52E}" type="presOf" srcId="{A25221F2-3434-D74C-AF1B-E39ECF3F814A}" destId="{0C9E6DFE-194A-F647-B0D1-FF45901FC817}" srcOrd="0" destOrd="0" presId="urn:microsoft.com/office/officeart/2005/8/layout/process4"/>
    <dgm:cxn modelId="{CFE6C927-0D0A-1C4F-9741-B83A3720C8CA}" srcId="{7859126E-C28B-F04D-A3E3-78E98EB78DFB}" destId="{869D2323-B3D9-1949-AEBC-A5D1A9CECF4F}" srcOrd="4" destOrd="0" parTransId="{7855FC71-7198-2645-BBDC-273128BA4398}" sibTransId="{594F235D-EF02-B34D-A569-3C60417D9016}"/>
    <dgm:cxn modelId="{51CAEC2B-CEFE-D14B-956D-5FCD4700955C}" srcId="{7859126E-C28B-F04D-A3E3-78E98EB78DFB}" destId="{D786DC32-0497-5F4A-A5B9-6985102E013F}" srcOrd="6" destOrd="0" parTransId="{054B6FEF-B030-4C44-BA7A-456C4CADA74A}" sibTransId="{9F278DD1-DBC5-2D4C-B026-2DB436FE9BF3}"/>
    <dgm:cxn modelId="{04240D3D-7A4D-CA48-B4A4-66BC06CE703A}" type="presOf" srcId="{C0B8E2B9-E108-BF4F-BE73-6DBA72361F90}" destId="{7BA14BDB-CBA6-7342-9B9A-85C9F788DC8A}" srcOrd="0" destOrd="0" presId="urn:microsoft.com/office/officeart/2005/8/layout/process4"/>
    <dgm:cxn modelId="{0A8E833E-74AD-A344-B3B8-9FF76A011027}" type="presOf" srcId="{7859126E-C28B-F04D-A3E3-78E98EB78DFB}" destId="{B1DF439A-DE6A-E748-BD66-CE9FE23EBEB0}" srcOrd="0" destOrd="0" presId="urn:microsoft.com/office/officeart/2005/8/layout/process4"/>
    <dgm:cxn modelId="{A710A83F-C13A-3542-AA8B-B7C0B0F2D6B3}" type="presOf" srcId="{869D2323-B3D9-1949-AEBC-A5D1A9CECF4F}" destId="{22267F83-F8E3-7A42-A7F9-827490F7430E}" srcOrd="0" destOrd="0" presId="urn:microsoft.com/office/officeart/2005/8/layout/process4"/>
    <dgm:cxn modelId="{610C9F44-8BE3-6642-8BE5-717D1D8DB396}" srcId="{7859126E-C28B-F04D-A3E3-78E98EB78DFB}" destId="{1F8BE7B0-DB91-2A49-8CC5-EA35B901BEA7}" srcOrd="3" destOrd="0" parTransId="{828E4B2C-C26B-BF4B-A2BE-18BE7FC868A6}" sibTransId="{BDB1FE27-5310-6840-835E-D8B756BB20CD}"/>
    <dgm:cxn modelId="{688FBB4E-9EC3-2F47-A983-6E01D24C0D57}" srcId="{7859126E-C28B-F04D-A3E3-78E98EB78DFB}" destId="{A25221F2-3434-D74C-AF1B-E39ECF3F814A}" srcOrd="0" destOrd="0" parTransId="{9A0AD209-195F-FF40-98E3-5B3DDC1B4766}" sibTransId="{8A26BB32-F656-6542-B433-D5F9CAC8A14B}"/>
    <dgm:cxn modelId="{DC616452-3548-8B45-B084-B322B7871ADD}" srcId="{7859126E-C28B-F04D-A3E3-78E98EB78DFB}" destId="{C0B8E2B9-E108-BF4F-BE73-6DBA72361F90}" srcOrd="5" destOrd="0" parTransId="{F9F572B2-96E3-0C40-8DBE-B2DF8E098CF6}" sibTransId="{F2BC402A-6650-6A4A-A97D-0FE53907AFBD}"/>
    <dgm:cxn modelId="{1DDAB690-5ACE-C047-B925-017721DD2E34}" type="presOf" srcId="{648E6FF2-CDDF-0F43-8C70-574E2DC2C648}" destId="{8C6DBA0B-806B-8144-AD2A-1D0D94AC6067}" srcOrd="0" destOrd="0" presId="urn:microsoft.com/office/officeart/2005/8/layout/process4"/>
    <dgm:cxn modelId="{696B8EA5-3235-DF48-B5FC-19C6145E4401}" srcId="{7859126E-C28B-F04D-A3E3-78E98EB78DFB}" destId="{648E6FF2-CDDF-0F43-8C70-574E2DC2C648}" srcOrd="1" destOrd="0" parTransId="{290B337F-930C-F649-ACA8-45670EBCC1ED}" sibTransId="{D4B9A507-67CA-8340-8116-B84A7DFD5436}"/>
    <dgm:cxn modelId="{91C17CA7-05EE-1740-8E45-3B7BCA3E29F3}" type="presOf" srcId="{D786DC32-0497-5F4A-A5B9-6985102E013F}" destId="{561D2121-73E7-5646-BA52-EEE5F68EF395}" srcOrd="0" destOrd="0" presId="urn:microsoft.com/office/officeart/2005/8/layout/process4"/>
    <dgm:cxn modelId="{ABEE6AD4-C8F0-A64B-A2A2-7B6CAB0D3E61}" type="presOf" srcId="{1F8BE7B0-DB91-2A49-8CC5-EA35B901BEA7}" destId="{AD0A83FD-0ACA-FE4A-B39A-74C0E62002FC}" srcOrd="0" destOrd="0" presId="urn:microsoft.com/office/officeart/2005/8/layout/process4"/>
    <dgm:cxn modelId="{5842E0F7-2F04-D74D-BC18-22D74896233A}" type="presOf" srcId="{30F25A37-510E-C741-BA0F-31BB02F96CD5}" destId="{53DC5E94-5C54-CB4B-9BFD-77C9AFFF5D14}" srcOrd="0" destOrd="0" presId="urn:microsoft.com/office/officeart/2005/8/layout/process4"/>
    <dgm:cxn modelId="{81C0395C-04AC-594C-B0C0-DF9B433B8DD1}" type="presParOf" srcId="{B1DF439A-DE6A-E748-BD66-CE9FE23EBEB0}" destId="{2C08BB86-9F06-6E4E-AE9B-95688E4F323C}" srcOrd="0" destOrd="0" presId="urn:microsoft.com/office/officeart/2005/8/layout/process4"/>
    <dgm:cxn modelId="{DE41B349-1994-184E-A57E-5349C0CF70A1}" type="presParOf" srcId="{2C08BB86-9F06-6E4E-AE9B-95688E4F323C}" destId="{561D2121-73E7-5646-BA52-EEE5F68EF395}" srcOrd="0" destOrd="0" presId="urn:microsoft.com/office/officeart/2005/8/layout/process4"/>
    <dgm:cxn modelId="{3AED339A-65A6-084D-B092-1CDEC7531CFE}" type="presParOf" srcId="{B1DF439A-DE6A-E748-BD66-CE9FE23EBEB0}" destId="{C1F56CDF-3FA6-BB47-814A-6673A6654DD7}" srcOrd="1" destOrd="0" presId="urn:microsoft.com/office/officeart/2005/8/layout/process4"/>
    <dgm:cxn modelId="{4B44AB76-2FF3-F947-BC3B-F42E061E1D26}" type="presParOf" srcId="{B1DF439A-DE6A-E748-BD66-CE9FE23EBEB0}" destId="{E272AC30-BBD4-EE40-ABB7-3F2C0C2795D1}" srcOrd="2" destOrd="0" presId="urn:microsoft.com/office/officeart/2005/8/layout/process4"/>
    <dgm:cxn modelId="{60D7EB81-16B3-534A-B3DD-9043F46349E3}" type="presParOf" srcId="{E272AC30-BBD4-EE40-ABB7-3F2C0C2795D1}" destId="{7BA14BDB-CBA6-7342-9B9A-85C9F788DC8A}" srcOrd="0" destOrd="0" presId="urn:microsoft.com/office/officeart/2005/8/layout/process4"/>
    <dgm:cxn modelId="{6EC7150E-E74A-3D49-AD19-989D28F77BBE}" type="presParOf" srcId="{B1DF439A-DE6A-E748-BD66-CE9FE23EBEB0}" destId="{68B33031-F3A2-7443-8D25-8D5546405FC8}" srcOrd="3" destOrd="0" presId="urn:microsoft.com/office/officeart/2005/8/layout/process4"/>
    <dgm:cxn modelId="{10B292CF-382D-3D4D-9FE3-A23DB4C1CF76}" type="presParOf" srcId="{B1DF439A-DE6A-E748-BD66-CE9FE23EBEB0}" destId="{80D345E0-3B4E-E043-A5E3-FF3C3E099905}" srcOrd="4" destOrd="0" presId="urn:microsoft.com/office/officeart/2005/8/layout/process4"/>
    <dgm:cxn modelId="{3EE634DA-9C22-A84F-9760-B9903DA85A2C}" type="presParOf" srcId="{80D345E0-3B4E-E043-A5E3-FF3C3E099905}" destId="{22267F83-F8E3-7A42-A7F9-827490F7430E}" srcOrd="0" destOrd="0" presId="urn:microsoft.com/office/officeart/2005/8/layout/process4"/>
    <dgm:cxn modelId="{1732B25E-4414-9448-9BFB-04FE9DDA5EEA}" type="presParOf" srcId="{B1DF439A-DE6A-E748-BD66-CE9FE23EBEB0}" destId="{BD7BE4AC-836E-A74E-AEDF-D4A3763EC18B}" srcOrd="5" destOrd="0" presId="urn:microsoft.com/office/officeart/2005/8/layout/process4"/>
    <dgm:cxn modelId="{64FFCC0C-C2EC-574A-B93B-173A90834522}" type="presParOf" srcId="{B1DF439A-DE6A-E748-BD66-CE9FE23EBEB0}" destId="{C0912026-1367-144B-B4D6-6EC8CABE67D1}" srcOrd="6" destOrd="0" presId="urn:microsoft.com/office/officeart/2005/8/layout/process4"/>
    <dgm:cxn modelId="{E4F02195-33C4-FB42-83F1-D1A5C5263D60}" type="presParOf" srcId="{C0912026-1367-144B-B4D6-6EC8CABE67D1}" destId="{AD0A83FD-0ACA-FE4A-B39A-74C0E62002FC}" srcOrd="0" destOrd="0" presId="urn:microsoft.com/office/officeart/2005/8/layout/process4"/>
    <dgm:cxn modelId="{0066FCA0-69AE-E740-8F75-29DCAD937FC0}" type="presParOf" srcId="{B1DF439A-DE6A-E748-BD66-CE9FE23EBEB0}" destId="{12F4A64B-D695-7542-A221-66C1D4E1EF02}" srcOrd="7" destOrd="0" presId="urn:microsoft.com/office/officeart/2005/8/layout/process4"/>
    <dgm:cxn modelId="{DA68282C-80E4-FC4B-A8D5-933179836C69}" type="presParOf" srcId="{B1DF439A-DE6A-E748-BD66-CE9FE23EBEB0}" destId="{1D7C8F3C-BAC7-4C46-8590-7D7A09798E49}" srcOrd="8" destOrd="0" presId="urn:microsoft.com/office/officeart/2005/8/layout/process4"/>
    <dgm:cxn modelId="{2964F9F2-A9B2-D44D-8BFC-C980D8E09BEF}" type="presParOf" srcId="{1D7C8F3C-BAC7-4C46-8590-7D7A09798E49}" destId="{53DC5E94-5C54-CB4B-9BFD-77C9AFFF5D14}" srcOrd="0" destOrd="0" presId="urn:microsoft.com/office/officeart/2005/8/layout/process4"/>
    <dgm:cxn modelId="{3F311443-5418-2847-9069-0368FE060FDC}" type="presParOf" srcId="{B1DF439A-DE6A-E748-BD66-CE9FE23EBEB0}" destId="{5896D373-7EB1-B341-B4C5-A7896873B48B}" srcOrd="9" destOrd="0" presId="urn:microsoft.com/office/officeart/2005/8/layout/process4"/>
    <dgm:cxn modelId="{FEDDB0C7-9350-3545-A3BF-F3555E93FDBD}" type="presParOf" srcId="{B1DF439A-DE6A-E748-BD66-CE9FE23EBEB0}" destId="{4AE46374-789F-1446-A5DF-E06883D91BBD}" srcOrd="10" destOrd="0" presId="urn:microsoft.com/office/officeart/2005/8/layout/process4"/>
    <dgm:cxn modelId="{97B2E1E5-5C99-404D-B25A-6C0CA5C4345C}" type="presParOf" srcId="{4AE46374-789F-1446-A5DF-E06883D91BBD}" destId="{8C6DBA0B-806B-8144-AD2A-1D0D94AC6067}" srcOrd="0" destOrd="0" presId="urn:microsoft.com/office/officeart/2005/8/layout/process4"/>
    <dgm:cxn modelId="{6E5E271B-9BCD-8A49-8B56-050365BA4310}" type="presParOf" srcId="{B1DF439A-DE6A-E748-BD66-CE9FE23EBEB0}" destId="{8C29BE49-8BBB-A449-BFC1-ED3196E38AD8}" srcOrd="11" destOrd="0" presId="urn:microsoft.com/office/officeart/2005/8/layout/process4"/>
    <dgm:cxn modelId="{7717BC68-831A-DD4C-BC5C-15E0F9719881}" type="presParOf" srcId="{B1DF439A-DE6A-E748-BD66-CE9FE23EBEB0}" destId="{F2BE7872-1493-B44F-BA34-F186E7DD4BC0}" srcOrd="12" destOrd="0" presId="urn:microsoft.com/office/officeart/2005/8/layout/process4"/>
    <dgm:cxn modelId="{10670571-A2F9-C64E-8980-883DF9D92143}" type="presParOf" srcId="{F2BE7872-1493-B44F-BA34-F186E7DD4BC0}" destId="{0C9E6DFE-194A-F647-B0D1-FF45901FC81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859126E-C28B-F04D-A3E3-78E98EB78DFB}" type="doc">
      <dgm:prSet loTypeId="urn:microsoft.com/office/officeart/2005/8/layout/process4" loCatId="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A25221F2-3434-D74C-AF1B-E39ECF3F814A}">
      <dgm:prSet phldrT="[文本]"/>
      <dgm:spPr/>
      <dgm:t>
        <a:bodyPr/>
        <a:lstStyle/>
        <a:p>
          <a:r>
            <a:rPr lang="en" b="1"/>
            <a:t>WSAStartup </a:t>
          </a:r>
          <a:endParaRPr lang="zh-CN" altLang="en-US"/>
        </a:p>
      </dgm:t>
    </dgm:pt>
    <dgm:pt modelId="{9A0AD209-195F-FF40-98E3-5B3DDC1B4766}" type="parTrans" cxnId="{688FBB4E-9EC3-2F47-A983-6E01D24C0D57}">
      <dgm:prSet/>
      <dgm:spPr/>
      <dgm:t>
        <a:bodyPr/>
        <a:lstStyle/>
        <a:p>
          <a:endParaRPr lang="zh-CN" altLang="en-US"/>
        </a:p>
      </dgm:t>
    </dgm:pt>
    <dgm:pt modelId="{8A26BB32-F656-6542-B433-D5F9CAC8A14B}" type="sibTrans" cxnId="{688FBB4E-9EC3-2F47-A983-6E01D24C0D57}">
      <dgm:prSet/>
      <dgm:spPr/>
      <dgm:t>
        <a:bodyPr/>
        <a:lstStyle/>
        <a:p>
          <a:endParaRPr lang="zh-CN" altLang="en-US"/>
        </a:p>
      </dgm:t>
    </dgm:pt>
    <dgm:pt modelId="{F421D47E-49A4-824A-8DCB-518405DE4646}">
      <dgm:prSet phldrT="[文本]"/>
      <dgm:spPr/>
      <dgm:t>
        <a:bodyPr/>
        <a:lstStyle/>
        <a:p>
          <a:r>
            <a:rPr lang="en-US" altLang="zh-CN" dirty="0"/>
            <a:t>s=socket()</a:t>
          </a:r>
          <a:endParaRPr lang="zh-CN" altLang="en-US" dirty="0"/>
        </a:p>
      </dgm:t>
    </dgm:pt>
    <dgm:pt modelId="{B839E2B4-B64B-9F42-9806-C3A8A3DF4454}" type="parTrans" cxnId="{CCF1EB13-24D4-E548-AEA9-6158E98A753F}">
      <dgm:prSet/>
      <dgm:spPr/>
      <dgm:t>
        <a:bodyPr/>
        <a:lstStyle/>
        <a:p>
          <a:endParaRPr lang="zh-CN" altLang="en-US"/>
        </a:p>
      </dgm:t>
    </dgm:pt>
    <dgm:pt modelId="{6F6C483E-97D6-8A4E-9816-413E044007AE}" type="sibTrans" cxnId="{CCF1EB13-24D4-E548-AEA9-6158E98A753F}">
      <dgm:prSet/>
      <dgm:spPr/>
      <dgm:t>
        <a:bodyPr/>
        <a:lstStyle/>
        <a:p>
          <a:endParaRPr lang="zh-CN" altLang="en-US"/>
        </a:p>
      </dgm:t>
    </dgm:pt>
    <dgm:pt modelId="{44F2F0EF-B912-7C4F-8975-D66FB3BF2CD4}">
      <dgm:prSet phldrT="[文本]"/>
      <dgm:spPr/>
      <dgm:t>
        <a:bodyPr/>
        <a:lstStyle/>
        <a:p>
          <a:r>
            <a:rPr lang="en-US" altLang="zh-CN" dirty="0"/>
            <a:t>bind(s)</a:t>
          </a:r>
          <a:endParaRPr lang="zh-CN" altLang="en-US" dirty="0"/>
        </a:p>
      </dgm:t>
    </dgm:pt>
    <dgm:pt modelId="{36D40AC5-801C-FD44-B6BB-2855AD824B1C}" type="parTrans" cxnId="{44E37392-9D5C-B44F-B9B4-EBAE7C1B862E}">
      <dgm:prSet/>
      <dgm:spPr/>
      <dgm:t>
        <a:bodyPr/>
        <a:lstStyle/>
        <a:p>
          <a:endParaRPr lang="zh-CN" altLang="en-US"/>
        </a:p>
      </dgm:t>
    </dgm:pt>
    <dgm:pt modelId="{CC166C7F-5266-4843-9F3F-31461EB7C2F3}" type="sibTrans" cxnId="{44E37392-9D5C-B44F-B9B4-EBAE7C1B862E}">
      <dgm:prSet/>
      <dgm:spPr/>
      <dgm:t>
        <a:bodyPr/>
        <a:lstStyle/>
        <a:p>
          <a:endParaRPr lang="zh-CN" altLang="en-US"/>
        </a:p>
      </dgm:t>
    </dgm:pt>
    <dgm:pt modelId="{7B63A95D-E011-4343-992D-B264D3BBDB7E}">
      <dgm:prSet phldrT="[文本]"/>
      <dgm:spPr/>
      <dgm:t>
        <a:bodyPr/>
        <a:lstStyle/>
        <a:p>
          <a:r>
            <a:rPr lang="en-US" altLang="zh-CN" dirty="0"/>
            <a:t>listen(s)</a:t>
          </a:r>
          <a:endParaRPr lang="zh-CN" altLang="en-US" dirty="0"/>
        </a:p>
      </dgm:t>
    </dgm:pt>
    <dgm:pt modelId="{00ED52B0-E7F4-A54C-A1CC-092050F45548}" type="parTrans" cxnId="{10EC23C5-40BB-F244-BE8E-064A5CC45E34}">
      <dgm:prSet/>
      <dgm:spPr/>
      <dgm:t>
        <a:bodyPr/>
        <a:lstStyle/>
        <a:p>
          <a:endParaRPr lang="zh-CN" altLang="en-US"/>
        </a:p>
      </dgm:t>
    </dgm:pt>
    <dgm:pt modelId="{E405B4EE-2F3C-F748-8C8B-3FF71BB5E4BD}" type="sibTrans" cxnId="{10EC23C5-40BB-F244-BE8E-064A5CC45E34}">
      <dgm:prSet/>
      <dgm:spPr/>
      <dgm:t>
        <a:bodyPr/>
        <a:lstStyle/>
        <a:p>
          <a:endParaRPr lang="zh-CN" altLang="en-US"/>
        </a:p>
      </dgm:t>
    </dgm:pt>
    <dgm:pt modelId="{2077B2FA-27BB-534A-ACD9-D26F6DD85C3C}">
      <dgm:prSet phldrT="[文本]"/>
      <dgm:spPr/>
      <dgm:t>
        <a:bodyPr/>
        <a:lstStyle/>
        <a:p>
          <a:r>
            <a:rPr lang="en-US" altLang="zh-CN" dirty="0"/>
            <a:t>ns=accept(s)</a:t>
          </a:r>
          <a:endParaRPr lang="zh-CN" altLang="en-US" dirty="0"/>
        </a:p>
      </dgm:t>
    </dgm:pt>
    <dgm:pt modelId="{D9423AAF-7A03-0941-B4B8-A9DEBF5F319D}" type="parTrans" cxnId="{A4540E9F-8352-0A47-A139-9508B46C9200}">
      <dgm:prSet/>
      <dgm:spPr/>
      <dgm:t>
        <a:bodyPr/>
        <a:lstStyle/>
        <a:p>
          <a:endParaRPr lang="zh-CN" altLang="en-US"/>
        </a:p>
      </dgm:t>
    </dgm:pt>
    <dgm:pt modelId="{3118602A-53E1-7344-9CF5-4BEF4E09BC04}" type="sibTrans" cxnId="{A4540E9F-8352-0A47-A139-9508B46C9200}">
      <dgm:prSet/>
      <dgm:spPr/>
      <dgm:t>
        <a:bodyPr/>
        <a:lstStyle/>
        <a:p>
          <a:endParaRPr lang="zh-CN" altLang="en-US"/>
        </a:p>
      </dgm:t>
    </dgm:pt>
    <dgm:pt modelId="{8DB489EE-4A86-B54C-B789-2775D58560D0}">
      <dgm:prSet phldrT="[文本]"/>
      <dgm:spPr/>
      <dgm:t>
        <a:bodyPr/>
        <a:lstStyle/>
        <a:p>
          <a:r>
            <a:rPr lang="en-US" altLang="zh-CN"/>
            <a:t>recv(</a:t>
          </a:r>
          <a:r>
            <a:rPr lang="en-US" altLang="zh-CN" b="1"/>
            <a:t>ns</a:t>
          </a:r>
          <a:r>
            <a:rPr lang="en-US" altLang="zh-CN"/>
            <a:t>)</a:t>
          </a:r>
          <a:endParaRPr lang="zh-CN" altLang="en-US" dirty="0"/>
        </a:p>
      </dgm:t>
    </dgm:pt>
    <dgm:pt modelId="{FA61E885-E3D3-BE48-94D8-DEDEBFD073EA}" type="parTrans" cxnId="{C0C7A7D4-0CBB-CD42-8785-9A226C67D347}">
      <dgm:prSet/>
      <dgm:spPr/>
      <dgm:t>
        <a:bodyPr/>
        <a:lstStyle/>
        <a:p>
          <a:endParaRPr lang="zh-CN" altLang="en-US"/>
        </a:p>
      </dgm:t>
    </dgm:pt>
    <dgm:pt modelId="{7B20E12F-1F3B-6747-B5ED-6B27F9E7CF2F}" type="sibTrans" cxnId="{C0C7A7D4-0CBB-CD42-8785-9A226C67D347}">
      <dgm:prSet/>
      <dgm:spPr/>
      <dgm:t>
        <a:bodyPr/>
        <a:lstStyle/>
        <a:p>
          <a:endParaRPr lang="zh-CN" altLang="en-US"/>
        </a:p>
      </dgm:t>
    </dgm:pt>
    <dgm:pt modelId="{1B0DE8DC-5E42-6245-91CB-7E7753BFFFD6}">
      <dgm:prSet phldrT="[文本]"/>
      <dgm:spPr/>
      <dgm:t>
        <a:bodyPr/>
        <a:lstStyle/>
        <a:p>
          <a:r>
            <a:rPr lang="en-US" altLang="zh-CN"/>
            <a:t>send(</a:t>
          </a:r>
          <a:r>
            <a:rPr lang="en-US" altLang="zh-CN" b="1"/>
            <a:t>ns</a:t>
          </a:r>
          <a:r>
            <a:rPr lang="en-US" altLang="zh-CN"/>
            <a:t>)</a:t>
          </a:r>
          <a:endParaRPr lang="zh-CN" altLang="en-US" dirty="0"/>
        </a:p>
      </dgm:t>
    </dgm:pt>
    <dgm:pt modelId="{AF0175F6-72B7-DC43-8214-3F097148A759}" type="parTrans" cxnId="{E637A272-8B6B-5843-BD98-5195FA9B2CA9}">
      <dgm:prSet/>
      <dgm:spPr/>
      <dgm:t>
        <a:bodyPr/>
        <a:lstStyle/>
        <a:p>
          <a:endParaRPr lang="zh-CN" altLang="en-US"/>
        </a:p>
      </dgm:t>
    </dgm:pt>
    <dgm:pt modelId="{D6F9F9C1-DE1E-DF43-929D-081884FFEEE4}" type="sibTrans" cxnId="{E637A272-8B6B-5843-BD98-5195FA9B2CA9}">
      <dgm:prSet/>
      <dgm:spPr/>
      <dgm:t>
        <a:bodyPr/>
        <a:lstStyle/>
        <a:p>
          <a:endParaRPr lang="zh-CN" altLang="en-US"/>
        </a:p>
      </dgm:t>
    </dgm:pt>
    <dgm:pt modelId="{8E0EEEC9-281A-5B4D-BD5F-9F61CB6A7F1F}">
      <dgm:prSet phldrT="[文本]"/>
      <dgm:spPr/>
      <dgm:t>
        <a:bodyPr/>
        <a:lstStyle/>
        <a:p>
          <a:r>
            <a:rPr lang="en-US" altLang="zh-CN"/>
            <a:t>closesocket(</a:t>
          </a:r>
          <a:r>
            <a:rPr lang="en-US" altLang="zh-CN" b="1"/>
            <a:t>ns</a:t>
          </a:r>
          <a:r>
            <a:rPr lang="en-US" altLang="zh-CN"/>
            <a:t>)</a:t>
          </a:r>
          <a:endParaRPr lang="zh-CN" altLang="en-US" dirty="0"/>
        </a:p>
      </dgm:t>
    </dgm:pt>
    <dgm:pt modelId="{ABFD1BC9-B228-AA49-AA50-26D6DF735C8B}" type="parTrans" cxnId="{59CB89B4-5A0D-0643-BC07-70719FAF25EA}">
      <dgm:prSet/>
      <dgm:spPr/>
      <dgm:t>
        <a:bodyPr/>
        <a:lstStyle/>
        <a:p>
          <a:endParaRPr lang="zh-CN" altLang="en-US"/>
        </a:p>
      </dgm:t>
    </dgm:pt>
    <dgm:pt modelId="{B81DE72F-39F1-8044-A4C7-4CB8AAD27A74}" type="sibTrans" cxnId="{59CB89B4-5A0D-0643-BC07-70719FAF25EA}">
      <dgm:prSet/>
      <dgm:spPr/>
      <dgm:t>
        <a:bodyPr/>
        <a:lstStyle/>
        <a:p>
          <a:endParaRPr lang="zh-CN" altLang="en-US"/>
        </a:p>
      </dgm:t>
    </dgm:pt>
    <dgm:pt modelId="{DAF4442D-752F-B44C-8A54-20BA5BA41C43}">
      <dgm:prSet phldrT="[文本]"/>
      <dgm:spPr/>
      <dgm:t>
        <a:bodyPr/>
        <a:lstStyle/>
        <a:p>
          <a:r>
            <a:rPr lang="en-US" altLang="zh-CN" dirty="0" err="1"/>
            <a:t>WSACleanup</a:t>
          </a:r>
          <a:endParaRPr lang="zh-CN" altLang="en-US" dirty="0"/>
        </a:p>
      </dgm:t>
    </dgm:pt>
    <dgm:pt modelId="{59A869E4-D8F6-4248-8E4F-0D257CE75ECC}" type="parTrans" cxnId="{317CAD01-6DEE-2C47-83EA-27CEF7D6BC2C}">
      <dgm:prSet/>
      <dgm:spPr/>
      <dgm:t>
        <a:bodyPr/>
        <a:lstStyle/>
        <a:p>
          <a:endParaRPr lang="zh-CN" altLang="en-US"/>
        </a:p>
      </dgm:t>
    </dgm:pt>
    <dgm:pt modelId="{2890BAEC-947A-BE44-BCC4-452C2C3C1D29}" type="sibTrans" cxnId="{317CAD01-6DEE-2C47-83EA-27CEF7D6BC2C}">
      <dgm:prSet/>
      <dgm:spPr/>
      <dgm:t>
        <a:bodyPr/>
        <a:lstStyle/>
        <a:p>
          <a:endParaRPr lang="zh-CN" altLang="en-US"/>
        </a:p>
      </dgm:t>
    </dgm:pt>
    <dgm:pt modelId="{B1DF439A-DE6A-E748-BD66-CE9FE23EBEB0}" type="pres">
      <dgm:prSet presAssocID="{7859126E-C28B-F04D-A3E3-78E98EB78DFB}" presName="Name0" presStyleCnt="0">
        <dgm:presLayoutVars>
          <dgm:dir/>
          <dgm:animLvl val="lvl"/>
          <dgm:resizeHandles val="exact"/>
        </dgm:presLayoutVars>
      </dgm:prSet>
      <dgm:spPr/>
    </dgm:pt>
    <dgm:pt modelId="{3DA661D8-AF3A-7246-BEC2-4B339CB5921C}" type="pres">
      <dgm:prSet presAssocID="{DAF4442D-752F-B44C-8A54-20BA5BA41C43}" presName="boxAndChildren" presStyleCnt="0"/>
      <dgm:spPr/>
    </dgm:pt>
    <dgm:pt modelId="{C3FFB3A5-ED61-484D-B013-8E9B4A74ABA4}" type="pres">
      <dgm:prSet presAssocID="{DAF4442D-752F-B44C-8A54-20BA5BA41C43}" presName="parentTextBox" presStyleLbl="node1" presStyleIdx="0" presStyleCnt="9"/>
      <dgm:spPr/>
    </dgm:pt>
    <dgm:pt modelId="{49AB1EA9-BCBF-8D44-96C2-EDA761BA93CC}" type="pres">
      <dgm:prSet presAssocID="{B81DE72F-39F1-8044-A4C7-4CB8AAD27A74}" presName="sp" presStyleCnt="0"/>
      <dgm:spPr/>
    </dgm:pt>
    <dgm:pt modelId="{6F8A7E90-E160-6745-BF32-72E9372456DD}" type="pres">
      <dgm:prSet presAssocID="{8E0EEEC9-281A-5B4D-BD5F-9F61CB6A7F1F}" presName="arrowAndChildren" presStyleCnt="0"/>
      <dgm:spPr/>
    </dgm:pt>
    <dgm:pt modelId="{9CFE3F93-38C2-E740-BA63-F5DCA26CA173}" type="pres">
      <dgm:prSet presAssocID="{8E0EEEC9-281A-5B4D-BD5F-9F61CB6A7F1F}" presName="parentTextArrow" presStyleLbl="node1" presStyleIdx="1" presStyleCnt="9"/>
      <dgm:spPr/>
    </dgm:pt>
    <dgm:pt modelId="{885A7075-4742-614E-B078-5A1EB3B0442A}" type="pres">
      <dgm:prSet presAssocID="{D6F9F9C1-DE1E-DF43-929D-081884FFEEE4}" presName="sp" presStyleCnt="0"/>
      <dgm:spPr/>
    </dgm:pt>
    <dgm:pt modelId="{EB5F1B1B-D87C-2A44-AD2B-E141462C5157}" type="pres">
      <dgm:prSet presAssocID="{1B0DE8DC-5E42-6245-91CB-7E7753BFFFD6}" presName="arrowAndChildren" presStyleCnt="0"/>
      <dgm:spPr/>
    </dgm:pt>
    <dgm:pt modelId="{44B2A6BA-074D-D24F-B6F6-635406CCB077}" type="pres">
      <dgm:prSet presAssocID="{1B0DE8DC-5E42-6245-91CB-7E7753BFFFD6}" presName="parentTextArrow" presStyleLbl="node1" presStyleIdx="2" presStyleCnt="9"/>
      <dgm:spPr/>
    </dgm:pt>
    <dgm:pt modelId="{AEDE56F1-0B4A-8545-B2EA-8638B830D32C}" type="pres">
      <dgm:prSet presAssocID="{7B20E12F-1F3B-6747-B5ED-6B27F9E7CF2F}" presName="sp" presStyleCnt="0"/>
      <dgm:spPr/>
    </dgm:pt>
    <dgm:pt modelId="{CD03C86F-800A-264F-AAAB-9B927473D8E0}" type="pres">
      <dgm:prSet presAssocID="{8DB489EE-4A86-B54C-B789-2775D58560D0}" presName="arrowAndChildren" presStyleCnt="0"/>
      <dgm:spPr/>
    </dgm:pt>
    <dgm:pt modelId="{81893074-99ED-3646-833F-53064D46614B}" type="pres">
      <dgm:prSet presAssocID="{8DB489EE-4A86-B54C-B789-2775D58560D0}" presName="parentTextArrow" presStyleLbl="node1" presStyleIdx="3" presStyleCnt="9"/>
      <dgm:spPr/>
    </dgm:pt>
    <dgm:pt modelId="{853A46C9-D386-8B44-B2DA-680142B67545}" type="pres">
      <dgm:prSet presAssocID="{3118602A-53E1-7344-9CF5-4BEF4E09BC04}" presName="sp" presStyleCnt="0"/>
      <dgm:spPr/>
    </dgm:pt>
    <dgm:pt modelId="{2A8AF17E-D9F9-AD47-A527-3B1A6C86324D}" type="pres">
      <dgm:prSet presAssocID="{2077B2FA-27BB-534A-ACD9-D26F6DD85C3C}" presName="arrowAndChildren" presStyleCnt="0"/>
      <dgm:spPr/>
    </dgm:pt>
    <dgm:pt modelId="{0211BE65-1DE1-CF4E-81FD-FAA7E33D18E9}" type="pres">
      <dgm:prSet presAssocID="{2077B2FA-27BB-534A-ACD9-D26F6DD85C3C}" presName="parentTextArrow" presStyleLbl="node1" presStyleIdx="4" presStyleCnt="9"/>
      <dgm:spPr/>
    </dgm:pt>
    <dgm:pt modelId="{0D23FF99-2406-154E-B49A-D0EBFE11B001}" type="pres">
      <dgm:prSet presAssocID="{E405B4EE-2F3C-F748-8C8B-3FF71BB5E4BD}" presName="sp" presStyleCnt="0"/>
      <dgm:spPr/>
    </dgm:pt>
    <dgm:pt modelId="{43BB254A-7868-4A4C-ADE0-964C72611197}" type="pres">
      <dgm:prSet presAssocID="{7B63A95D-E011-4343-992D-B264D3BBDB7E}" presName="arrowAndChildren" presStyleCnt="0"/>
      <dgm:spPr/>
    </dgm:pt>
    <dgm:pt modelId="{FEA0AA20-6A11-8E4B-8ADE-4EBB21AF9A21}" type="pres">
      <dgm:prSet presAssocID="{7B63A95D-E011-4343-992D-B264D3BBDB7E}" presName="parentTextArrow" presStyleLbl="node1" presStyleIdx="5" presStyleCnt="9"/>
      <dgm:spPr/>
    </dgm:pt>
    <dgm:pt modelId="{5F9E1A25-0F47-C446-BB0C-13C755E08F76}" type="pres">
      <dgm:prSet presAssocID="{CC166C7F-5266-4843-9F3F-31461EB7C2F3}" presName="sp" presStyleCnt="0"/>
      <dgm:spPr/>
    </dgm:pt>
    <dgm:pt modelId="{74D5E980-52FB-0448-993C-45789D37D49F}" type="pres">
      <dgm:prSet presAssocID="{44F2F0EF-B912-7C4F-8975-D66FB3BF2CD4}" presName="arrowAndChildren" presStyleCnt="0"/>
      <dgm:spPr/>
    </dgm:pt>
    <dgm:pt modelId="{41ACC01F-BD61-DC41-B9D6-D0F8202B625D}" type="pres">
      <dgm:prSet presAssocID="{44F2F0EF-B912-7C4F-8975-D66FB3BF2CD4}" presName="parentTextArrow" presStyleLbl="node1" presStyleIdx="6" presStyleCnt="9"/>
      <dgm:spPr/>
    </dgm:pt>
    <dgm:pt modelId="{66F6F014-B62D-3449-B28A-35D5512D5896}" type="pres">
      <dgm:prSet presAssocID="{6F6C483E-97D6-8A4E-9816-413E044007AE}" presName="sp" presStyleCnt="0"/>
      <dgm:spPr/>
    </dgm:pt>
    <dgm:pt modelId="{7222D440-617C-EA49-BCE8-29C136913CC7}" type="pres">
      <dgm:prSet presAssocID="{F421D47E-49A4-824A-8DCB-518405DE4646}" presName="arrowAndChildren" presStyleCnt="0"/>
      <dgm:spPr/>
    </dgm:pt>
    <dgm:pt modelId="{CAD143E8-D041-F745-AC49-D5C73C05D94F}" type="pres">
      <dgm:prSet presAssocID="{F421D47E-49A4-824A-8DCB-518405DE4646}" presName="parentTextArrow" presStyleLbl="node1" presStyleIdx="7" presStyleCnt="9"/>
      <dgm:spPr/>
    </dgm:pt>
    <dgm:pt modelId="{8C29BE49-8BBB-A449-BFC1-ED3196E38AD8}" type="pres">
      <dgm:prSet presAssocID="{8A26BB32-F656-6542-B433-D5F9CAC8A14B}" presName="sp" presStyleCnt="0"/>
      <dgm:spPr/>
    </dgm:pt>
    <dgm:pt modelId="{F2BE7872-1493-B44F-BA34-F186E7DD4BC0}" type="pres">
      <dgm:prSet presAssocID="{A25221F2-3434-D74C-AF1B-E39ECF3F814A}" presName="arrowAndChildren" presStyleCnt="0"/>
      <dgm:spPr/>
    </dgm:pt>
    <dgm:pt modelId="{0C9E6DFE-194A-F647-B0D1-FF45901FC817}" type="pres">
      <dgm:prSet presAssocID="{A25221F2-3434-D74C-AF1B-E39ECF3F814A}" presName="parentTextArrow" presStyleLbl="node1" presStyleIdx="8" presStyleCnt="9"/>
      <dgm:spPr/>
    </dgm:pt>
  </dgm:ptLst>
  <dgm:cxnLst>
    <dgm:cxn modelId="{317CAD01-6DEE-2C47-83EA-27CEF7D6BC2C}" srcId="{7859126E-C28B-F04D-A3E3-78E98EB78DFB}" destId="{DAF4442D-752F-B44C-8A54-20BA5BA41C43}" srcOrd="8" destOrd="0" parTransId="{59A869E4-D8F6-4248-8E4F-0D257CE75ECC}" sibTransId="{2890BAEC-947A-BE44-BCC4-452C2C3C1D29}"/>
    <dgm:cxn modelId="{61DA2D09-92B1-B447-8438-D7793258A259}" type="presOf" srcId="{1B0DE8DC-5E42-6245-91CB-7E7753BFFFD6}" destId="{44B2A6BA-074D-D24F-B6F6-635406CCB077}" srcOrd="0" destOrd="0" presId="urn:microsoft.com/office/officeart/2005/8/layout/process4"/>
    <dgm:cxn modelId="{F9F73312-C9C5-9246-B025-2D50C981F52E}" type="presOf" srcId="{A25221F2-3434-D74C-AF1B-E39ECF3F814A}" destId="{0C9E6DFE-194A-F647-B0D1-FF45901FC817}" srcOrd="0" destOrd="0" presId="urn:microsoft.com/office/officeart/2005/8/layout/process4"/>
    <dgm:cxn modelId="{CCF1EB13-24D4-E548-AEA9-6158E98A753F}" srcId="{7859126E-C28B-F04D-A3E3-78E98EB78DFB}" destId="{F421D47E-49A4-824A-8DCB-518405DE4646}" srcOrd="1" destOrd="0" parTransId="{B839E2B4-B64B-9F42-9806-C3A8A3DF4454}" sibTransId="{6F6C483E-97D6-8A4E-9816-413E044007AE}"/>
    <dgm:cxn modelId="{0A8E833E-74AD-A344-B3B8-9FF76A011027}" type="presOf" srcId="{7859126E-C28B-F04D-A3E3-78E98EB78DFB}" destId="{B1DF439A-DE6A-E748-BD66-CE9FE23EBEB0}" srcOrd="0" destOrd="0" presId="urn:microsoft.com/office/officeart/2005/8/layout/process4"/>
    <dgm:cxn modelId="{2B34833F-3CA0-8344-8E1F-C00B2C68F254}" type="presOf" srcId="{7B63A95D-E011-4343-992D-B264D3BBDB7E}" destId="{FEA0AA20-6A11-8E4B-8ADE-4EBB21AF9A21}" srcOrd="0" destOrd="0" presId="urn:microsoft.com/office/officeart/2005/8/layout/process4"/>
    <dgm:cxn modelId="{688FBB4E-9EC3-2F47-A983-6E01D24C0D57}" srcId="{7859126E-C28B-F04D-A3E3-78E98EB78DFB}" destId="{A25221F2-3434-D74C-AF1B-E39ECF3F814A}" srcOrd="0" destOrd="0" parTransId="{9A0AD209-195F-FF40-98E3-5B3DDC1B4766}" sibTransId="{8A26BB32-F656-6542-B433-D5F9CAC8A14B}"/>
    <dgm:cxn modelId="{5D834A5F-8623-404F-8EBC-32DF3CF8C12A}" type="presOf" srcId="{8DB489EE-4A86-B54C-B789-2775D58560D0}" destId="{81893074-99ED-3646-833F-53064D46614B}" srcOrd="0" destOrd="0" presId="urn:microsoft.com/office/officeart/2005/8/layout/process4"/>
    <dgm:cxn modelId="{07AB5872-FD1E-0A4C-A88C-E0BFE8F58963}" type="presOf" srcId="{DAF4442D-752F-B44C-8A54-20BA5BA41C43}" destId="{C3FFB3A5-ED61-484D-B013-8E9B4A74ABA4}" srcOrd="0" destOrd="0" presId="urn:microsoft.com/office/officeart/2005/8/layout/process4"/>
    <dgm:cxn modelId="{E637A272-8B6B-5843-BD98-5195FA9B2CA9}" srcId="{7859126E-C28B-F04D-A3E3-78E98EB78DFB}" destId="{1B0DE8DC-5E42-6245-91CB-7E7753BFFFD6}" srcOrd="6" destOrd="0" parTransId="{AF0175F6-72B7-DC43-8214-3F097148A759}" sibTransId="{D6F9F9C1-DE1E-DF43-929D-081884FFEEE4}"/>
    <dgm:cxn modelId="{DCCB8482-9AEE-DB4B-AB93-1F769872664F}" type="presOf" srcId="{F421D47E-49A4-824A-8DCB-518405DE4646}" destId="{CAD143E8-D041-F745-AC49-D5C73C05D94F}" srcOrd="0" destOrd="0" presId="urn:microsoft.com/office/officeart/2005/8/layout/process4"/>
    <dgm:cxn modelId="{44E37392-9D5C-B44F-B9B4-EBAE7C1B862E}" srcId="{7859126E-C28B-F04D-A3E3-78E98EB78DFB}" destId="{44F2F0EF-B912-7C4F-8975-D66FB3BF2CD4}" srcOrd="2" destOrd="0" parTransId="{36D40AC5-801C-FD44-B6BB-2855AD824B1C}" sibTransId="{CC166C7F-5266-4843-9F3F-31461EB7C2F3}"/>
    <dgm:cxn modelId="{F4A1999C-54E0-F449-B77E-D1C1D52A2223}" type="presOf" srcId="{44F2F0EF-B912-7C4F-8975-D66FB3BF2CD4}" destId="{41ACC01F-BD61-DC41-B9D6-D0F8202B625D}" srcOrd="0" destOrd="0" presId="urn:microsoft.com/office/officeart/2005/8/layout/process4"/>
    <dgm:cxn modelId="{A4540E9F-8352-0A47-A139-9508B46C9200}" srcId="{7859126E-C28B-F04D-A3E3-78E98EB78DFB}" destId="{2077B2FA-27BB-534A-ACD9-D26F6DD85C3C}" srcOrd="4" destOrd="0" parTransId="{D9423AAF-7A03-0941-B4B8-A9DEBF5F319D}" sibTransId="{3118602A-53E1-7344-9CF5-4BEF4E09BC04}"/>
    <dgm:cxn modelId="{59CB89B4-5A0D-0643-BC07-70719FAF25EA}" srcId="{7859126E-C28B-F04D-A3E3-78E98EB78DFB}" destId="{8E0EEEC9-281A-5B4D-BD5F-9F61CB6A7F1F}" srcOrd="7" destOrd="0" parTransId="{ABFD1BC9-B228-AA49-AA50-26D6DF735C8B}" sibTransId="{B81DE72F-39F1-8044-A4C7-4CB8AAD27A74}"/>
    <dgm:cxn modelId="{90045EC3-D013-434A-92B9-038266C5D872}" type="presOf" srcId="{8E0EEEC9-281A-5B4D-BD5F-9F61CB6A7F1F}" destId="{9CFE3F93-38C2-E740-BA63-F5DCA26CA173}" srcOrd="0" destOrd="0" presId="urn:microsoft.com/office/officeart/2005/8/layout/process4"/>
    <dgm:cxn modelId="{10EC23C5-40BB-F244-BE8E-064A5CC45E34}" srcId="{7859126E-C28B-F04D-A3E3-78E98EB78DFB}" destId="{7B63A95D-E011-4343-992D-B264D3BBDB7E}" srcOrd="3" destOrd="0" parTransId="{00ED52B0-E7F4-A54C-A1CC-092050F45548}" sibTransId="{E405B4EE-2F3C-F748-8C8B-3FF71BB5E4BD}"/>
    <dgm:cxn modelId="{C0C7A7D4-0CBB-CD42-8785-9A226C67D347}" srcId="{7859126E-C28B-F04D-A3E3-78E98EB78DFB}" destId="{8DB489EE-4A86-B54C-B789-2775D58560D0}" srcOrd="5" destOrd="0" parTransId="{FA61E885-E3D3-BE48-94D8-DEDEBFD073EA}" sibTransId="{7B20E12F-1F3B-6747-B5ED-6B27F9E7CF2F}"/>
    <dgm:cxn modelId="{272E2BEE-D7B6-8D47-B03E-DEE9B8849C98}" type="presOf" srcId="{2077B2FA-27BB-534A-ACD9-D26F6DD85C3C}" destId="{0211BE65-1DE1-CF4E-81FD-FAA7E33D18E9}" srcOrd="0" destOrd="0" presId="urn:microsoft.com/office/officeart/2005/8/layout/process4"/>
    <dgm:cxn modelId="{5D42E803-BBA4-264C-BADE-6E7CFB674CB0}" type="presParOf" srcId="{B1DF439A-DE6A-E748-BD66-CE9FE23EBEB0}" destId="{3DA661D8-AF3A-7246-BEC2-4B339CB5921C}" srcOrd="0" destOrd="0" presId="urn:microsoft.com/office/officeart/2005/8/layout/process4"/>
    <dgm:cxn modelId="{8B705B58-F400-3949-86CF-A891B8787EF9}" type="presParOf" srcId="{3DA661D8-AF3A-7246-BEC2-4B339CB5921C}" destId="{C3FFB3A5-ED61-484D-B013-8E9B4A74ABA4}" srcOrd="0" destOrd="0" presId="urn:microsoft.com/office/officeart/2005/8/layout/process4"/>
    <dgm:cxn modelId="{7BD285B4-A283-BD43-9CE1-FAEF3CFDCF09}" type="presParOf" srcId="{B1DF439A-DE6A-E748-BD66-CE9FE23EBEB0}" destId="{49AB1EA9-BCBF-8D44-96C2-EDA761BA93CC}" srcOrd="1" destOrd="0" presId="urn:microsoft.com/office/officeart/2005/8/layout/process4"/>
    <dgm:cxn modelId="{7963F8C9-E0FD-0441-9CF9-ED6CFF84F9D5}" type="presParOf" srcId="{B1DF439A-DE6A-E748-BD66-CE9FE23EBEB0}" destId="{6F8A7E90-E160-6745-BF32-72E9372456DD}" srcOrd="2" destOrd="0" presId="urn:microsoft.com/office/officeart/2005/8/layout/process4"/>
    <dgm:cxn modelId="{F2E3D10E-A073-C242-BA5C-571A2584A35D}" type="presParOf" srcId="{6F8A7E90-E160-6745-BF32-72E9372456DD}" destId="{9CFE3F93-38C2-E740-BA63-F5DCA26CA173}" srcOrd="0" destOrd="0" presId="urn:microsoft.com/office/officeart/2005/8/layout/process4"/>
    <dgm:cxn modelId="{092FC51C-D275-9348-97B0-466A84ECF1A2}" type="presParOf" srcId="{B1DF439A-DE6A-E748-BD66-CE9FE23EBEB0}" destId="{885A7075-4742-614E-B078-5A1EB3B0442A}" srcOrd="3" destOrd="0" presId="urn:microsoft.com/office/officeart/2005/8/layout/process4"/>
    <dgm:cxn modelId="{0770DEF3-2AD9-CF49-864A-9A815D3BE290}" type="presParOf" srcId="{B1DF439A-DE6A-E748-BD66-CE9FE23EBEB0}" destId="{EB5F1B1B-D87C-2A44-AD2B-E141462C5157}" srcOrd="4" destOrd="0" presId="urn:microsoft.com/office/officeart/2005/8/layout/process4"/>
    <dgm:cxn modelId="{DE0AA4DF-91CA-1643-8C90-9CD8BFCC2699}" type="presParOf" srcId="{EB5F1B1B-D87C-2A44-AD2B-E141462C5157}" destId="{44B2A6BA-074D-D24F-B6F6-635406CCB077}" srcOrd="0" destOrd="0" presId="urn:microsoft.com/office/officeart/2005/8/layout/process4"/>
    <dgm:cxn modelId="{D422FD90-55CD-674B-9AA8-1B9862776F5C}" type="presParOf" srcId="{B1DF439A-DE6A-E748-BD66-CE9FE23EBEB0}" destId="{AEDE56F1-0B4A-8545-B2EA-8638B830D32C}" srcOrd="5" destOrd="0" presId="urn:microsoft.com/office/officeart/2005/8/layout/process4"/>
    <dgm:cxn modelId="{4B51BD69-8755-EE43-9843-835D42F737EE}" type="presParOf" srcId="{B1DF439A-DE6A-E748-BD66-CE9FE23EBEB0}" destId="{CD03C86F-800A-264F-AAAB-9B927473D8E0}" srcOrd="6" destOrd="0" presId="urn:microsoft.com/office/officeart/2005/8/layout/process4"/>
    <dgm:cxn modelId="{FBEBCD6F-84E3-6D4D-89AD-CDF966F050C1}" type="presParOf" srcId="{CD03C86F-800A-264F-AAAB-9B927473D8E0}" destId="{81893074-99ED-3646-833F-53064D46614B}" srcOrd="0" destOrd="0" presId="urn:microsoft.com/office/officeart/2005/8/layout/process4"/>
    <dgm:cxn modelId="{EE6F1BA4-CD80-5040-AF2E-E9F7AB78E9D0}" type="presParOf" srcId="{B1DF439A-DE6A-E748-BD66-CE9FE23EBEB0}" destId="{853A46C9-D386-8B44-B2DA-680142B67545}" srcOrd="7" destOrd="0" presId="urn:microsoft.com/office/officeart/2005/8/layout/process4"/>
    <dgm:cxn modelId="{E42B479B-699C-4442-A136-4C3450296454}" type="presParOf" srcId="{B1DF439A-DE6A-E748-BD66-CE9FE23EBEB0}" destId="{2A8AF17E-D9F9-AD47-A527-3B1A6C86324D}" srcOrd="8" destOrd="0" presId="urn:microsoft.com/office/officeart/2005/8/layout/process4"/>
    <dgm:cxn modelId="{76390871-83B1-E444-8E1B-0D5C3DE2D79D}" type="presParOf" srcId="{2A8AF17E-D9F9-AD47-A527-3B1A6C86324D}" destId="{0211BE65-1DE1-CF4E-81FD-FAA7E33D18E9}" srcOrd="0" destOrd="0" presId="urn:microsoft.com/office/officeart/2005/8/layout/process4"/>
    <dgm:cxn modelId="{20A8B1BA-0F3E-A041-B27C-F306A7272744}" type="presParOf" srcId="{B1DF439A-DE6A-E748-BD66-CE9FE23EBEB0}" destId="{0D23FF99-2406-154E-B49A-D0EBFE11B001}" srcOrd="9" destOrd="0" presId="urn:microsoft.com/office/officeart/2005/8/layout/process4"/>
    <dgm:cxn modelId="{DCF4126D-0A38-AB4C-A95B-95C258A40A8E}" type="presParOf" srcId="{B1DF439A-DE6A-E748-BD66-CE9FE23EBEB0}" destId="{43BB254A-7868-4A4C-ADE0-964C72611197}" srcOrd="10" destOrd="0" presId="urn:microsoft.com/office/officeart/2005/8/layout/process4"/>
    <dgm:cxn modelId="{9FFAEA1B-03D9-C84C-9CFE-B41372D0C951}" type="presParOf" srcId="{43BB254A-7868-4A4C-ADE0-964C72611197}" destId="{FEA0AA20-6A11-8E4B-8ADE-4EBB21AF9A21}" srcOrd="0" destOrd="0" presId="urn:microsoft.com/office/officeart/2005/8/layout/process4"/>
    <dgm:cxn modelId="{6F996963-DACC-6A4C-96B7-3006C5C1F8E9}" type="presParOf" srcId="{B1DF439A-DE6A-E748-BD66-CE9FE23EBEB0}" destId="{5F9E1A25-0F47-C446-BB0C-13C755E08F76}" srcOrd="11" destOrd="0" presId="urn:microsoft.com/office/officeart/2005/8/layout/process4"/>
    <dgm:cxn modelId="{BA201645-EEF9-2047-A1ED-EC8D6F235299}" type="presParOf" srcId="{B1DF439A-DE6A-E748-BD66-CE9FE23EBEB0}" destId="{74D5E980-52FB-0448-993C-45789D37D49F}" srcOrd="12" destOrd="0" presId="urn:microsoft.com/office/officeart/2005/8/layout/process4"/>
    <dgm:cxn modelId="{F80EC9B2-92C3-C54F-BD38-2E67C973BFB5}" type="presParOf" srcId="{74D5E980-52FB-0448-993C-45789D37D49F}" destId="{41ACC01F-BD61-DC41-B9D6-D0F8202B625D}" srcOrd="0" destOrd="0" presId="urn:microsoft.com/office/officeart/2005/8/layout/process4"/>
    <dgm:cxn modelId="{474C39C2-DD10-8F41-827F-14A13CFC2355}" type="presParOf" srcId="{B1DF439A-DE6A-E748-BD66-CE9FE23EBEB0}" destId="{66F6F014-B62D-3449-B28A-35D5512D5896}" srcOrd="13" destOrd="0" presId="urn:microsoft.com/office/officeart/2005/8/layout/process4"/>
    <dgm:cxn modelId="{70725A31-81A4-1649-AB1B-9E352003BC44}" type="presParOf" srcId="{B1DF439A-DE6A-E748-BD66-CE9FE23EBEB0}" destId="{7222D440-617C-EA49-BCE8-29C136913CC7}" srcOrd="14" destOrd="0" presId="urn:microsoft.com/office/officeart/2005/8/layout/process4"/>
    <dgm:cxn modelId="{2C68B17A-A4DE-F047-BABF-CA221C0BBEA4}" type="presParOf" srcId="{7222D440-617C-EA49-BCE8-29C136913CC7}" destId="{CAD143E8-D041-F745-AC49-D5C73C05D94F}" srcOrd="0" destOrd="0" presId="urn:microsoft.com/office/officeart/2005/8/layout/process4"/>
    <dgm:cxn modelId="{6E5E271B-9BCD-8A49-8B56-050365BA4310}" type="presParOf" srcId="{B1DF439A-DE6A-E748-BD66-CE9FE23EBEB0}" destId="{8C29BE49-8BBB-A449-BFC1-ED3196E38AD8}" srcOrd="15" destOrd="0" presId="urn:microsoft.com/office/officeart/2005/8/layout/process4"/>
    <dgm:cxn modelId="{7717BC68-831A-DD4C-BC5C-15E0F9719881}" type="presParOf" srcId="{B1DF439A-DE6A-E748-BD66-CE9FE23EBEB0}" destId="{F2BE7872-1493-B44F-BA34-F186E7DD4BC0}" srcOrd="16" destOrd="0" presId="urn:microsoft.com/office/officeart/2005/8/layout/process4"/>
    <dgm:cxn modelId="{10670571-A2F9-C64E-8980-883DF9D92143}" type="presParOf" srcId="{F2BE7872-1493-B44F-BA34-F186E7DD4BC0}" destId="{0C9E6DFE-194A-F647-B0D1-FF45901FC81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15C8E55-C3CA-1242-8AA0-9FD8482C6705}" type="doc">
      <dgm:prSet loTypeId="urn:microsoft.com/office/officeart/2005/8/layout/vList5" loCatId="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zh-CN" altLang="en-US"/>
        </a:p>
      </dgm:t>
    </dgm:pt>
    <dgm:pt modelId="{B4448611-52F4-784B-AC10-CC437D991EAD}">
      <dgm:prSet phldrT="[文本]"/>
      <dgm:spPr/>
      <dgm:t>
        <a:bodyPr/>
        <a:lstStyle/>
        <a:p>
          <a:pPr>
            <a:buFont typeface="+mj-lt"/>
            <a:buAutoNum type="arabicPeriod"/>
          </a:pPr>
          <a:r>
            <a:rPr kumimoji="1" lang="en-US" altLang="zh-CN"/>
            <a:t>Rdt1.0</a:t>
          </a:r>
          <a:endParaRPr lang="zh-CN" altLang="en-US" dirty="0"/>
        </a:p>
      </dgm:t>
    </dgm:pt>
    <dgm:pt modelId="{DF0C03E7-D710-9E49-B8A8-ADFBDA6DECE0}" type="parTrans" cxnId="{18F441CB-FA03-BD4F-838A-4B042B422A6E}">
      <dgm:prSet/>
      <dgm:spPr/>
      <dgm:t>
        <a:bodyPr/>
        <a:lstStyle/>
        <a:p>
          <a:endParaRPr lang="zh-CN" altLang="en-US"/>
        </a:p>
      </dgm:t>
    </dgm:pt>
    <dgm:pt modelId="{18D1055E-108E-F646-88E0-7B6DA190B838}" type="sibTrans" cxnId="{18F441CB-FA03-BD4F-838A-4B042B422A6E}">
      <dgm:prSet/>
      <dgm:spPr/>
      <dgm:t>
        <a:bodyPr/>
        <a:lstStyle/>
        <a:p>
          <a:endParaRPr lang="zh-CN" altLang="en-US"/>
        </a:p>
      </dgm:t>
    </dgm:pt>
    <dgm:pt modelId="{DB239E82-8A57-524E-B6EC-48910694DE88}">
      <dgm:prSet/>
      <dgm:spPr/>
      <dgm:t>
        <a:bodyPr/>
        <a:lstStyle/>
        <a:p>
          <a:r>
            <a:rPr kumimoji="1" lang="en-US" altLang="zh-CN"/>
            <a:t>Rdt2.0</a:t>
          </a:r>
          <a:endParaRPr kumimoji="1" lang="en-US" altLang="zh-CN" dirty="0"/>
        </a:p>
      </dgm:t>
    </dgm:pt>
    <dgm:pt modelId="{1D9ABAA7-60F4-8747-81D4-AE0CD14B5D6D}" type="parTrans" cxnId="{004995C8-6A76-254E-85B4-FBFFD631621C}">
      <dgm:prSet/>
      <dgm:spPr/>
      <dgm:t>
        <a:bodyPr/>
        <a:lstStyle/>
        <a:p>
          <a:endParaRPr lang="zh-CN" altLang="en-US"/>
        </a:p>
      </dgm:t>
    </dgm:pt>
    <dgm:pt modelId="{886769B6-15E9-134B-9457-67CB67BB7126}" type="sibTrans" cxnId="{004995C8-6A76-254E-85B4-FBFFD631621C}">
      <dgm:prSet/>
      <dgm:spPr/>
      <dgm:t>
        <a:bodyPr/>
        <a:lstStyle/>
        <a:p>
          <a:endParaRPr lang="zh-CN" altLang="en-US"/>
        </a:p>
      </dgm:t>
    </dgm:pt>
    <dgm:pt modelId="{A2D9BF8D-8481-7342-BF84-BD378BC3F280}">
      <dgm:prSet/>
      <dgm:spPr/>
      <dgm:t>
        <a:bodyPr/>
        <a:lstStyle/>
        <a:p>
          <a:r>
            <a:rPr kumimoji="1" lang="en-US" altLang="zh-CN"/>
            <a:t>Rdt2.1</a:t>
          </a:r>
          <a:endParaRPr kumimoji="1" lang="en-US" altLang="zh-CN" dirty="0"/>
        </a:p>
      </dgm:t>
    </dgm:pt>
    <dgm:pt modelId="{D1B5E217-B486-2646-A1AD-AB50215A1F31}" type="parTrans" cxnId="{957DBB5C-BDD8-6745-823B-147EE9EF7658}">
      <dgm:prSet/>
      <dgm:spPr/>
      <dgm:t>
        <a:bodyPr/>
        <a:lstStyle/>
        <a:p>
          <a:endParaRPr lang="zh-CN" altLang="en-US"/>
        </a:p>
      </dgm:t>
    </dgm:pt>
    <dgm:pt modelId="{F8B24830-FF03-1044-AB48-820097E50A96}" type="sibTrans" cxnId="{957DBB5C-BDD8-6745-823B-147EE9EF7658}">
      <dgm:prSet/>
      <dgm:spPr/>
      <dgm:t>
        <a:bodyPr/>
        <a:lstStyle/>
        <a:p>
          <a:endParaRPr lang="zh-CN" altLang="en-US"/>
        </a:p>
      </dgm:t>
    </dgm:pt>
    <dgm:pt modelId="{433571F6-4547-194C-A570-5DD123BA6D00}">
      <dgm:prSet/>
      <dgm:spPr/>
      <dgm:t>
        <a:bodyPr/>
        <a:lstStyle/>
        <a:p>
          <a:r>
            <a:rPr kumimoji="1" lang="en-US" altLang="zh-CN"/>
            <a:t>Rdt2.2</a:t>
          </a:r>
          <a:endParaRPr kumimoji="1" lang="en-US" altLang="zh-CN" dirty="0"/>
        </a:p>
      </dgm:t>
    </dgm:pt>
    <dgm:pt modelId="{710395A7-A10A-A64A-AEEB-1395E23BAE3C}" type="parTrans" cxnId="{77A14E9A-10F2-B64C-AD86-27861EF7C0D3}">
      <dgm:prSet/>
      <dgm:spPr/>
      <dgm:t>
        <a:bodyPr/>
        <a:lstStyle/>
        <a:p>
          <a:endParaRPr lang="zh-CN" altLang="en-US"/>
        </a:p>
      </dgm:t>
    </dgm:pt>
    <dgm:pt modelId="{8846A320-C05F-BB4C-BAD7-33B605B7C5A9}" type="sibTrans" cxnId="{77A14E9A-10F2-B64C-AD86-27861EF7C0D3}">
      <dgm:prSet/>
      <dgm:spPr/>
      <dgm:t>
        <a:bodyPr/>
        <a:lstStyle/>
        <a:p>
          <a:endParaRPr lang="zh-CN" altLang="en-US"/>
        </a:p>
      </dgm:t>
    </dgm:pt>
    <dgm:pt modelId="{C793FBE2-B6FF-0349-AEAD-94325FA66AAD}">
      <dgm:prSet/>
      <dgm:spPr/>
      <dgm:t>
        <a:bodyPr/>
        <a:lstStyle/>
        <a:p>
          <a:r>
            <a:rPr kumimoji="1" lang="en-US" altLang="zh-CN"/>
            <a:t>Rdt3.0</a:t>
          </a:r>
          <a:endParaRPr kumimoji="1" lang="en-US" altLang="zh-CN" dirty="0"/>
        </a:p>
      </dgm:t>
    </dgm:pt>
    <dgm:pt modelId="{02278D8F-5995-B64C-9643-989311EE9604}" type="parTrans" cxnId="{9311A7A4-00CB-A749-95F2-2457D756D07A}">
      <dgm:prSet/>
      <dgm:spPr/>
      <dgm:t>
        <a:bodyPr/>
        <a:lstStyle/>
        <a:p>
          <a:endParaRPr lang="zh-CN" altLang="en-US"/>
        </a:p>
      </dgm:t>
    </dgm:pt>
    <dgm:pt modelId="{6CD39A62-D3EE-454E-896A-B8EEF22C9945}" type="sibTrans" cxnId="{9311A7A4-00CB-A749-95F2-2457D756D07A}">
      <dgm:prSet/>
      <dgm:spPr/>
      <dgm:t>
        <a:bodyPr/>
        <a:lstStyle/>
        <a:p>
          <a:endParaRPr lang="zh-CN" altLang="en-US"/>
        </a:p>
      </dgm:t>
    </dgm:pt>
    <dgm:pt modelId="{2CEE29C6-BD3A-9545-B4E1-12F83CCCD885}">
      <dgm:prSet/>
      <dgm:spPr/>
      <dgm:t>
        <a:bodyPr/>
        <a:lstStyle/>
        <a:p>
          <a:r>
            <a:rPr kumimoji="1" lang="zh-CN" altLang="en-US" dirty="0"/>
            <a:t>流水线机制</a:t>
          </a:r>
          <a:endParaRPr kumimoji="1" lang="en-US" altLang="zh-CN" dirty="0"/>
        </a:p>
      </dgm:t>
    </dgm:pt>
    <dgm:pt modelId="{F938BE3A-902E-544F-8916-992BB929ECEF}" type="parTrans" cxnId="{82444DDF-D9DF-8744-99A8-E3964F195BA0}">
      <dgm:prSet/>
      <dgm:spPr/>
      <dgm:t>
        <a:bodyPr/>
        <a:lstStyle/>
        <a:p>
          <a:endParaRPr lang="zh-CN" altLang="en-US"/>
        </a:p>
      </dgm:t>
    </dgm:pt>
    <dgm:pt modelId="{A3841C91-8933-584D-9756-6B8DC6159001}" type="sibTrans" cxnId="{82444DDF-D9DF-8744-99A8-E3964F195BA0}">
      <dgm:prSet/>
      <dgm:spPr/>
      <dgm:t>
        <a:bodyPr/>
        <a:lstStyle/>
        <a:p>
          <a:endParaRPr lang="zh-CN" altLang="en-US"/>
        </a:p>
      </dgm:t>
    </dgm:pt>
    <dgm:pt modelId="{FFD8D86A-61B5-E944-9A01-A9B4B32EAEDC}">
      <dgm:prSet/>
      <dgm:spPr/>
      <dgm:t>
        <a:bodyPr/>
        <a:lstStyle/>
        <a:p>
          <a:r>
            <a:rPr kumimoji="1" lang="en-US" altLang="zh-CN"/>
            <a:t>GBN</a:t>
          </a:r>
          <a:endParaRPr kumimoji="1" lang="en-US" altLang="zh-CN" dirty="0"/>
        </a:p>
      </dgm:t>
    </dgm:pt>
    <dgm:pt modelId="{98B2B360-22F4-4F4B-B241-728BE1AEC86F}" type="parTrans" cxnId="{8D03F1BB-7748-BC42-858B-EA0F2293E8D0}">
      <dgm:prSet/>
      <dgm:spPr/>
      <dgm:t>
        <a:bodyPr/>
        <a:lstStyle/>
        <a:p>
          <a:endParaRPr lang="zh-CN" altLang="en-US"/>
        </a:p>
      </dgm:t>
    </dgm:pt>
    <dgm:pt modelId="{9BA24B39-9443-D440-AD34-4DFB07D29137}" type="sibTrans" cxnId="{8D03F1BB-7748-BC42-858B-EA0F2293E8D0}">
      <dgm:prSet/>
      <dgm:spPr/>
      <dgm:t>
        <a:bodyPr/>
        <a:lstStyle/>
        <a:p>
          <a:endParaRPr lang="zh-CN" altLang="en-US"/>
        </a:p>
      </dgm:t>
    </dgm:pt>
    <dgm:pt modelId="{13346B4A-011E-8C4C-B779-860DB94F7E25}">
      <dgm:prSet/>
      <dgm:spPr/>
      <dgm:t>
        <a:bodyPr/>
        <a:lstStyle/>
        <a:p>
          <a:r>
            <a:rPr kumimoji="1" lang="en-US" altLang="zh-CN"/>
            <a:t>SR</a:t>
          </a:r>
          <a:endParaRPr kumimoji="1" lang="zh-CN" altLang="en-US" dirty="0"/>
        </a:p>
      </dgm:t>
    </dgm:pt>
    <dgm:pt modelId="{649AD0C2-D985-9848-A058-BD65F0459522}" type="parTrans" cxnId="{284711FA-DADB-7048-94BE-925928D0197C}">
      <dgm:prSet/>
      <dgm:spPr/>
      <dgm:t>
        <a:bodyPr/>
        <a:lstStyle/>
        <a:p>
          <a:endParaRPr lang="zh-CN" altLang="en-US"/>
        </a:p>
      </dgm:t>
    </dgm:pt>
    <dgm:pt modelId="{79D9209E-D501-7742-BECC-EAB6954B2D23}" type="sibTrans" cxnId="{284711FA-DADB-7048-94BE-925928D0197C}">
      <dgm:prSet/>
      <dgm:spPr/>
      <dgm:t>
        <a:bodyPr/>
        <a:lstStyle/>
        <a:p>
          <a:endParaRPr lang="zh-CN" altLang="en-US"/>
        </a:p>
      </dgm:t>
    </dgm:pt>
    <dgm:pt modelId="{D61F5E61-266F-094D-BC7D-744D6DD8B234}">
      <dgm:prSet phldrT="[文本]"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dirty="0"/>
            <a:t>假设信道绝对可靠</a:t>
          </a:r>
        </a:p>
      </dgm:t>
    </dgm:pt>
    <dgm:pt modelId="{D51DC251-0B68-A644-A58A-F69A23A4E5DC}" type="parTrans" cxnId="{B264E2FA-E726-F04D-B416-5544FC42351E}">
      <dgm:prSet/>
      <dgm:spPr/>
      <dgm:t>
        <a:bodyPr/>
        <a:lstStyle/>
        <a:p>
          <a:endParaRPr lang="zh-CN" altLang="en-US"/>
        </a:p>
      </dgm:t>
    </dgm:pt>
    <dgm:pt modelId="{35FD1409-92D0-5B46-AAB4-B688096F1DDB}" type="sibTrans" cxnId="{B264E2FA-E726-F04D-B416-5544FC42351E}">
      <dgm:prSet/>
      <dgm:spPr/>
      <dgm:t>
        <a:bodyPr/>
        <a:lstStyle/>
        <a:p>
          <a:endParaRPr lang="zh-CN" altLang="en-US"/>
        </a:p>
      </dgm:t>
    </dgm:pt>
    <dgm:pt modelId="{A5E79F02-9236-6849-BB95-C083001AE84E}">
      <dgm:prSet/>
      <dgm:spPr/>
      <dgm:t>
        <a:bodyPr/>
        <a:lstStyle/>
        <a:p>
          <a:r>
            <a:rPr kumimoji="1" lang="zh-CN" altLang="en-US"/>
            <a:t>比特可能破坏</a:t>
          </a:r>
          <a:endParaRPr kumimoji="1" lang="en-US" altLang="zh-CN" dirty="0"/>
        </a:p>
      </dgm:t>
    </dgm:pt>
    <dgm:pt modelId="{88A5248C-3CAB-BE40-8CBA-029A0269B1E7}" type="parTrans" cxnId="{B79C1096-AD1F-D747-B900-2A2410381C91}">
      <dgm:prSet/>
      <dgm:spPr/>
      <dgm:t>
        <a:bodyPr/>
        <a:lstStyle/>
        <a:p>
          <a:endParaRPr lang="zh-CN" altLang="en-US"/>
        </a:p>
      </dgm:t>
    </dgm:pt>
    <dgm:pt modelId="{40E04E26-89BF-6244-B9FC-110C5F675B5F}" type="sibTrans" cxnId="{B79C1096-AD1F-D747-B900-2A2410381C91}">
      <dgm:prSet/>
      <dgm:spPr/>
      <dgm:t>
        <a:bodyPr/>
        <a:lstStyle/>
        <a:p>
          <a:endParaRPr lang="zh-CN" altLang="en-US"/>
        </a:p>
      </dgm:t>
    </dgm:pt>
    <dgm:pt modelId="{4E61C10D-13E2-004B-BF28-694217B02B2F}">
      <dgm:prSet/>
      <dgm:spPr/>
      <dgm:t>
        <a:bodyPr/>
        <a:lstStyle/>
        <a:p>
          <a:r>
            <a:rPr kumimoji="1" lang="zh-CN" altLang="en-US"/>
            <a:t>新机制： </a:t>
          </a:r>
          <a:r>
            <a:rPr kumimoji="1" lang="en-US" altLang="zh-CN"/>
            <a:t>checksum</a:t>
          </a:r>
          <a:r>
            <a:rPr kumimoji="1" lang="zh-CN" altLang="en-US"/>
            <a:t>、</a:t>
          </a:r>
          <a:r>
            <a:rPr kumimoji="1" lang="en-US" altLang="zh-CN"/>
            <a:t>ACK</a:t>
          </a:r>
          <a:r>
            <a:rPr kumimoji="1" lang="zh-CN" altLang="en-US"/>
            <a:t>、</a:t>
          </a:r>
          <a:r>
            <a:rPr kumimoji="1" lang="en-US" altLang="zh-CN"/>
            <a:t>NAK</a:t>
          </a:r>
          <a:r>
            <a:rPr kumimoji="1" lang="zh-CN" altLang="en-US"/>
            <a:t>、重传</a:t>
          </a:r>
          <a:endParaRPr kumimoji="1" lang="en-US" altLang="zh-CN" dirty="0"/>
        </a:p>
      </dgm:t>
    </dgm:pt>
    <dgm:pt modelId="{F4581455-5280-F54E-BD3D-5571B763EF11}" type="parTrans" cxnId="{B61C46A2-8D4A-0645-A119-7205AEDC50CC}">
      <dgm:prSet/>
      <dgm:spPr/>
      <dgm:t>
        <a:bodyPr/>
        <a:lstStyle/>
        <a:p>
          <a:endParaRPr lang="zh-CN" altLang="en-US"/>
        </a:p>
      </dgm:t>
    </dgm:pt>
    <dgm:pt modelId="{7D79AEF9-49FD-0F41-936D-0728A0FF0A36}" type="sibTrans" cxnId="{B61C46A2-8D4A-0645-A119-7205AEDC50CC}">
      <dgm:prSet/>
      <dgm:spPr/>
      <dgm:t>
        <a:bodyPr/>
        <a:lstStyle/>
        <a:p>
          <a:endParaRPr lang="zh-CN" altLang="en-US"/>
        </a:p>
      </dgm:t>
    </dgm:pt>
    <dgm:pt modelId="{54683989-3110-854F-B178-6CDD64F2C7B0}">
      <dgm:prSet/>
      <dgm:spPr/>
      <dgm:t>
        <a:bodyPr/>
        <a:lstStyle/>
        <a:p>
          <a:r>
            <a:rPr kumimoji="1" lang="en-US" altLang="zh-CN"/>
            <a:t>ACK/NAK</a:t>
          </a:r>
          <a:r>
            <a:rPr kumimoji="1" lang="zh-CN" altLang="en-US"/>
            <a:t>可能破坏</a:t>
          </a:r>
          <a:endParaRPr kumimoji="1" lang="en-US" altLang="zh-CN" dirty="0"/>
        </a:p>
      </dgm:t>
    </dgm:pt>
    <dgm:pt modelId="{8260BD68-4A47-E344-A00F-AC7DA8FAA566}" type="parTrans" cxnId="{9FE2F88B-3DF1-E74F-999D-F4B58FE772A1}">
      <dgm:prSet/>
      <dgm:spPr/>
      <dgm:t>
        <a:bodyPr/>
        <a:lstStyle/>
        <a:p>
          <a:endParaRPr lang="zh-CN" altLang="en-US"/>
        </a:p>
      </dgm:t>
    </dgm:pt>
    <dgm:pt modelId="{381B4805-33AA-E149-8D0C-3F5E0F2CE698}" type="sibTrans" cxnId="{9FE2F88B-3DF1-E74F-999D-F4B58FE772A1}">
      <dgm:prSet/>
      <dgm:spPr/>
      <dgm:t>
        <a:bodyPr/>
        <a:lstStyle/>
        <a:p>
          <a:endParaRPr lang="zh-CN" altLang="en-US"/>
        </a:p>
      </dgm:t>
    </dgm:pt>
    <dgm:pt modelId="{9D9F4FCF-DE1A-9447-9045-E362189D8898}">
      <dgm:prSet/>
      <dgm:spPr/>
      <dgm:t>
        <a:bodyPr/>
        <a:lstStyle/>
        <a:p>
          <a:r>
            <a:rPr kumimoji="1" lang="zh-CN" altLang="en-US"/>
            <a:t>新机制：序号  </a:t>
          </a:r>
          <a:r>
            <a:rPr kumimoji="1" lang="en-US" altLang="zh-CN"/>
            <a:t>0/1</a:t>
          </a:r>
          <a:endParaRPr kumimoji="1" lang="en-US" altLang="zh-CN" dirty="0"/>
        </a:p>
      </dgm:t>
    </dgm:pt>
    <dgm:pt modelId="{F8E353DD-BC1F-8840-9E99-36B79BE8F357}" type="parTrans" cxnId="{8C8D8B53-D68F-554F-BC1C-EFFD87424AC6}">
      <dgm:prSet/>
      <dgm:spPr/>
      <dgm:t>
        <a:bodyPr/>
        <a:lstStyle/>
        <a:p>
          <a:endParaRPr lang="zh-CN" altLang="en-US"/>
        </a:p>
      </dgm:t>
    </dgm:pt>
    <dgm:pt modelId="{8AA3BA6A-5CE2-AA4D-A71D-F31F76C3C9A3}" type="sibTrans" cxnId="{8C8D8B53-D68F-554F-BC1C-EFFD87424AC6}">
      <dgm:prSet/>
      <dgm:spPr/>
      <dgm:t>
        <a:bodyPr/>
        <a:lstStyle/>
        <a:p>
          <a:endParaRPr lang="zh-CN" altLang="en-US"/>
        </a:p>
      </dgm:t>
    </dgm:pt>
    <dgm:pt modelId="{E09EEC68-31C5-1F4B-9F08-5CD308A07C36}">
      <dgm:prSet/>
      <dgm:spPr/>
      <dgm:t>
        <a:bodyPr/>
        <a:lstStyle/>
        <a:p>
          <a:r>
            <a:rPr kumimoji="1" lang="zh-CN" altLang="en-US"/>
            <a:t>去掉 </a:t>
          </a:r>
          <a:r>
            <a:rPr kumimoji="1" lang="en-US" altLang="zh-CN"/>
            <a:t>NAK</a:t>
          </a:r>
          <a:endParaRPr kumimoji="1" lang="en-US" altLang="zh-CN" dirty="0"/>
        </a:p>
      </dgm:t>
    </dgm:pt>
    <dgm:pt modelId="{16F45887-6A89-E446-BBD2-88D72214E3B1}" type="parTrans" cxnId="{851D16B0-41CD-4345-96E0-3942B3FF8C43}">
      <dgm:prSet/>
      <dgm:spPr/>
      <dgm:t>
        <a:bodyPr/>
        <a:lstStyle/>
        <a:p>
          <a:endParaRPr lang="zh-CN" altLang="en-US"/>
        </a:p>
      </dgm:t>
    </dgm:pt>
    <dgm:pt modelId="{67437889-1A15-854D-8CB0-D2A297A0AC66}" type="sibTrans" cxnId="{851D16B0-41CD-4345-96E0-3942B3FF8C43}">
      <dgm:prSet/>
      <dgm:spPr/>
      <dgm:t>
        <a:bodyPr/>
        <a:lstStyle/>
        <a:p>
          <a:endParaRPr lang="zh-CN" altLang="en-US"/>
        </a:p>
      </dgm:t>
    </dgm:pt>
    <dgm:pt modelId="{2B47B15E-0A8F-CC45-A623-56E863873782}">
      <dgm:prSet/>
      <dgm:spPr/>
      <dgm:t>
        <a:bodyPr/>
        <a:lstStyle/>
        <a:p>
          <a:r>
            <a:rPr kumimoji="1" lang="zh-CN" altLang="en-US"/>
            <a:t>可能比特错误、分组丢失、</a:t>
          </a:r>
          <a:r>
            <a:rPr kumimoji="1" lang="en-US" altLang="zh-CN"/>
            <a:t>ACK</a:t>
          </a:r>
          <a:r>
            <a:rPr kumimoji="1" lang="zh-CN" altLang="en-US"/>
            <a:t>丢失</a:t>
          </a:r>
          <a:endParaRPr kumimoji="1" lang="en-US" altLang="zh-CN" dirty="0"/>
        </a:p>
      </dgm:t>
    </dgm:pt>
    <dgm:pt modelId="{F534D795-75B6-DF42-9ACA-51F266623FF6}" type="parTrans" cxnId="{D5C110C3-55F3-5440-8FC2-B797034889A9}">
      <dgm:prSet/>
      <dgm:spPr/>
      <dgm:t>
        <a:bodyPr/>
        <a:lstStyle/>
        <a:p>
          <a:endParaRPr lang="zh-CN" altLang="en-US"/>
        </a:p>
      </dgm:t>
    </dgm:pt>
    <dgm:pt modelId="{00846E52-28DF-4444-B865-3C2249129F8F}" type="sibTrans" cxnId="{D5C110C3-55F3-5440-8FC2-B797034889A9}">
      <dgm:prSet/>
      <dgm:spPr/>
      <dgm:t>
        <a:bodyPr/>
        <a:lstStyle/>
        <a:p>
          <a:endParaRPr lang="zh-CN" altLang="en-US"/>
        </a:p>
      </dgm:t>
    </dgm:pt>
    <dgm:pt modelId="{6F9490EF-FF70-2B4C-AAA6-522C0C4644B7}">
      <dgm:prSet/>
      <dgm:spPr/>
      <dgm:t>
        <a:bodyPr/>
        <a:lstStyle/>
        <a:p>
          <a:r>
            <a:rPr kumimoji="1" lang="zh-CN" altLang="en-US"/>
            <a:t>新机制：定时器</a:t>
          </a:r>
          <a:endParaRPr kumimoji="1" lang="en-US" altLang="zh-CN" dirty="0"/>
        </a:p>
      </dgm:t>
    </dgm:pt>
    <dgm:pt modelId="{CD18BA49-027A-CD47-89A6-22EEDB858DCE}" type="parTrans" cxnId="{76A093EB-35FB-D24B-A094-AD9B60C99E06}">
      <dgm:prSet/>
      <dgm:spPr/>
      <dgm:t>
        <a:bodyPr/>
        <a:lstStyle/>
        <a:p>
          <a:endParaRPr lang="zh-CN" altLang="en-US"/>
        </a:p>
      </dgm:t>
    </dgm:pt>
    <dgm:pt modelId="{42593F4C-9E18-4044-A35E-92EF909F66CA}" type="sibTrans" cxnId="{76A093EB-35FB-D24B-A094-AD9B60C99E06}">
      <dgm:prSet/>
      <dgm:spPr/>
      <dgm:t>
        <a:bodyPr/>
        <a:lstStyle/>
        <a:p>
          <a:endParaRPr lang="zh-CN" altLang="en-US"/>
        </a:p>
      </dgm:t>
    </dgm:pt>
    <dgm:pt modelId="{02E6B95B-51AF-C344-B248-F5AF042BCCC6}">
      <dgm:prSet/>
      <dgm:spPr/>
      <dgm:t>
        <a:bodyPr/>
        <a:lstStyle/>
        <a:p>
          <a:r>
            <a:rPr kumimoji="1" lang="zh-CN" altLang="en-US"/>
            <a:t>解决性能问题</a:t>
          </a:r>
          <a:endParaRPr kumimoji="1" lang="en-US" altLang="zh-CN" dirty="0"/>
        </a:p>
      </dgm:t>
    </dgm:pt>
    <dgm:pt modelId="{2E8D913A-14F9-484E-BDB1-32C08020A824}" type="parTrans" cxnId="{F9550914-AD2A-4440-9D89-DDC3D5A3A7B9}">
      <dgm:prSet/>
      <dgm:spPr/>
      <dgm:t>
        <a:bodyPr/>
        <a:lstStyle/>
        <a:p>
          <a:endParaRPr lang="zh-CN" altLang="en-US"/>
        </a:p>
      </dgm:t>
    </dgm:pt>
    <dgm:pt modelId="{A1C9843D-07AD-9341-A3A1-D63D1D89922C}" type="sibTrans" cxnId="{F9550914-AD2A-4440-9D89-DDC3D5A3A7B9}">
      <dgm:prSet/>
      <dgm:spPr/>
      <dgm:t>
        <a:bodyPr/>
        <a:lstStyle/>
        <a:p>
          <a:endParaRPr lang="zh-CN" altLang="en-US"/>
        </a:p>
      </dgm:t>
    </dgm:pt>
    <dgm:pt modelId="{33F1DCB2-C3FA-C141-BE92-7FED1E4D7200}">
      <dgm:prSet/>
      <dgm:spPr/>
      <dgm:t>
        <a:bodyPr/>
        <a:lstStyle/>
        <a:p>
          <a:r>
            <a:rPr kumimoji="1" lang="zh-CN" altLang="en-US"/>
            <a:t>更大的序号范围、同时传输</a:t>
          </a:r>
          <a:endParaRPr kumimoji="1" lang="en-US" altLang="zh-CN" dirty="0"/>
        </a:p>
      </dgm:t>
    </dgm:pt>
    <dgm:pt modelId="{7D562410-C87B-3C46-8B51-A8F79404DFD9}" type="parTrans" cxnId="{AE6402A1-67EA-504B-BD0A-B2213CB3B156}">
      <dgm:prSet/>
      <dgm:spPr/>
      <dgm:t>
        <a:bodyPr/>
        <a:lstStyle/>
        <a:p>
          <a:endParaRPr lang="zh-CN" altLang="en-US"/>
        </a:p>
      </dgm:t>
    </dgm:pt>
    <dgm:pt modelId="{F06D49B8-215D-9940-8C8B-C7FF2C0526E1}" type="sibTrans" cxnId="{AE6402A1-67EA-504B-BD0A-B2213CB3B156}">
      <dgm:prSet/>
      <dgm:spPr/>
      <dgm:t>
        <a:bodyPr/>
        <a:lstStyle/>
        <a:p>
          <a:endParaRPr lang="zh-CN" altLang="en-US"/>
        </a:p>
      </dgm:t>
    </dgm:pt>
    <dgm:pt modelId="{06A19EB0-0A90-AB48-8BBF-85E170316264}">
      <dgm:prSet/>
      <dgm:spPr/>
      <dgm:t>
        <a:bodyPr/>
        <a:lstStyle/>
        <a:p>
          <a:r>
            <a:rPr kumimoji="1" lang="zh-CN" altLang="en-US"/>
            <a:t>定时器、超时最大重传</a:t>
          </a:r>
          <a:endParaRPr kumimoji="1" lang="en-US" altLang="zh-CN" dirty="0"/>
        </a:p>
      </dgm:t>
    </dgm:pt>
    <dgm:pt modelId="{481C70E4-15E3-684A-B64B-B104AB05E16D}" type="parTrans" cxnId="{E67571FF-E7C7-F642-BBB6-F1933048B2E2}">
      <dgm:prSet/>
      <dgm:spPr/>
      <dgm:t>
        <a:bodyPr/>
        <a:lstStyle/>
        <a:p>
          <a:endParaRPr lang="zh-CN" altLang="en-US"/>
        </a:p>
      </dgm:t>
    </dgm:pt>
    <dgm:pt modelId="{44E396B1-6F11-4947-9E3A-6BB9ABEA276B}" type="sibTrans" cxnId="{E67571FF-E7C7-F642-BBB6-F1933048B2E2}">
      <dgm:prSet/>
      <dgm:spPr/>
      <dgm:t>
        <a:bodyPr/>
        <a:lstStyle/>
        <a:p>
          <a:endParaRPr lang="zh-CN" altLang="en-US"/>
        </a:p>
      </dgm:t>
    </dgm:pt>
    <dgm:pt modelId="{982EED79-385C-7D4D-B1AC-3BF3CCA6A4AD}">
      <dgm:prSet/>
      <dgm:spPr/>
      <dgm:t>
        <a:bodyPr/>
        <a:lstStyle/>
        <a:p>
          <a:r>
            <a:rPr kumimoji="1" lang="zh-CN" altLang="en-US"/>
            <a:t>乱序缓存，重传没有 </a:t>
          </a:r>
          <a:r>
            <a:rPr kumimoji="1" lang="en-US" altLang="zh-CN"/>
            <a:t>ACK</a:t>
          </a:r>
          <a:r>
            <a:rPr kumimoji="1" lang="zh-CN" altLang="en-US"/>
            <a:t> 的分组</a:t>
          </a:r>
          <a:endParaRPr kumimoji="1" lang="zh-CN" altLang="en-US" dirty="0"/>
        </a:p>
      </dgm:t>
    </dgm:pt>
    <dgm:pt modelId="{6AB721EA-414C-5943-AA26-798583C27DAF}" type="parTrans" cxnId="{99360A74-4C1D-1748-8B02-891F062CC8E5}">
      <dgm:prSet/>
      <dgm:spPr/>
      <dgm:t>
        <a:bodyPr/>
        <a:lstStyle/>
        <a:p>
          <a:endParaRPr lang="zh-CN" altLang="en-US"/>
        </a:p>
      </dgm:t>
    </dgm:pt>
    <dgm:pt modelId="{FCE3918B-7B79-B048-B85A-489288C48CCD}" type="sibTrans" cxnId="{99360A74-4C1D-1748-8B02-891F062CC8E5}">
      <dgm:prSet/>
      <dgm:spPr/>
      <dgm:t>
        <a:bodyPr/>
        <a:lstStyle/>
        <a:p>
          <a:endParaRPr lang="zh-CN" altLang="en-US"/>
        </a:p>
      </dgm:t>
    </dgm:pt>
    <dgm:pt modelId="{3C3B6679-56EE-084F-AE17-FAB09EEC908A}" type="pres">
      <dgm:prSet presAssocID="{815C8E55-C3CA-1242-8AA0-9FD8482C6705}" presName="Name0" presStyleCnt="0">
        <dgm:presLayoutVars>
          <dgm:dir/>
          <dgm:animLvl val="lvl"/>
          <dgm:resizeHandles val="exact"/>
        </dgm:presLayoutVars>
      </dgm:prSet>
      <dgm:spPr/>
    </dgm:pt>
    <dgm:pt modelId="{A4327C20-2D57-D542-98A2-2BC9B6AFB9C7}" type="pres">
      <dgm:prSet presAssocID="{B4448611-52F4-784B-AC10-CC437D991EAD}" presName="linNode" presStyleCnt="0"/>
      <dgm:spPr/>
    </dgm:pt>
    <dgm:pt modelId="{58C1EB9D-E0CD-1F41-AC93-3959B32219F7}" type="pres">
      <dgm:prSet presAssocID="{B4448611-52F4-784B-AC10-CC437D991EAD}" presName="parentText" presStyleLbl="node1" presStyleIdx="0" presStyleCnt="8" custScaleX="65494">
        <dgm:presLayoutVars>
          <dgm:chMax val="1"/>
          <dgm:bulletEnabled val="1"/>
        </dgm:presLayoutVars>
      </dgm:prSet>
      <dgm:spPr/>
    </dgm:pt>
    <dgm:pt modelId="{EE3656E7-C0BD-C04A-92A9-6DA7C4B9A570}" type="pres">
      <dgm:prSet presAssocID="{B4448611-52F4-784B-AC10-CC437D991EAD}" presName="descendantText" presStyleLbl="alignAccFollowNode1" presStyleIdx="0" presStyleCnt="8">
        <dgm:presLayoutVars>
          <dgm:bulletEnabled val="1"/>
        </dgm:presLayoutVars>
      </dgm:prSet>
      <dgm:spPr/>
    </dgm:pt>
    <dgm:pt modelId="{3276AA1D-2E47-0C40-80A0-8F50B2600365}" type="pres">
      <dgm:prSet presAssocID="{18D1055E-108E-F646-88E0-7B6DA190B838}" presName="sp" presStyleCnt="0"/>
      <dgm:spPr/>
    </dgm:pt>
    <dgm:pt modelId="{AF8C2343-738C-9E40-814B-66A128139550}" type="pres">
      <dgm:prSet presAssocID="{DB239E82-8A57-524E-B6EC-48910694DE88}" presName="linNode" presStyleCnt="0"/>
      <dgm:spPr/>
    </dgm:pt>
    <dgm:pt modelId="{40F25143-7CAA-CB4E-8724-7EF3B73FAC33}" type="pres">
      <dgm:prSet presAssocID="{DB239E82-8A57-524E-B6EC-48910694DE88}" presName="parentText" presStyleLbl="node1" presStyleIdx="1" presStyleCnt="8" custScaleX="65494">
        <dgm:presLayoutVars>
          <dgm:chMax val="1"/>
          <dgm:bulletEnabled val="1"/>
        </dgm:presLayoutVars>
      </dgm:prSet>
      <dgm:spPr/>
    </dgm:pt>
    <dgm:pt modelId="{F5A13C93-B038-C94A-8A35-9571194A04B8}" type="pres">
      <dgm:prSet presAssocID="{DB239E82-8A57-524E-B6EC-48910694DE88}" presName="descendantText" presStyleLbl="alignAccFollowNode1" presStyleIdx="1" presStyleCnt="8">
        <dgm:presLayoutVars>
          <dgm:bulletEnabled val="1"/>
        </dgm:presLayoutVars>
      </dgm:prSet>
      <dgm:spPr/>
    </dgm:pt>
    <dgm:pt modelId="{34EA05AC-3574-9A4E-A8A1-8D975E70B421}" type="pres">
      <dgm:prSet presAssocID="{886769B6-15E9-134B-9457-67CB67BB7126}" presName="sp" presStyleCnt="0"/>
      <dgm:spPr/>
    </dgm:pt>
    <dgm:pt modelId="{B43CC164-E301-FB40-9E45-41B9248D84FE}" type="pres">
      <dgm:prSet presAssocID="{A2D9BF8D-8481-7342-BF84-BD378BC3F280}" presName="linNode" presStyleCnt="0"/>
      <dgm:spPr/>
    </dgm:pt>
    <dgm:pt modelId="{1BF39104-885C-114A-9A74-8B87EE8F5EA6}" type="pres">
      <dgm:prSet presAssocID="{A2D9BF8D-8481-7342-BF84-BD378BC3F280}" presName="parentText" presStyleLbl="node1" presStyleIdx="2" presStyleCnt="8" custScaleX="65494">
        <dgm:presLayoutVars>
          <dgm:chMax val="1"/>
          <dgm:bulletEnabled val="1"/>
        </dgm:presLayoutVars>
      </dgm:prSet>
      <dgm:spPr/>
    </dgm:pt>
    <dgm:pt modelId="{20B9A1CA-FEE2-7C49-A222-C340763A4D88}" type="pres">
      <dgm:prSet presAssocID="{A2D9BF8D-8481-7342-BF84-BD378BC3F280}" presName="descendantText" presStyleLbl="alignAccFollowNode1" presStyleIdx="2" presStyleCnt="8">
        <dgm:presLayoutVars>
          <dgm:bulletEnabled val="1"/>
        </dgm:presLayoutVars>
      </dgm:prSet>
      <dgm:spPr/>
    </dgm:pt>
    <dgm:pt modelId="{AB3CC8EB-449F-EA43-BCEA-76CE59CB1151}" type="pres">
      <dgm:prSet presAssocID="{F8B24830-FF03-1044-AB48-820097E50A96}" presName="sp" presStyleCnt="0"/>
      <dgm:spPr/>
    </dgm:pt>
    <dgm:pt modelId="{21559C51-C1CE-354A-ACA3-2D2352F19783}" type="pres">
      <dgm:prSet presAssocID="{433571F6-4547-194C-A570-5DD123BA6D00}" presName="linNode" presStyleCnt="0"/>
      <dgm:spPr/>
    </dgm:pt>
    <dgm:pt modelId="{304BBA83-47CC-AE49-8EF1-8A27038218E7}" type="pres">
      <dgm:prSet presAssocID="{433571F6-4547-194C-A570-5DD123BA6D00}" presName="parentText" presStyleLbl="node1" presStyleIdx="3" presStyleCnt="8" custScaleX="65494">
        <dgm:presLayoutVars>
          <dgm:chMax val="1"/>
          <dgm:bulletEnabled val="1"/>
        </dgm:presLayoutVars>
      </dgm:prSet>
      <dgm:spPr/>
    </dgm:pt>
    <dgm:pt modelId="{B7D2C7A7-F6AD-544A-AA95-EF9A39FB52BA}" type="pres">
      <dgm:prSet presAssocID="{433571F6-4547-194C-A570-5DD123BA6D00}" presName="descendantText" presStyleLbl="alignAccFollowNode1" presStyleIdx="3" presStyleCnt="8">
        <dgm:presLayoutVars>
          <dgm:bulletEnabled val="1"/>
        </dgm:presLayoutVars>
      </dgm:prSet>
      <dgm:spPr/>
    </dgm:pt>
    <dgm:pt modelId="{56FEDC13-1E67-8246-847A-55B2F21DA9F4}" type="pres">
      <dgm:prSet presAssocID="{8846A320-C05F-BB4C-BAD7-33B605B7C5A9}" presName="sp" presStyleCnt="0"/>
      <dgm:spPr/>
    </dgm:pt>
    <dgm:pt modelId="{19D1856F-94E6-3943-9578-104957336B1B}" type="pres">
      <dgm:prSet presAssocID="{C793FBE2-B6FF-0349-AEAD-94325FA66AAD}" presName="linNode" presStyleCnt="0"/>
      <dgm:spPr/>
    </dgm:pt>
    <dgm:pt modelId="{464250CD-F7F9-B841-86AC-37FD6580F194}" type="pres">
      <dgm:prSet presAssocID="{C793FBE2-B6FF-0349-AEAD-94325FA66AAD}" presName="parentText" presStyleLbl="node1" presStyleIdx="4" presStyleCnt="8" custScaleX="65494">
        <dgm:presLayoutVars>
          <dgm:chMax val="1"/>
          <dgm:bulletEnabled val="1"/>
        </dgm:presLayoutVars>
      </dgm:prSet>
      <dgm:spPr/>
    </dgm:pt>
    <dgm:pt modelId="{FBD77F3B-156E-C04F-A19D-CC94911A063D}" type="pres">
      <dgm:prSet presAssocID="{C793FBE2-B6FF-0349-AEAD-94325FA66AAD}" presName="descendantText" presStyleLbl="alignAccFollowNode1" presStyleIdx="4" presStyleCnt="8">
        <dgm:presLayoutVars>
          <dgm:bulletEnabled val="1"/>
        </dgm:presLayoutVars>
      </dgm:prSet>
      <dgm:spPr/>
    </dgm:pt>
    <dgm:pt modelId="{344FC6E7-34EB-C749-ADD0-4ED9751AB50A}" type="pres">
      <dgm:prSet presAssocID="{6CD39A62-D3EE-454E-896A-B8EEF22C9945}" presName="sp" presStyleCnt="0"/>
      <dgm:spPr/>
    </dgm:pt>
    <dgm:pt modelId="{79DFD938-8ABC-6F4F-8047-CBFB108E498F}" type="pres">
      <dgm:prSet presAssocID="{2CEE29C6-BD3A-9545-B4E1-12F83CCCD885}" presName="linNode" presStyleCnt="0"/>
      <dgm:spPr/>
    </dgm:pt>
    <dgm:pt modelId="{96EB242C-BAE2-E949-8277-E01540774F28}" type="pres">
      <dgm:prSet presAssocID="{2CEE29C6-BD3A-9545-B4E1-12F83CCCD885}" presName="parentText" presStyleLbl="node1" presStyleIdx="5" presStyleCnt="8" custScaleX="65494">
        <dgm:presLayoutVars>
          <dgm:chMax val="1"/>
          <dgm:bulletEnabled val="1"/>
        </dgm:presLayoutVars>
      </dgm:prSet>
      <dgm:spPr/>
    </dgm:pt>
    <dgm:pt modelId="{BE6970C7-E91D-7B47-A90E-0CB05EF8E906}" type="pres">
      <dgm:prSet presAssocID="{2CEE29C6-BD3A-9545-B4E1-12F83CCCD885}" presName="descendantText" presStyleLbl="alignAccFollowNode1" presStyleIdx="5" presStyleCnt="8">
        <dgm:presLayoutVars>
          <dgm:bulletEnabled val="1"/>
        </dgm:presLayoutVars>
      </dgm:prSet>
      <dgm:spPr/>
    </dgm:pt>
    <dgm:pt modelId="{51FB6591-931E-CD44-B144-F7237E47B301}" type="pres">
      <dgm:prSet presAssocID="{A3841C91-8933-584D-9756-6B8DC6159001}" presName="sp" presStyleCnt="0"/>
      <dgm:spPr/>
    </dgm:pt>
    <dgm:pt modelId="{B1F1916F-2FFC-114A-BC1F-5C7971DE5B40}" type="pres">
      <dgm:prSet presAssocID="{FFD8D86A-61B5-E944-9A01-A9B4B32EAEDC}" presName="linNode" presStyleCnt="0"/>
      <dgm:spPr/>
    </dgm:pt>
    <dgm:pt modelId="{5D9B95F4-558C-7B4A-B75A-BF48638CBE8F}" type="pres">
      <dgm:prSet presAssocID="{FFD8D86A-61B5-E944-9A01-A9B4B32EAEDC}" presName="parentText" presStyleLbl="node1" presStyleIdx="6" presStyleCnt="8" custScaleX="65494">
        <dgm:presLayoutVars>
          <dgm:chMax val="1"/>
          <dgm:bulletEnabled val="1"/>
        </dgm:presLayoutVars>
      </dgm:prSet>
      <dgm:spPr/>
    </dgm:pt>
    <dgm:pt modelId="{2D2EEAAF-67AC-1A4E-A50E-A10169B0DE23}" type="pres">
      <dgm:prSet presAssocID="{FFD8D86A-61B5-E944-9A01-A9B4B32EAEDC}" presName="descendantText" presStyleLbl="alignAccFollowNode1" presStyleIdx="6" presStyleCnt="8">
        <dgm:presLayoutVars>
          <dgm:bulletEnabled val="1"/>
        </dgm:presLayoutVars>
      </dgm:prSet>
      <dgm:spPr/>
    </dgm:pt>
    <dgm:pt modelId="{B6B3F644-E569-C449-BA18-911F4D519BF1}" type="pres">
      <dgm:prSet presAssocID="{9BA24B39-9443-D440-AD34-4DFB07D29137}" presName="sp" presStyleCnt="0"/>
      <dgm:spPr/>
    </dgm:pt>
    <dgm:pt modelId="{204F2A57-7814-B04B-B882-BFEE24E5B43D}" type="pres">
      <dgm:prSet presAssocID="{13346B4A-011E-8C4C-B779-860DB94F7E25}" presName="linNode" presStyleCnt="0"/>
      <dgm:spPr/>
    </dgm:pt>
    <dgm:pt modelId="{49C1234B-E7A1-8743-B60F-8331E923F5D3}" type="pres">
      <dgm:prSet presAssocID="{13346B4A-011E-8C4C-B779-860DB94F7E25}" presName="parentText" presStyleLbl="node1" presStyleIdx="7" presStyleCnt="8" custScaleX="65494">
        <dgm:presLayoutVars>
          <dgm:chMax val="1"/>
          <dgm:bulletEnabled val="1"/>
        </dgm:presLayoutVars>
      </dgm:prSet>
      <dgm:spPr/>
    </dgm:pt>
    <dgm:pt modelId="{5E2466FC-A7AE-324B-8147-78E22DDB7B19}" type="pres">
      <dgm:prSet presAssocID="{13346B4A-011E-8C4C-B779-860DB94F7E25}" presName="descendantText" presStyleLbl="alignAccFollowNode1" presStyleIdx="7" presStyleCnt="8">
        <dgm:presLayoutVars>
          <dgm:bulletEnabled val="1"/>
        </dgm:presLayoutVars>
      </dgm:prSet>
      <dgm:spPr/>
    </dgm:pt>
  </dgm:ptLst>
  <dgm:cxnLst>
    <dgm:cxn modelId="{4B7C0404-3FA4-1D4E-A58B-841EC8A96759}" type="presOf" srcId="{2B47B15E-0A8F-CC45-A623-56E863873782}" destId="{FBD77F3B-156E-C04F-A19D-CC94911A063D}" srcOrd="0" destOrd="0" presId="urn:microsoft.com/office/officeart/2005/8/layout/vList5"/>
    <dgm:cxn modelId="{2A398E07-40CF-C642-A8E3-4FAA300173BF}" type="presOf" srcId="{E09EEC68-31C5-1F4B-9F08-5CD308A07C36}" destId="{B7D2C7A7-F6AD-544A-AA95-EF9A39FB52BA}" srcOrd="0" destOrd="0" presId="urn:microsoft.com/office/officeart/2005/8/layout/vList5"/>
    <dgm:cxn modelId="{1C517508-EB10-4D47-8A07-C574F08EB45C}" type="presOf" srcId="{982EED79-385C-7D4D-B1AC-3BF3CCA6A4AD}" destId="{5E2466FC-A7AE-324B-8147-78E22DDB7B19}" srcOrd="0" destOrd="0" presId="urn:microsoft.com/office/officeart/2005/8/layout/vList5"/>
    <dgm:cxn modelId="{6EF50109-56AF-6241-AE39-1FF799BC516C}" type="presOf" srcId="{13346B4A-011E-8C4C-B779-860DB94F7E25}" destId="{49C1234B-E7A1-8743-B60F-8331E923F5D3}" srcOrd="0" destOrd="0" presId="urn:microsoft.com/office/officeart/2005/8/layout/vList5"/>
    <dgm:cxn modelId="{5F07E90C-00DE-DE4D-8E19-EAE9BBDD606F}" type="presOf" srcId="{06A19EB0-0A90-AB48-8BBF-85E170316264}" destId="{2D2EEAAF-67AC-1A4E-A50E-A10169B0DE23}" srcOrd="0" destOrd="0" presId="urn:microsoft.com/office/officeart/2005/8/layout/vList5"/>
    <dgm:cxn modelId="{F9550914-AD2A-4440-9D89-DDC3D5A3A7B9}" srcId="{2CEE29C6-BD3A-9545-B4E1-12F83CCCD885}" destId="{02E6B95B-51AF-C344-B248-F5AF042BCCC6}" srcOrd="0" destOrd="0" parTransId="{2E8D913A-14F9-484E-BDB1-32C08020A824}" sibTransId="{A1C9843D-07AD-9341-A3A1-D63D1D89922C}"/>
    <dgm:cxn modelId="{64481915-8414-BF41-A221-B58E6618A78A}" type="presOf" srcId="{C793FBE2-B6FF-0349-AEAD-94325FA66AAD}" destId="{464250CD-F7F9-B841-86AC-37FD6580F194}" srcOrd="0" destOrd="0" presId="urn:microsoft.com/office/officeart/2005/8/layout/vList5"/>
    <dgm:cxn modelId="{B87AD547-798E-7D4E-A428-50CF34B30584}" type="presOf" srcId="{A5E79F02-9236-6849-BB95-C083001AE84E}" destId="{F5A13C93-B038-C94A-8A35-9571194A04B8}" srcOrd="0" destOrd="0" presId="urn:microsoft.com/office/officeart/2005/8/layout/vList5"/>
    <dgm:cxn modelId="{94D39F4A-70FC-E544-9627-A095DC6B57C8}" type="presOf" srcId="{815C8E55-C3CA-1242-8AA0-9FD8482C6705}" destId="{3C3B6679-56EE-084F-AE17-FAB09EEC908A}" srcOrd="0" destOrd="0" presId="urn:microsoft.com/office/officeart/2005/8/layout/vList5"/>
    <dgm:cxn modelId="{8C8D8B53-D68F-554F-BC1C-EFFD87424AC6}" srcId="{A2D9BF8D-8481-7342-BF84-BD378BC3F280}" destId="{9D9F4FCF-DE1A-9447-9045-E362189D8898}" srcOrd="1" destOrd="0" parTransId="{F8E353DD-BC1F-8840-9E99-36B79BE8F357}" sibTransId="{8AA3BA6A-5CE2-AA4D-A71D-F31F76C3C9A3}"/>
    <dgm:cxn modelId="{71ACA654-7F0E-0246-B892-DD14A8FB0BB7}" type="presOf" srcId="{DB239E82-8A57-524E-B6EC-48910694DE88}" destId="{40F25143-7CAA-CB4E-8724-7EF3B73FAC33}" srcOrd="0" destOrd="0" presId="urn:microsoft.com/office/officeart/2005/8/layout/vList5"/>
    <dgm:cxn modelId="{C034EB57-2FCE-064B-B308-DF63815F8635}" type="presOf" srcId="{FFD8D86A-61B5-E944-9A01-A9B4B32EAEDC}" destId="{5D9B95F4-558C-7B4A-B75A-BF48638CBE8F}" srcOrd="0" destOrd="0" presId="urn:microsoft.com/office/officeart/2005/8/layout/vList5"/>
    <dgm:cxn modelId="{957DBB5C-BDD8-6745-823B-147EE9EF7658}" srcId="{815C8E55-C3CA-1242-8AA0-9FD8482C6705}" destId="{A2D9BF8D-8481-7342-BF84-BD378BC3F280}" srcOrd="2" destOrd="0" parTransId="{D1B5E217-B486-2646-A1AD-AB50215A1F31}" sibTransId="{F8B24830-FF03-1044-AB48-820097E50A96}"/>
    <dgm:cxn modelId="{99360A74-4C1D-1748-8B02-891F062CC8E5}" srcId="{13346B4A-011E-8C4C-B779-860DB94F7E25}" destId="{982EED79-385C-7D4D-B1AC-3BF3CCA6A4AD}" srcOrd="0" destOrd="0" parTransId="{6AB721EA-414C-5943-AA26-798583C27DAF}" sibTransId="{FCE3918B-7B79-B048-B85A-489288C48CCD}"/>
    <dgm:cxn modelId="{604B0579-9A26-124B-9C82-009E39862FA5}" type="presOf" srcId="{2CEE29C6-BD3A-9545-B4E1-12F83CCCD885}" destId="{96EB242C-BAE2-E949-8277-E01540774F28}" srcOrd="0" destOrd="0" presId="urn:microsoft.com/office/officeart/2005/8/layout/vList5"/>
    <dgm:cxn modelId="{9744AF80-A1E9-7B4E-8284-FE087D877A96}" type="presOf" srcId="{33F1DCB2-C3FA-C141-BE92-7FED1E4D7200}" destId="{BE6970C7-E91D-7B47-A90E-0CB05EF8E906}" srcOrd="0" destOrd="1" presId="urn:microsoft.com/office/officeart/2005/8/layout/vList5"/>
    <dgm:cxn modelId="{835FDD81-FAB9-324C-9602-36897DC4F58B}" type="presOf" srcId="{54683989-3110-854F-B178-6CDD64F2C7B0}" destId="{20B9A1CA-FEE2-7C49-A222-C340763A4D88}" srcOrd="0" destOrd="0" presId="urn:microsoft.com/office/officeart/2005/8/layout/vList5"/>
    <dgm:cxn modelId="{030CFA86-714A-754E-AACE-B6EC973304B2}" type="presOf" srcId="{9D9F4FCF-DE1A-9447-9045-E362189D8898}" destId="{20B9A1CA-FEE2-7C49-A222-C340763A4D88}" srcOrd="0" destOrd="1" presId="urn:microsoft.com/office/officeart/2005/8/layout/vList5"/>
    <dgm:cxn modelId="{9FE2F88B-3DF1-E74F-999D-F4B58FE772A1}" srcId="{A2D9BF8D-8481-7342-BF84-BD378BC3F280}" destId="{54683989-3110-854F-B178-6CDD64F2C7B0}" srcOrd="0" destOrd="0" parTransId="{8260BD68-4A47-E344-A00F-AC7DA8FAA566}" sibTransId="{381B4805-33AA-E149-8D0C-3F5E0F2CE698}"/>
    <dgm:cxn modelId="{B79C1096-AD1F-D747-B900-2A2410381C91}" srcId="{DB239E82-8A57-524E-B6EC-48910694DE88}" destId="{A5E79F02-9236-6849-BB95-C083001AE84E}" srcOrd="0" destOrd="0" parTransId="{88A5248C-3CAB-BE40-8CBA-029A0269B1E7}" sibTransId="{40E04E26-89BF-6244-B9FC-110C5F675B5F}"/>
    <dgm:cxn modelId="{0BDFFE96-3973-7A4C-A115-56037036A4D7}" type="presOf" srcId="{433571F6-4547-194C-A570-5DD123BA6D00}" destId="{304BBA83-47CC-AE49-8EF1-8A27038218E7}" srcOrd="0" destOrd="0" presId="urn:microsoft.com/office/officeart/2005/8/layout/vList5"/>
    <dgm:cxn modelId="{77A14E9A-10F2-B64C-AD86-27861EF7C0D3}" srcId="{815C8E55-C3CA-1242-8AA0-9FD8482C6705}" destId="{433571F6-4547-194C-A570-5DD123BA6D00}" srcOrd="3" destOrd="0" parTransId="{710395A7-A10A-A64A-AEEB-1395E23BAE3C}" sibTransId="{8846A320-C05F-BB4C-BAD7-33B605B7C5A9}"/>
    <dgm:cxn modelId="{AE6402A1-67EA-504B-BD0A-B2213CB3B156}" srcId="{2CEE29C6-BD3A-9545-B4E1-12F83CCCD885}" destId="{33F1DCB2-C3FA-C141-BE92-7FED1E4D7200}" srcOrd="1" destOrd="0" parTransId="{7D562410-C87B-3C46-8B51-A8F79404DFD9}" sibTransId="{F06D49B8-215D-9940-8C8B-C7FF2C0526E1}"/>
    <dgm:cxn modelId="{B61C46A2-8D4A-0645-A119-7205AEDC50CC}" srcId="{DB239E82-8A57-524E-B6EC-48910694DE88}" destId="{4E61C10D-13E2-004B-BF28-694217B02B2F}" srcOrd="1" destOrd="0" parTransId="{F4581455-5280-F54E-BD3D-5571B763EF11}" sibTransId="{7D79AEF9-49FD-0F41-936D-0728A0FF0A36}"/>
    <dgm:cxn modelId="{9311A7A4-00CB-A749-95F2-2457D756D07A}" srcId="{815C8E55-C3CA-1242-8AA0-9FD8482C6705}" destId="{C793FBE2-B6FF-0349-AEAD-94325FA66AAD}" srcOrd="4" destOrd="0" parTransId="{02278D8F-5995-B64C-9643-989311EE9604}" sibTransId="{6CD39A62-D3EE-454E-896A-B8EEF22C9945}"/>
    <dgm:cxn modelId="{D3704CA6-FB7B-7641-B8C4-32737EFC814C}" type="presOf" srcId="{D61F5E61-266F-094D-BC7D-744D6DD8B234}" destId="{EE3656E7-C0BD-C04A-92A9-6DA7C4B9A570}" srcOrd="0" destOrd="0" presId="urn:microsoft.com/office/officeart/2005/8/layout/vList5"/>
    <dgm:cxn modelId="{851D16B0-41CD-4345-96E0-3942B3FF8C43}" srcId="{433571F6-4547-194C-A570-5DD123BA6D00}" destId="{E09EEC68-31C5-1F4B-9F08-5CD308A07C36}" srcOrd="0" destOrd="0" parTransId="{16F45887-6A89-E446-BBD2-88D72214E3B1}" sibTransId="{67437889-1A15-854D-8CB0-D2A297A0AC66}"/>
    <dgm:cxn modelId="{DEB9CCB3-0A76-9941-A4A9-7AFF144E25F6}" type="presOf" srcId="{A2D9BF8D-8481-7342-BF84-BD378BC3F280}" destId="{1BF39104-885C-114A-9A74-8B87EE8F5EA6}" srcOrd="0" destOrd="0" presId="urn:microsoft.com/office/officeart/2005/8/layout/vList5"/>
    <dgm:cxn modelId="{8D03F1BB-7748-BC42-858B-EA0F2293E8D0}" srcId="{815C8E55-C3CA-1242-8AA0-9FD8482C6705}" destId="{FFD8D86A-61B5-E944-9A01-A9B4B32EAEDC}" srcOrd="6" destOrd="0" parTransId="{98B2B360-22F4-4F4B-B241-728BE1AEC86F}" sibTransId="{9BA24B39-9443-D440-AD34-4DFB07D29137}"/>
    <dgm:cxn modelId="{D5C110C3-55F3-5440-8FC2-B797034889A9}" srcId="{C793FBE2-B6FF-0349-AEAD-94325FA66AAD}" destId="{2B47B15E-0A8F-CC45-A623-56E863873782}" srcOrd="0" destOrd="0" parTransId="{F534D795-75B6-DF42-9ACA-51F266623FF6}" sibTransId="{00846E52-28DF-4444-B865-3C2249129F8F}"/>
    <dgm:cxn modelId="{004995C8-6A76-254E-85B4-FBFFD631621C}" srcId="{815C8E55-C3CA-1242-8AA0-9FD8482C6705}" destId="{DB239E82-8A57-524E-B6EC-48910694DE88}" srcOrd="1" destOrd="0" parTransId="{1D9ABAA7-60F4-8747-81D4-AE0CD14B5D6D}" sibTransId="{886769B6-15E9-134B-9457-67CB67BB7126}"/>
    <dgm:cxn modelId="{18F441CB-FA03-BD4F-838A-4B042B422A6E}" srcId="{815C8E55-C3CA-1242-8AA0-9FD8482C6705}" destId="{B4448611-52F4-784B-AC10-CC437D991EAD}" srcOrd="0" destOrd="0" parTransId="{DF0C03E7-D710-9E49-B8A8-ADFBDA6DECE0}" sibTransId="{18D1055E-108E-F646-88E0-7B6DA190B838}"/>
    <dgm:cxn modelId="{39AB5ED8-D291-234B-A999-279C1308C7F4}" type="presOf" srcId="{02E6B95B-51AF-C344-B248-F5AF042BCCC6}" destId="{BE6970C7-E91D-7B47-A90E-0CB05EF8E906}" srcOrd="0" destOrd="0" presId="urn:microsoft.com/office/officeart/2005/8/layout/vList5"/>
    <dgm:cxn modelId="{29FEB3D8-EFF0-2F43-A6DB-7208B21A4AC6}" type="presOf" srcId="{B4448611-52F4-784B-AC10-CC437D991EAD}" destId="{58C1EB9D-E0CD-1F41-AC93-3959B32219F7}" srcOrd="0" destOrd="0" presId="urn:microsoft.com/office/officeart/2005/8/layout/vList5"/>
    <dgm:cxn modelId="{B40550DE-CF02-0447-ADD2-5113DAC6BB55}" type="presOf" srcId="{6F9490EF-FF70-2B4C-AAA6-522C0C4644B7}" destId="{FBD77F3B-156E-C04F-A19D-CC94911A063D}" srcOrd="0" destOrd="1" presId="urn:microsoft.com/office/officeart/2005/8/layout/vList5"/>
    <dgm:cxn modelId="{82444DDF-D9DF-8744-99A8-E3964F195BA0}" srcId="{815C8E55-C3CA-1242-8AA0-9FD8482C6705}" destId="{2CEE29C6-BD3A-9545-B4E1-12F83CCCD885}" srcOrd="5" destOrd="0" parTransId="{F938BE3A-902E-544F-8916-992BB929ECEF}" sibTransId="{A3841C91-8933-584D-9756-6B8DC6159001}"/>
    <dgm:cxn modelId="{953ED6E4-7A52-7A44-BA5D-D0D48ABB5972}" type="presOf" srcId="{4E61C10D-13E2-004B-BF28-694217B02B2F}" destId="{F5A13C93-B038-C94A-8A35-9571194A04B8}" srcOrd="0" destOrd="1" presId="urn:microsoft.com/office/officeart/2005/8/layout/vList5"/>
    <dgm:cxn modelId="{76A093EB-35FB-D24B-A094-AD9B60C99E06}" srcId="{C793FBE2-B6FF-0349-AEAD-94325FA66AAD}" destId="{6F9490EF-FF70-2B4C-AAA6-522C0C4644B7}" srcOrd="1" destOrd="0" parTransId="{CD18BA49-027A-CD47-89A6-22EEDB858DCE}" sibTransId="{42593F4C-9E18-4044-A35E-92EF909F66CA}"/>
    <dgm:cxn modelId="{284711FA-DADB-7048-94BE-925928D0197C}" srcId="{815C8E55-C3CA-1242-8AA0-9FD8482C6705}" destId="{13346B4A-011E-8C4C-B779-860DB94F7E25}" srcOrd="7" destOrd="0" parTransId="{649AD0C2-D985-9848-A058-BD65F0459522}" sibTransId="{79D9209E-D501-7742-BECC-EAB6954B2D23}"/>
    <dgm:cxn modelId="{B264E2FA-E726-F04D-B416-5544FC42351E}" srcId="{B4448611-52F4-784B-AC10-CC437D991EAD}" destId="{D61F5E61-266F-094D-BC7D-744D6DD8B234}" srcOrd="0" destOrd="0" parTransId="{D51DC251-0B68-A644-A58A-F69A23A4E5DC}" sibTransId="{35FD1409-92D0-5B46-AAB4-B688096F1DDB}"/>
    <dgm:cxn modelId="{E67571FF-E7C7-F642-BBB6-F1933048B2E2}" srcId="{FFD8D86A-61B5-E944-9A01-A9B4B32EAEDC}" destId="{06A19EB0-0A90-AB48-8BBF-85E170316264}" srcOrd="0" destOrd="0" parTransId="{481C70E4-15E3-684A-B64B-B104AB05E16D}" sibTransId="{44E396B1-6F11-4947-9E3A-6BB9ABEA276B}"/>
    <dgm:cxn modelId="{2FC27B92-CA93-DE44-B8D8-F6EDDF4D3C29}" type="presParOf" srcId="{3C3B6679-56EE-084F-AE17-FAB09EEC908A}" destId="{A4327C20-2D57-D542-98A2-2BC9B6AFB9C7}" srcOrd="0" destOrd="0" presId="urn:microsoft.com/office/officeart/2005/8/layout/vList5"/>
    <dgm:cxn modelId="{7D6C9CD3-8D1A-F14C-9461-80A31E1CCD28}" type="presParOf" srcId="{A4327C20-2D57-D542-98A2-2BC9B6AFB9C7}" destId="{58C1EB9D-E0CD-1F41-AC93-3959B32219F7}" srcOrd="0" destOrd="0" presId="urn:microsoft.com/office/officeart/2005/8/layout/vList5"/>
    <dgm:cxn modelId="{C7D1A626-2DDC-4E46-B1EE-4DD0234799BE}" type="presParOf" srcId="{A4327C20-2D57-D542-98A2-2BC9B6AFB9C7}" destId="{EE3656E7-C0BD-C04A-92A9-6DA7C4B9A570}" srcOrd="1" destOrd="0" presId="urn:microsoft.com/office/officeart/2005/8/layout/vList5"/>
    <dgm:cxn modelId="{BF034DB2-90A3-7B4B-A4F5-649EA5EE5CE8}" type="presParOf" srcId="{3C3B6679-56EE-084F-AE17-FAB09EEC908A}" destId="{3276AA1D-2E47-0C40-80A0-8F50B2600365}" srcOrd="1" destOrd="0" presId="urn:microsoft.com/office/officeart/2005/8/layout/vList5"/>
    <dgm:cxn modelId="{86DA548D-2B6E-E442-AA01-61EC5D34F1D6}" type="presParOf" srcId="{3C3B6679-56EE-084F-AE17-FAB09EEC908A}" destId="{AF8C2343-738C-9E40-814B-66A128139550}" srcOrd="2" destOrd="0" presId="urn:microsoft.com/office/officeart/2005/8/layout/vList5"/>
    <dgm:cxn modelId="{67C83143-EEFD-714F-AC33-18BF09733557}" type="presParOf" srcId="{AF8C2343-738C-9E40-814B-66A128139550}" destId="{40F25143-7CAA-CB4E-8724-7EF3B73FAC33}" srcOrd="0" destOrd="0" presId="urn:microsoft.com/office/officeart/2005/8/layout/vList5"/>
    <dgm:cxn modelId="{007F2445-F49E-E74E-87DB-378F402BE0CB}" type="presParOf" srcId="{AF8C2343-738C-9E40-814B-66A128139550}" destId="{F5A13C93-B038-C94A-8A35-9571194A04B8}" srcOrd="1" destOrd="0" presId="urn:microsoft.com/office/officeart/2005/8/layout/vList5"/>
    <dgm:cxn modelId="{1D428087-320E-7F4D-B8D9-1BA9DF932C1C}" type="presParOf" srcId="{3C3B6679-56EE-084F-AE17-FAB09EEC908A}" destId="{34EA05AC-3574-9A4E-A8A1-8D975E70B421}" srcOrd="3" destOrd="0" presId="urn:microsoft.com/office/officeart/2005/8/layout/vList5"/>
    <dgm:cxn modelId="{4EBC655A-B70B-ED4F-8C7D-790E461A1E4B}" type="presParOf" srcId="{3C3B6679-56EE-084F-AE17-FAB09EEC908A}" destId="{B43CC164-E301-FB40-9E45-41B9248D84FE}" srcOrd="4" destOrd="0" presId="urn:microsoft.com/office/officeart/2005/8/layout/vList5"/>
    <dgm:cxn modelId="{0D6268E9-91CE-324F-A618-2E20BB44AC2E}" type="presParOf" srcId="{B43CC164-E301-FB40-9E45-41B9248D84FE}" destId="{1BF39104-885C-114A-9A74-8B87EE8F5EA6}" srcOrd="0" destOrd="0" presId="urn:microsoft.com/office/officeart/2005/8/layout/vList5"/>
    <dgm:cxn modelId="{5A3FEFC4-2D1B-B949-B954-6C9A00A83FFE}" type="presParOf" srcId="{B43CC164-E301-FB40-9E45-41B9248D84FE}" destId="{20B9A1CA-FEE2-7C49-A222-C340763A4D88}" srcOrd="1" destOrd="0" presId="urn:microsoft.com/office/officeart/2005/8/layout/vList5"/>
    <dgm:cxn modelId="{192AA6AF-9AD6-3149-A278-8D6F558FF1EF}" type="presParOf" srcId="{3C3B6679-56EE-084F-AE17-FAB09EEC908A}" destId="{AB3CC8EB-449F-EA43-BCEA-76CE59CB1151}" srcOrd="5" destOrd="0" presId="urn:microsoft.com/office/officeart/2005/8/layout/vList5"/>
    <dgm:cxn modelId="{73450FCF-8731-4441-9639-46D5742FA9BB}" type="presParOf" srcId="{3C3B6679-56EE-084F-AE17-FAB09EEC908A}" destId="{21559C51-C1CE-354A-ACA3-2D2352F19783}" srcOrd="6" destOrd="0" presId="urn:microsoft.com/office/officeart/2005/8/layout/vList5"/>
    <dgm:cxn modelId="{CF30BD3B-D976-E449-8F22-C8E42E6E19E8}" type="presParOf" srcId="{21559C51-C1CE-354A-ACA3-2D2352F19783}" destId="{304BBA83-47CC-AE49-8EF1-8A27038218E7}" srcOrd="0" destOrd="0" presId="urn:microsoft.com/office/officeart/2005/8/layout/vList5"/>
    <dgm:cxn modelId="{DCC16DA9-8BD8-D247-B58F-93A63A21657C}" type="presParOf" srcId="{21559C51-C1CE-354A-ACA3-2D2352F19783}" destId="{B7D2C7A7-F6AD-544A-AA95-EF9A39FB52BA}" srcOrd="1" destOrd="0" presId="urn:microsoft.com/office/officeart/2005/8/layout/vList5"/>
    <dgm:cxn modelId="{86D902B6-99AB-3547-A316-333DE06D891F}" type="presParOf" srcId="{3C3B6679-56EE-084F-AE17-FAB09EEC908A}" destId="{56FEDC13-1E67-8246-847A-55B2F21DA9F4}" srcOrd="7" destOrd="0" presId="urn:microsoft.com/office/officeart/2005/8/layout/vList5"/>
    <dgm:cxn modelId="{818878CE-0533-3A4B-BA0E-33B6D0E1B4EE}" type="presParOf" srcId="{3C3B6679-56EE-084F-AE17-FAB09EEC908A}" destId="{19D1856F-94E6-3943-9578-104957336B1B}" srcOrd="8" destOrd="0" presId="urn:microsoft.com/office/officeart/2005/8/layout/vList5"/>
    <dgm:cxn modelId="{2FBA18AE-D7E3-C74D-AD62-3BF7E3F821B9}" type="presParOf" srcId="{19D1856F-94E6-3943-9578-104957336B1B}" destId="{464250CD-F7F9-B841-86AC-37FD6580F194}" srcOrd="0" destOrd="0" presId="urn:microsoft.com/office/officeart/2005/8/layout/vList5"/>
    <dgm:cxn modelId="{3E6D9772-F61C-E24F-9FEA-BF83725C70E4}" type="presParOf" srcId="{19D1856F-94E6-3943-9578-104957336B1B}" destId="{FBD77F3B-156E-C04F-A19D-CC94911A063D}" srcOrd="1" destOrd="0" presId="urn:microsoft.com/office/officeart/2005/8/layout/vList5"/>
    <dgm:cxn modelId="{B7E977D5-2461-DE48-BA94-96DA8EF6B2BB}" type="presParOf" srcId="{3C3B6679-56EE-084F-AE17-FAB09EEC908A}" destId="{344FC6E7-34EB-C749-ADD0-4ED9751AB50A}" srcOrd="9" destOrd="0" presId="urn:microsoft.com/office/officeart/2005/8/layout/vList5"/>
    <dgm:cxn modelId="{714A4D45-62EC-A04C-AF69-091B1088218D}" type="presParOf" srcId="{3C3B6679-56EE-084F-AE17-FAB09EEC908A}" destId="{79DFD938-8ABC-6F4F-8047-CBFB108E498F}" srcOrd="10" destOrd="0" presId="urn:microsoft.com/office/officeart/2005/8/layout/vList5"/>
    <dgm:cxn modelId="{6B89FECC-1007-ED47-B09E-3DB528543464}" type="presParOf" srcId="{79DFD938-8ABC-6F4F-8047-CBFB108E498F}" destId="{96EB242C-BAE2-E949-8277-E01540774F28}" srcOrd="0" destOrd="0" presId="urn:microsoft.com/office/officeart/2005/8/layout/vList5"/>
    <dgm:cxn modelId="{C30B642B-9CF6-564D-B055-0A282AF141CD}" type="presParOf" srcId="{79DFD938-8ABC-6F4F-8047-CBFB108E498F}" destId="{BE6970C7-E91D-7B47-A90E-0CB05EF8E906}" srcOrd="1" destOrd="0" presId="urn:microsoft.com/office/officeart/2005/8/layout/vList5"/>
    <dgm:cxn modelId="{E6447573-ED47-554A-98C5-471B722604E6}" type="presParOf" srcId="{3C3B6679-56EE-084F-AE17-FAB09EEC908A}" destId="{51FB6591-931E-CD44-B144-F7237E47B301}" srcOrd="11" destOrd="0" presId="urn:microsoft.com/office/officeart/2005/8/layout/vList5"/>
    <dgm:cxn modelId="{D7C0CC2B-0CA7-1F44-8155-896B2781CC93}" type="presParOf" srcId="{3C3B6679-56EE-084F-AE17-FAB09EEC908A}" destId="{B1F1916F-2FFC-114A-BC1F-5C7971DE5B40}" srcOrd="12" destOrd="0" presId="urn:microsoft.com/office/officeart/2005/8/layout/vList5"/>
    <dgm:cxn modelId="{DC0B08FC-0CEA-C345-94EA-0CC75238B7F5}" type="presParOf" srcId="{B1F1916F-2FFC-114A-BC1F-5C7971DE5B40}" destId="{5D9B95F4-558C-7B4A-B75A-BF48638CBE8F}" srcOrd="0" destOrd="0" presId="urn:microsoft.com/office/officeart/2005/8/layout/vList5"/>
    <dgm:cxn modelId="{CBC629CB-9FBB-E54A-BF0F-AAB3F4DBB478}" type="presParOf" srcId="{B1F1916F-2FFC-114A-BC1F-5C7971DE5B40}" destId="{2D2EEAAF-67AC-1A4E-A50E-A10169B0DE23}" srcOrd="1" destOrd="0" presId="urn:microsoft.com/office/officeart/2005/8/layout/vList5"/>
    <dgm:cxn modelId="{EB10BF33-7697-5D48-93EB-A4C0B5BCC403}" type="presParOf" srcId="{3C3B6679-56EE-084F-AE17-FAB09EEC908A}" destId="{B6B3F644-E569-C449-BA18-911F4D519BF1}" srcOrd="13" destOrd="0" presId="urn:microsoft.com/office/officeart/2005/8/layout/vList5"/>
    <dgm:cxn modelId="{909AA55E-2909-A442-9E2D-DA23FD6F6922}" type="presParOf" srcId="{3C3B6679-56EE-084F-AE17-FAB09EEC908A}" destId="{204F2A57-7814-B04B-B882-BFEE24E5B43D}" srcOrd="14" destOrd="0" presId="urn:microsoft.com/office/officeart/2005/8/layout/vList5"/>
    <dgm:cxn modelId="{84E222D9-6989-DC4B-BAE0-81B82B969DB0}" type="presParOf" srcId="{204F2A57-7814-B04B-B882-BFEE24E5B43D}" destId="{49C1234B-E7A1-8743-B60F-8331E923F5D3}" srcOrd="0" destOrd="0" presId="urn:microsoft.com/office/officeart/2005/8/layout/vList5"/>
    <dgm:cxn modelId="{4FD6E6EE-1878-8C47-A1BE-C942F4EF5855}" type="presParOf" srcId="{204F2A57-7814-B04B-B882-BFEE24E5B43D}" destId="{5E2466FC-A7AE-324B-8147-78E22DDB7B1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0BE0E2-6200-1B44-B834-335AA1D98650}">
      <dsp:nvSpPr>
        <dsp:cNvPr id="0" name=""/>
        <dsp:cNvSpPr/>
      </dsp:nvSpPr>
      <dsp:spPr>
        <a:xfrm>
          <a:off x="0" y="113985"/>
          <a:ext cx="3973550" cy="74565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900" kern="1200" dirty="0"/>
            <a:t>应用层</a:t>
          </a:r>
        </a:p>
      </dsp:txBody>
      <dsp:txXfrm>
        <a:off x="21839" y="135824"/>
        <a:ext cx="3929872" cy="701976"/>
      </dsp:txXfrm>
    </dsp:sp>
    <dsp:sp modelId="{1E33F59A-7C20-D84B-8877-2A9FF474BFAA}">
      <dsp:nvSpPr>
        <dsp:cNvPr id="0" name=""/>
        <dsp:cNvSpPr/>
      </dsp:nvSpPr>
      <dsp:spPr>
        <a:xfrm>
          <a:off x="0" y="1082159"/>
          <a:ext cx="3973550" cy="74565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900" kern="1200" dirty="0"/>
            <a:t>传输层</a:t>
          </a:r>
        </a:p>
      </dsp:txBody>
      <dsp:txXfrm>
        <a:off x="21839" y="1103998"/>
        <a:ext cx="3929872" cy="701976"/>
      </dsp:txXfrm>
    </dsp:sp>
    <dsp:sp modelId="{7439BB0D-E4FC-814B-B478-327CFFCABCC3}">
      <dsp:nvSpPr>
        <dsp:cNvPr id="0" name=""/>
        <dsp:cNvSpPr/>
      </dsp:nvSpPr>
      <dsp:spPr>
        <a:xfrm>
          <a:off x="0" y="2050332"/>
          <a:ext cx="3973550" cy="7456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900" kern="1200" dirty="0"/>
            <a:t>网络层</a:t>
          </a:r>
        </a:p>
      </dsp:txBody>
      <dsp:txXfrm>
        <a:off x="21839" y="2072171"/>
        <a:ext cx="3929872" cy="701976"/>
      </dsp:txXfrm>
    </dsp:sp>
    <dsp:sp modelId="{4CC0721E-73E5-F540-BB1B-F02C939E054F}">
      <dsp:nvSpPr>
        <dsp:cNvPr id="0" name=""/>
        <dsp:cNvSpPr/>
      </dsp:nvSpPr>
      <dsp:spPr>
        <a:xfrm>
          <a:off x="0" y="3018506"/>
          <a:ext cx="3973550" cy="74565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900" kern="1200" dirty="0"/>
            <a:t>数据链路层</a:t>
          </a:r>
        </a:p>
      </dsp:txBody>
      <dsp:txXfrm>
        <a:off x="21839" y="3040345"/>
        <a:ext cx="3929872" cy="701976"/>
      </dsp:txXfrm>
    </dsp:sp>
    <dsp:sp modelId="{01C36D6A-EAE6-7F43-B0B1-D3A0431F4044}">
      <dsp:nvSpPr>
        <dsp:cNvPr id="0" name=""/>
        <dsp:cNvSpPr/>
      </dsp:nvSpPr>
      <dsp:spPr>
        <a:xfrm>
          <a:off x="0" y="3986679"/>
          <a:ext cx="3973550" cy="74565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900" kern="1200" dirty="0"/>
            <a:t>物理层</a:t>
          </a:r>
        </a:p>
      </dsp:txBody>
      <dsp:txXfrm>
        <a:off x="21839" y="4008518"/>
        <a:ext cx="3929872" cy="7019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2A35A-32CC-A841-A7E1-6F3AEA4DF3CD}">
      <dsp:nvSpPr>
        <dsp:cNvPr id="0" name=""/>
        <dsp:cNvSpPr/>
      </dsp:nvSpPr>
      <dsp:spPr>
        <a:xfrm>
          <a:off x="0" y="4776336"/>
          <a:ext cx="3639595" cy="52267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 err="1"/>
            <a:t>WSACleanup</a:t>
          </a:r>
          <a:endParaRPr lang="zh-CN" altLang="en-US" sz="1700" kern="1200" dirty="0"/>
        </a:p>
      </dsp:txBody>
      <dsp:txXfrm>
        <a:off x="0" y="4776336"/>
        <a:ext cx="3639595" cy="522671"/>
      </dsp:txXfrm>
    </dsp:sp>
    <dsp:sp modelId="{87164BDF-21D1-FB47-AEDB-8115F287EEBA}">
      <dsp:nvSpPr>
        <dsp:cNvPr id="0" name=""/>
        <dsp:cNvSpPr/>
      </dsp:nvSpPr>
      <dsp:spPr>
        <a:xfrm rot="10800000">
          <a:off x="0" y="3980307"/>
          <a:ext cx="3639595" cy="803869"/>
        </a:xfrm>
        <a:prstGeom prst="upArrowCallout">
          <a:avLst/>
        </a:prstGeom>
        <a:gradFill rotWithShape="0">
          <a:gsLst>
            <a:gs pos="0">
              <a:schemeClr val="accent3">
                <a:hueOff val="451767"/>
                <a:satOff val="16667"/>
                <a:lumOff val="-2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51767"/>
                <a:satOff val="16667"/>
                <a:lumOff val="-2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51767"/>
                <a:satOff val="16667"/>
                <a:lumOff val="-2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 err="1"/>
            <a:t>closesocket</a:t>
          </a:r>
          <a:r>
            <a:rPr lang="en-US" altLang="zh-CN" sz="1700" kern="1200" dirty="0"/>
            <a:t>(s)</a:t>
          </a:r>
          <a:endParaRPr lang="zh-CN" altLang="en-US" sz="1700" kern="1200" dirty="0"/>
        </a:p>
      </dsp:txBody>
      <dsp:txXfrm rot="10800000">
        <a:off x="0" y="3980307"/>
        <a:ext cx="3639595" cy="522330"/>
      </dsp:txXfrm>
    </dsp:sp>
    <dsp:sp modelId="{00ED64ED-40DC-C840-822B-8BE711E3E320}">
      <dsp:nvSpPr>
        <dsp:cNvPr id="0" name=""/>
        <dsp:cNvSpPr/>
      </dsp:nvSpPr>
      <dsp:spPr>
        <a:xfrm rot="10800000">
          <a:off x="0" y="3184277"/>
          <a:ext cx="3639595" cy="803869"/>
        </a:xfrm>
        <a:prstGeom prst="upArrowCallout">
          <a:avLst/>
        </a:prstGeom>
        <a:gradFill rotWithShape="0">
          <a:gsLst>
            <a:gs pos="0">
              <a:schemeClr val="accent3">
                <a:hueOff val="903533"/>
                <a:satOff val="33333"/>
                <a:lumOff val="-4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903533"/>
                <a:satOff val="33333"/>
                <a:lumOff val="-4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903533"/>
                <a:satOff val="33333"/>
                <a:lumOff val="-4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 err="1"/>
            <a:t>recv</a:t>
          </a:r>
          <a:r>
            <a:rPr lang="en-US" altLang="zh-CN" sz="1700" kern="1200" dirty="0"/>
            <a:t>(s)</a:t>
          </a:r>
          <a:endParaRPr lang="zh-CN" altLang="en-US" sz="1700" kern="1200" dirty="0"/>
        </a:p>
      </dsp:txBody>
      <dsp:txXfrm rot="10800000">
        <a:off x="0" y="3184277"/>
        <a:ext cx="3639595" cy="522330"/>
      </dsp:txXfrm>
    </dsp:sp>
    <dsp:sp modelId="{A11AD91C-D4BA-4847-9548-5978F4D54A11}">
      <dsp:nvSpPr>
        <dsp:cNvPr id="0" name=""/>
        <dsp:cNvSpPr/>
      </dsp:nvSpPr>
      <dsp:spPr>
        <a:xfrm rot="10800000">
          <a:off x="0" y="2388248"/>
          <a:ext cx="3639595" cy="803869"/>
        </a:xfrm>
        <a:prstGeom prst="upArrowCallout">
          <a:avLst/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/>
            <a:t>send(s)</a:t>
          </a:r>
          <a:endParaRPr lang="zh-CN" altLang="en-US" sz="1700" kern="1200" dirty="0"/>
        </a:p>
      </dsp:txBody>
      <dsp:txXfrm rot="10800000">
        <a:off x="0" y="2388248"/>
        <a:ext cx="3639595" cy="522330"/>
      </dsp:txXfrm>
    </dsp:sp>
    <dsp:sp modelId="{823F5C52-1C26-D645-A75C-419D2409F0BE}">
      <dsp:nvSpPr>
        <dsp:cNvPr id="0" name=""/>
        <dsp:cNvSpPr/>
      </dsp:nvSpPr>
      <dsp:spPr>
        <a:xfrm rot="10800000">
          <a:off x="0" y="1592219"/>
          <a:ext cx="3639595" cy="803869"/>
        </a:xfrm>
        <a:prstGeom prst="upArrowCallout">
          <a:avLst/>
        </a:prstGeom>
        <a:gradFill rotWithShape="0">
          <a:gsLst>
            <a:gs pos="0">
              <a:schemeClr val="accent3">
                <a:hueOff val="1807066"/>
                <a:satOff val="66667"/>
                <a:lumOff val="-9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807066"/>
                <a:satOff val="66667"/>
                <a:lumOff val="-9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807066"/>
                <a:satOff val="66667"/>
                <a:lumOff val="-9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/>
            <a:t>connect()</a:t>
          </a:r>
          <a:endParaRPr lang="zh-CN" altLang="en-US" sz="1700" kern="1200" dirty="0"/>
        </a:p>
      </dsp:txBody>
      <dsp:txXfrm rot="10800000">
        <a:off x="0" y="1592219"/>
        <a:ext cx="3639595" cy="522330"/>
      </dsp:txXfrm>
    </dsp:sp>
    <dsp:sp modelId="{2F7B4CE7-4D23-0447-993B-494D2AD256D4}">
      <dsp:nvSpPr>
        <dsp:cNvPr id="0" name=""/>
        <dsp:cNvSpPr/>
      </dsp:nvSpPr>
      <dsp:spPr>
        <a:xfrm rot="10800000">
          <a:off x="0" y="796189"/>
          <a:ext cx="3639595" cy="803869"/>
        </a:xfrm>
        <a:prstGeom prst="upArrowCallout">
          <a:avLst/>
        </a:prstGeom>
        <a:gradFill rotWithShape="0">
          <a:gsLst>
            <a:gs pos="0">
              <a:schemeClr val="accent3">
                <a:hueOff val="2258833"/>
                <a:satOff val="83333"/>
                <a:lumOff val="-122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258833"/>
                <a:satOff val="83333"/>
                <a:lumOff val="-122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258833"/>
                <a:satOff val="83333"/>
                <a:lumOff val="-122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/>
            <a:t>s=socket()</a:t>
          </a:r>
          <a:endParaRPr lang="zh-CN" altLang="en-US" sz="1700" kern="1200" dirty="0"/>
        </a:p>
      </dsp:txBody>
      <dsp:txXfrm rot="10800000">
        <a:off x="0" y="796189"/>
        <a:ext cx="3639595" cy="522330"/>
      </dsp:txXfrm>
    </dsp:sp>
    <dsp:sp modelId="{BF8894E7-12FF-5F40-AC25-8633F6B47047}">
      <dsp:nvSpPr>
        <dsp:cNvPr id="0" name=""/>
        <dsp:cNvSpPr/>
      </dsp:nvSpPr>
      <dsp:spPr>
        <a:xfrm rot="10800000">
          <a:off x="0" y="160"/>
          <a:ext cx="3639595" cy="803869"/>
        </a:xfrm>
        <a:prstGeom prst="upArrowCallout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700" b="1" kern="1200" dirty="0" err="1"/>
            <a:t>WSAStartup</a:t>
          </a:r>
          <a:r>
            <a:rPr lang="en" sz="1700" b="1" kern="1200" dirty="0"/>
            <a:t> </a:t>
          </a:r>
          <a:endParaRPr lang="zh-CN" altLang="en-US" sz="1700" kern="1200" dirty="0"/>
        </a:p>
      </dsp:txBody>
      <dsp:txXfrm rot="10800000">
        <a:off x="0" y="160"/>
        <a:ext cx="3639595" cy="5223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2A35A-32CC-A841-A7E1-6F3AEA4DF3CD}">
      <dsp:nvSpPr>
        <dsp:cNvPr id="0" name=""/>
        <dsp:cNvSpPr/>
      </dsp:nvSpPr>
      <dsp:spPr>
        <a:xfrm>
          <a:off x="0" y="4895930"/>
          <a:ext cx="3639595" cy="40170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 err="1"/>
            <a:t>WSACleanup</a:t>
          </a:r>
          <a:endParaRPr lang="zh-CN" altLang="en-US" sz="1300" kern="1200" dirty="0"/>
        </a:p>
      </dsp:txBody>
      <dsp:txXfrm>
        <a:off x="0" y="4895930"/>
        <a:ext cx="3639595" cy="401707"/>
      </dsp:txXfrm>
    </dsp:sp>
    <dsp:sp modelId="{87164BDF-21D1-FB47-AEDB-8115F287EEBA}">
      <dsp:nvSpPr>
        <dsp:cNvPr id="0" name=""/>
        <dsp:cNvSpPr/>
      </dsp:nvSpPr>
      <dsp:spPr>
        <a:xfrm rot="10800000">
          <a:off x="0" y="4284130"/>
          <a:ext cx="3639595" cy="617825"/>
        </a:xfrm>
        <a:prstGeom prst="upArrowCallout">
          <a:avLst/>
        </a:prstGeom>
        <a:gradFill rotWithShape="0">
          <a:gsLst>
            <a:gs pos="0">
              <a:schemeClr val="accent3">
                <a:hueOff val="338825"/>
                <a:satOff val="12500"/>
                <a:lumOff val="-183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338825"/>
                <a:satOff val="12500"/>
                <a:lumOff val="-183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338825"/>
                <a:satOff val="12500"/>
                <a:lumOff val="-183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 err="1"/>
            <a:t>closesocket</a:t>
          </a:r>
          <a:r>
            <a:rPr lang="en-US" altLang="zh-CN" sz="1300" kern="1200" dirty="0"/>
            <a:t>(</a:t>
          </a:r>
          <a:r>
            <a:rPr lang="en-US" altLang="zh-CN" sz="1300" b="1" kern="1200" dirty="0">
              <a:solidFill>
                <a:srgbClr val="FF0000"/>
              </a:solidFill>
            </a:rPr>
            <a:t>ns</a:t>
          </a:r>
          <a:r>
            <a:rPr lang="en-US" altLang="zh-CN" sz="1300" kern="1200" dirty="0"/>
            <a:t>)</a:t>
          </a:r>
          <a:endParaRPr lang="zh-CN" altLang="en-US" sz="1300" kern="1200" dirty="0"/>
        </a:p>
      </dsp:txBody>
      <dsp:txXfrm rot="10800000">
        <a:off x="0" y="4284130"/>
        <a:ext cx="3639595" cy="401444"/>
      </dsp:txXfrm>
    </dsp:sp>
    <dsp:sp modelId="{8A74FC98-F49B-0143-A6DB-83DF0DD5AB50}">
      <dsp:nvSpPr>
        <dsp:cNvPr id="0" name=""/>
        <dsp:cNvSpPr/>
      </dsp:nvSpPr>
      <dsp:spPr>
        <a:xfrm rot="10800000">
          <a:off x="0" y="3672330"/>
          <a:ext cx="3639595" cy="617825"/>
        </a:xfrm>
        <a:prstGeom prst="upArrowCallout">
          <a:avLst/>
        </a:prstGeom>
        <a:gradFill rotWithShape="0">
          <a:gsLst>
            <a:gs pos="0">
              <a:schemeClr val="accent3">
                <a:hueOff val="677650"/>
                <a:satOff val="25000"/>
                <a:lumOff val="-367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677650"/>
                <a:satOff val="25000"/>
                <a:lumOff val="-367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677650"/>
                <a:satOff val="25000"/>
                <a:lumOff val="-367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send(</a:t>
          </a:r>
          <a:r>
            <a:rPr lang="en-US" altLang="zh-CN" sz="1300" b="1" kern="1200" dirty="0">
              <a:solidFill>
                <a:srgbClr val="FF0000"/>
              </a:solidFill>
            </a:rPr>
            <a:t>ns</a:t>
          </a:r>
          <a:r>
            <a:rPr lang="en-US" altLang="zh-CN" sz="1300" kern="1200" dirty="0"/>
            <a:t>)</a:t>
          </a:r>
          <a:endParaRPr lang="zh-CN" altLang="en-US" sz="1300" kern="1200" dirty="0"/>
        </a:p>
      </dsp:txBody>
      <dsp:txXfrm rot="10800000">
        <a:off x="0" y="3672330"/>
        <a:ext cx="3639595" cy="401444"/>
      </dsp:txXfrm>
    </dsp:sp>
    <dsp:sp modelId="{30B4AEBE-8D4B-BA46-9D18-4E7AFDF54927}">
      <dsp:nvSpPr>
        <dsp:cNvPr id="0" name=""/>
        <dsp:cNvSpPr/>
      </dsp:nvSpPr>
      <dsp:spPr>
        <a:xfrm rot="10800000">
          <a:off x="0" y="3060530"/>
          <a:ext cx="3639595" cy="617825"/>
        </a:xfrm>
        <a:prstGeom prst="upArrowCallout">
          <a:avLst/>
        </a:prstGeom>
        <a:gradFill rotWithShape="0">
          <a:gsLst>
            <a:gs pos="0">
              <a:schemeClr val="accent3">
                <a:hueOff val="1016475"/>
                <a:satOff val="37500"/>
                <a:lumOff val="-551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1016475"/>
                <a:satOff val="37500"/>
                <a:lumOff val="-551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1016475"/>
                <a:satOff val="37500"/>
                <a:lumOff val="-551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 err="1"/>
            <a:t>recv</a:t>
          </a:r>
          <a:r>
            <a:rPr lang="en-US" altLang="zh-CN" sz="1300" kern="1200" dirty="0"/>
            <a:t>(</a:t>
          </a:r>
          <a:r>
            <a:rPr lang="en-US" altLang="zh-CN" sz="1300" b="1" kern="1200" dirty="0">
              <a:solidFill>
                <a:srgbClr val="FF0000"/>
              </a:solidFill>
            </a:rPr>
            <a:t>ns</a:t>
          </a:r>
          <a:r>
            <a:rPr lang="en-US" altLang="zh-CN" sz="1300" kern="1200" dirty="0"/>
            <a:t>)</a:t>
          </a:r>
          <a:endParaRPr lang="zh-CN" altLang="en-US" sz="1300" kern="1200" dirty="0"/>
        </a:p>
      </dsp:txBody>
      <dsp:txXfrm rot="10800000">
        <a:off x="0" y="3060530"/>
        <a:ext cx="3639595" cy="401444"/>
      </dsp:txXfrm>
    </dsp:sp>
    <dsp:sp modelId="{00ED64ED-40DC-C840-822B-8BE711E3E320}">
      <dsp:nvSpPr>
        <dsp:cNvPr id="0" name=""/>
        <dsp:cNvSpPr/>
      </dsp:nvSpPr>
      <dsp:spPr>
        <a:xfrm rot="10800000">
          <a:off x="0" y="2448730"/>
          <a:ext cx="3639595" cy="617825"/>
        </a:xfrm>
        <a:prstGeom prst="upArrowCallout">
          <a:avLst/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ns=accept(s)</a:t>
          </a:r>
          <a:endParaRPr lang="zh-CN" altLang="en-US" sz="1300" kern="1200" dirty="0"/>
        </a:p>
      </dsp:txBody>
      <dsp:txXfrm rot="10800000">
        <a:off x="0" y="2448730"/>
        <a:ext cx="3639595" cy="401444"/>
      </dsp:txXfrm>
    </dsp:sp>
    <dsp:sp modelId="{A11AD91C-D4BA-4847-9548-5978F4D54A11}">
      <dsp:nvSpPr>
        <dsp:cNvPr id="0" name=""/>
        <dsp:cNvSpPr/>
      </dsp:nvSpPr>
      <dsp:spPr>
        <a:xfrm rot="10800000">
          <a:off x="0" y="1836931"/>
          <a:ext cx="3639595" cy="617825"/>
        </a:xfrm>
        <a:prstGeom prst="upArrowCallout">
          <a:avLst/>
        </a:prstGeom>
        <a:gradFill rotWithShape="0">
          <a:gsLst>
            <a:gs pos="0">
              <a:schemeClr val="accent3">
                <a:hueOff val="1694124"/>
                <a:satOff val="62500"/>
                <a:lumOff val="-919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1694124"/>
                <a:satOff val="62500"/>
                <a:lumOff val="-919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1694124"/>
                <a:satOff val="62500"/>
                <a:lumOff val="-919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listen(s)</a:t>
          </a:r>
          <a:endParaRPr lang="zh-CN" altLang="en-US" sz="1300" kern="1200" dirty="0"/>
        </a:p>
      </dsp:txBody>
      <dsp:txXfrm rot="10800000">
        <a:off x="0" y="1836931"/>
        <a:ext cx="3639595" cy="401444"/>
      </dsp:txXfrm>
    </dsp:sp>
    <dsp:sp modelId="{823F5C52-1C26-D645-A75C-419D2409F0BE}">
      <dsp:nvSpPr>
        <dsp:cNvPr id="0" name=""/>
        <dsp:cNvSpPr/>
      </dsp:nvSpPr>
      <dsp:spPr>
        <a:xfrm rot="10800000">
          <a:off x="0" y="1225131"/>
          <a:ext cx="3639595" cy="617825"/>
        </a:xfrm>
        <a:prstGeom prst="upArrowCallout">
          <a:avLst/>
        </a:prstGeom>
        <a:gradFill rotWithShape="0">
          <a:gsLst>
            <a:gs pos="0">
              <a:schemeClr val="accent3">
                <a:hueOff val="2032949"/>
                <a:satOff val="75000"/>
                <a:lumOff val="-1102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2032949"/>
                <a:satOff val="75000"/>
                <a:lumOff val="-1102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2032949"/>
                <a:satOff val="75000"/>
                <a:lumOff val="-1102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bind(s)</a:t>
          </a:r>
          <a:endParaRPr lang="zh-CN" altLang="en-US" sz="1300" kern="1200" dirty="0"/>
        </a:p>
      </dsp:txBody>
      <dsp:txXfrm rot="10800000">
        <a:off x="0" y="1225131"/>
        <a:ext cx="3639595" cy="401444"/>
      </dsp:txXfrm>
    </dsp:sp>
    <dsp:sp modelId="{2F7B4CE7-4D23-0447-993B-494D2AD256D4}">
      <dsp:nvSpPr>
        <dsp:cNvPr id="0" name=""/>
        <dsp:cNvSpPr/>
      </dsp:nvSpPr>
      <dsp:spPr>
        <a:xfrm rot="10800000">
          <a:off x="0" y="613331"/>
          <a:ext cx="3639595" cy="617825"/>
        </a:xfrm>
        <a:prstGeom prst="upArrowCallout">
          <a:avLst/>
        </a:prstGeom>
        <a:gradFill rotWithShape="0">
          <a:gsLst>
            <a:gs pos="0">
              <a:schemeClr val="accent3">
                <a:hueOff val="2371774"/>
                <a:satOff val="87500"/>
                <a:lumOff val="-1286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2371774"/>
                <a:satOff val="87500"/>
                <a:lumOff val="-1286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2371774"/>
                <a:satOff val="87500"/>
                <a:lumOff val="-1286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s=socket()</a:t>
          </a:r>
          <a:endParaRPr lang="zh-CN" altLang="en-US" sz="1300" kern="1200" dirty="0"/>
        </a:p>
      </dsp:txBody>
      <dsp:txXfrm rot="10800000">
        <a:off x="0" y="613331"/>
        <a:ext cx="3639595" cy="401444"/>
      </dsp:txXfrm>
    </dsp:sp>
    <dsp:sp modelId="{BF8894E7-12FF-5F40-AC25-8633F6B47047}">
      <dsp:nvSpPr>
        <dsp:cNvPr id="0" name=""/>
        <dsp:cNvSpPr/>
      </dsp:nvSpPr>
      <dsp:spPr>
        <a:xfrm rot="10800000">
          <a:off x="0" y="1531"/>
          <a:ext cx="3639595" cy="617825"/>
        </a:xfrm>
        <a:prstGeom prst="upArrowCallout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300" b="1" kern="1200" dirty="0" err="1"/>
            <a:t>WSAStartup</a:t>
          </a:r>
          <a:r>
            <a:rPr lang="en" sz="1300" b="1" kern="1200" dirty="0"/>
            <a:t> </a:t>
          </a:r>
          <a:endParaRPr lang="zh-CN" altLang="en-US" sz="1300" kern="1200" dirty="0"/>
        </a:p>
      </dsp:txBody>
      <dsp:txXfrm rot="10800000">
        <a:off x="0" y="1531"/>
        <a:ext cx="3639595" cy="4014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D2121-73E7-5646-BA52-EEE5F68EF395}">
      <dsp:nvSpPr>
        <dsp:cNvPr id="0" name=""/>
        <dsp:cNvSpPr/>
      </dsp:nvSpPr>
      <dsp:spPr>
        <a:xfrm>
          <a:off x="0" y="5063775"/>
          <a:ext cx="3212662" cy="554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 err="1"/>
            <a:t>WSACleanup</a:t>
          </a:r>
          <a:endParaRPr lang="zh-CN" altLang="en-US" sz="1800" kern="1200" dirty="0"/>
        </a:p>
      </dsp:txBody>
      <dsp:txXfrm>
        <a:off x="0" y="5063775"/>
        <a:ext cx="3212662" cy="554126"/>
      </dsp:txXfrm>
    </dsp:sp>
    <dsp:sp modelId="{7BA14BDB-CBA6-7342-9B9A-85C9F788DC8A}">
      <dsp:nvSpPr>
        <dsp:cNvPr id="0" name=""/>
        <dsp:cNvSpPr/>
      </dsp:nvSpPr>
      <dsp:spPr>
        <a:xfrm rot="10800000">
          <a:off x="0" y="4219841"/>
          <a:ext cx="3212662" cy="85224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 err="1"/>
            <a:t>closesocket</a:t>
          </a:r>
          <a:r>
            <a:rPr lang="en-US" altLang="zh-CN" sz="1800" kern="1200" dirty="0"/>
            <a:t>(s)</a:t>
          </a:r>
          <a:endParaRPr lang="zh-CN" altLang="en-US" sz="1800" kern="1200" dirty="0"/>
        </a:p>
      </dsp:txBody>
      <dsp:txXfrm rot="10800000">
        <a:off x="0" y="4219841"/>
        <a:ext cx="3212662" cy="553764"/>
      </dsp:txXfrm>
    </dsp:sp>
    <dsp:sp modelId="{22267F83-F8E3-7A42-A7F9-827490F7430E}">
      <dsp:nvSpPr>
        <dsp:cNvPr id="0" name=""/>
        <dsp:cNvSpPr/>
      </dsp:nvSpPr>
      <dsp:spPr>
        <a:xfrm rot="10800000">
          <a:off x="0" y="3375907"/>
          <a:ext cx="3212662" cy="85224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 err="1"/>
            <a:t>recv</a:t>
          </a:r>
          <a:r>
            <a:rPr lang="en-US" altLang="zh-CN" sz="1800" kern="1200" dirty="0"/>
            <a:t>(s)</a:t>
          </a:r>
          <a:endParaRPr lang="zh-CN" altLang="en-US" sz="1800" kern="1200" dirty="0"/>
        </a:p>
      </dsp:txBody>
      <dsp:txXfrm rot="10800000">
        <a:off x="0" y="3375907"/>
        <a:ext cx="3212662" cy="553764"/>
      </dsp:txXfrm>
    </dsp:sp>
    <dsp:sp modelId="{AD0A83FD-0ACA-FE4A-B39A-74C0E62002FC}">
      <dsp:nvSpPr>
        <dsp:cNvPr id="0" name=""/>
        <dsp:cNvSpPr/>
      </dsp:nvSpPr>
      <dsp:spPr>
        <a:xfrm rot="10800000">
          <a:off x="0" y="2531972"/>
          <a:ext cx="3212662" cy="85224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send(s)</a:t>
          </a:r>
          <a:endParaRPr lang="zh-CN" altLang="en-US" sz="1800" kern="1200" dirty="0"/>
        </a:p>
      </dsp:txBody>
      <dsp:txXfrm rot="10800000">
        <a:off x="0" y="2531972"/>
        <a:ext cx="3212662" cy="553764"/>
      </dsp:txXfrm>
    </dsp:sp>
    <dsp:sp modelId="{53DC5E94-5C54-CB4B-9BFD-77C9AFFF5D14}">
      <dsp:nvSpPr>
        <dsp:cNvPr id="0" name=""/>
        <dsp:cNvSpPr/>
      </dsp:nvSpPr>
      <dsp:spPr>
        <a:xfrm rot="10800000">
          <a:off x="0" y="1688038"/>
          <a:ext cx="3212662" cy="85224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connect()</a:t>
          </a:r>
          <a:endParaRPr lang="zh-CN" altLang="en-US" sz="1800" kern="1200" dirty="0"/>
        </a:p>
      </dsp:txBody>
      <dsp:txXfrm rot="10800000">
        <a:off x="0" y="1688038"/>
        <a:ext cx="3212662" cy="553764"/>
      </dsp:txXfrm>
    </dsp:sp>
    <dsp:sp modelId="{8C6DBA0B-806B-8144-AD2A-1D0D94AC6067}">
      <dsp:nvSpPr>
        <dsp:cNvPr id="0" name=""/>
        <dsp:cNvSpPr/>
      </dsp:nvSpPr>
      <dsp:spPr>
        <a:xfrm rot="10800000">
          <a:off x="0" y="844104"/>
          <a:ext cx="3212662" cy="85224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s=socket()</a:t>
          </a:r>
          <a:endParaRPr lang="zh-CN" altLang="en-US" sz="1800" kern="1200" dirty="0"/>
        </a:p>
      </dsp:txBody>
      <dsp:txXfrm rot="10800000">
        <a:off x="0" y="844104"/>
        <a:ext cx="3212662" cy="553764"/>
      </dsp:txXfrm>
    </dsp:sp>
    <dsp:sp modelId="{0C9E6DFE-194A-F647-B0D1-FF45901FC817}">
      <dsp:nvSpPr>
        <dsp:cNvPr id="0" name=""/>
        <dsp:cNvSpPr/>
      </dsp:nvSpPr>
      <dsp:spPr>
        <a:xfrm rot="10800000">
          <a:off x="0" y="170"/>
          <a:ext cx="3212662" cy="85224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800" b="1" kern="1200" dirty="0" err="1"/>
            <a:t>WSAStartup</a:t>
          </a:r>
          <a:r>
            <a:rPr lang="en" sz="1800" b="1" kern="1200" dirty="0"/>
            <a:t> </a:t>
          </a:r>
          <a:endParaRPr lang="zh-CN" altLang="en-US" sz="1800" kern="1200" dirty="0"/>
        </a:p>
      </dsp:txBody>
      <dsp:txXfrm rot="10800000">
        <a:off x="0" y="170"/>
        <a:ext cx="3212662" cy="5537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FFB3A5-ED61-484D-B013-8E9B4A74ABA4}">
      <dsp:nvSpPr>
        <dsp:cNvPr id="0" name=""/>
        <dsp:cNvSpPr/>
      </dsp:nvSpPr>
      <dsp:spPr>
        <a:xfrm>
          <a:off x="0" y="5190566"/>
          <a:ext cx="3212662" cy="4258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 err="1"/>
            <a:t>WSACleanup</a:t>
          </a:r>
          <a:endParaRPr lang="zh-CN" altLang="en-US" sz="1400" kern="1200" dirty="0"/>
        </a:p>
      </dsp:txBody>
      <dsp:txXfrm>
        <a:off x="0" y="5190566"/>
        <a:ext cx="3212662" cy="425881"/>
      </dsp:txXfrm>
    </dsp:sp>
    <dsp:sp modelId="{9CFE3F93-38C2-E740-BA63-F5DCA26CA173}">
      <dsp:nvSpPr>
        <dsp:cNvPr id="0" name=""/>
        <dsp:cNvSpPr/>
      </dsp:nvSpPr>
      <dsp:spPr>
        <a:xfrm rot="10800000">
          <a:off x="0" y="4541948"/>
          <a:ext cx="3212662" cy="65500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/>
            <a:t>closesocket(</a:t>
          </a:r>
          <a:r>
            <a:rPr lang="en-US" altLang="zh-CN" sz="1400" b="1" kern="1200"/>
            <a:t>ns</a:t>
          </a:r>
          <a:r>
            <a:rPr lang="en-US" altLang="zh-CN" sz="1400" kern="1200"/>
            <a:t>)</a:t>
          </a:r>
          <a:endParaRPr lang="zh-CN" altLang="en-US" sz="1400" kern="1200" dirty="0"/>
        </a:p>
      </dsp:txBody>
      <dsp:txXfrm rot="10800000">
        <a:off x="0" y="4541948"/>
        <a:ext cx="3212662" cy="425603"/>
      </dsp:txXfrm>
    </dsp:sp>
    <dsp:sp modelId="{44B2A6BA-074D-D24F-B6F6-635406CCB077}">
      <dsp:nvSpPr>
        <dsp:cNvPr id="0" name=""/>
        <dsp:cNvSpPr/>
      </dsp:nvSpPr>
      <dsp:spPr>
        <a:xfrm rot="10800000">
          <a:off x="0" y="3893330"/>
          <a:ext cx="3212662" cy="65500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/>
            <a:t>send(</a:t>
          </a:r>
          <a:r>
            <a:rPr lang="en-US" altLang="zh-CN" sz="1400" b="1" kern="1200"/>
            <a:t>ns</a:t>
          </a:r>
          <a:r>
            <a:rPr lang="en-US" altLang="zh-CN" sz="1400" kern="1200"/>
            <a:t>)</a:t>
          </a:r>
          <a:endParaRPr lang="zh-CN" altLang="en-US" sz="1400" kern="1200" dirty="0"/>
        </a:p>
      </dsp:txBody>
      <dsp:txXfrm rot="10800000">
        <a:off x="0" y="3893330"/>
        <a:ext cx="3212662" cy="425603"/>
      </dsp:txXfrm>
    </dsp:sp>
    <dsp:sp modelId="{81893074-99ED-3646-833F-53064D46614B}">
      <dsp:nvSpPr>
        <dsp:cNvPr id="0" name=""/>
        <dsp:cNvSpPr/>
      </dsp:nvSpPr>
      <dsp:spPr>
        <a:xfrm rot="10800000">
          <a:off x="0" y="3244712"/>
          <a:ext cx="3212662" cy="65500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/>
            <a:t>recv(</a:t>
          </a:r>
          <a:r>
            <a:rPr lang="en-US" altLang="zh-CN" sz="1400" b="1" kern="1200"/>
            <a:t>ns</a:t>
          </a:r>
          <a:r>
            <a:rPr lang="en-US" altLang="zh-CN" sz="1400" kern="1200"/>
            <a:t>)</a:t>
          </a:r>
          <a:endParaRPr lang="zh-CN" altLang="en-US" sz="1400" kern="1200" dirty="0"/>
        </a:p>
      </dsp:txBody>
      <dsp:txXfrm rot="10800000">
        <a:off x="0" y="3244712"/>
        <a:ext cx="3212662" cy="425603"/>
      </dsp:txXfrm>
    </dsp:sp>
    <dsp:sp modelId="{0211BE65-1DE1-CF4E-81FD-FAA7E33D18E9}">
      <dsp:nvSpPr>
        <dsp:cNvPr id="0" name=""/>
        <dsp:cNvSpPr/>
      </dsp:nvSpPr>
      <dsp:spPr>
        <a:xfrm rot="10800000">
          <a:off x="0" y="2596095"/>
          <a:ext cx="3212662" cy="65500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ns=accept(s)</a:t>
          </a:r>
          <a:endParaRPr lang="zh-CN" altLang="en-US" sz="1400" kern="1200" dirty="0"/>
        </a:p>
      </dsp:txBody>
      <dsp:txXfrm rot="10800000">
        <a:off x="0" y="2596095"/>
        <a:ext cx="3212662" cy="425603"/>
      </dsp:txXfrm>
    </dsp:sp>
    <dsp:sp modelId="{FEA0AA20-6A11-8E4B-8ADE-4EBB21AF9A21}">
      <dsp:nvSpPr>
        <dsp:cNvPr id="0" name=""/>
        <dsp:cNvSpPr/>
      </dsp:nvSpPr>
      <dsp:spPr>
        <a:xfrm rot="10800000">
          <a:off x="0" y="1947477"/>
          <a:ext cx="3212662" cy="65500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listen(s)</a:t>
          </a:r>
          <a:endParaRPr lang="zh-CN" altLang="en-US" sz="1400" kern="1200" dirty="0"/>
        </a:p>
      </dsp:txBody>
      <dsp:txXfrm rot="10800000">
        <a:off x="0" y="1947477"/>
        <a:ext cx="3212662" cy="425603"/>
      </dsp:txXfrm>
    </dsp:sp>
    <dsp:sp modelId="{41ACC01F-BD61-DC41-B9D6-D0F8202B625D}">
      <dsp:nvSpPr>
        <dsp:cNvPr id="0" name=""/>
        <dsp:cNvSpPr/>
      </dsp:nvSpPr>
      <dsp:spPr>
        <a:xfrm rot="10800000">
          <a:off x="0" y="1298859"/>
          <a:ext cx="3212662" cy="65500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bind(s)</a:t>
          </a:r>
          <a:endParaRPr lang="zh-CN" altLang="en-US" sz="1400" kern="1200" dirty="0"/>
        </a:p>
      </dsp:txBody>
      <dsp:txXfrm rot="10800000">
        <a:off x="0" y="1298859"/>
        <a:ext cx="3212662" cy="425603"/>
      </dsp:txXfrm>
    </dsp:sp>
    <dsp:sp modelId="{CAD143E8-D041-F745-AC49-D5C73C05D94F}">
      <dsp:nvSpPr>
        <dsp:cNvPr id="0" name=""/>
        <dsp:cNvSpPr/>
      </dsp:nvSpPr>
      <dsp:spPr>
        <a:xfrm rot="10800000">
          <a:off x="0" y="650241"/>
          <a:ext cx="3212662" cy="65500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s=socket()</a:t>
          </a:r>
          <a:endParaRPr lang="zh-CN" altLang="en-US" sz="1400" kern="1200" dirty="0"/>
        </a:p>
      </dsp:txBody>
      <dsp:txXfrm rot="10800000">
        <a:off x="0" y="650241"/>
        <a:ext cx="3212662" cy="425603"/>
      </dsp:txXfrm>
    </dsp:sp>
    <dsp:sp modelId="{0C9E6DFE-194A-F647-B0D1-FF45901FC817}">
      <dsp:nvSpPr>
        <dsp:cNvPr id="0" name=""/>
        <dsp:cNvSpPr/>
      </dsp:nvSpPr>
      <dsp:spPr>
        <a:xfrm rot="10800000">
          <a:off x="0" y="1623"/>
          <a:ext cx="3212662" cy="655006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400" b="1" kern="1200"/>
            <a:t>WSAStartup </a:t>
          </a:r>
          <a:endParaRPr lang="zh-CN" altLang="en-US" sz="1400" kern="1200"/>
        </a:p>
      </dsp:txBody>
      <dsp:txXfrm rot="10800000">
        <a:off x="0" y="1623"/>
        <a:ext cx="3212662" cy="4256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656E7-C0BD-C04A-92A9-6DA7C4B9A570}">
      <dsp:nvSpPr>
        <dsp:cNvPr id="0" name=""/>
        <dsp:cNvSpPr/>
      </dsp:nvSpPr>
      <dsp:spPr>
        <a:xfrm rot="5400000">
          <a:off x="3054587" y="-1412924"/>
          <a:ext cx="461220" cy="340275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zh-CN" altLang="en-US" sz="1100" kern="1200" dirty="0"/>
            <a:t>假设信道绝对可靠</a:t>
          </a:r>
        </a:p>
      </dsp:txBody>
      <dsp:txXfrm rot="-5400000">
        <a:off x="1583819" y="80359"/>
        <a:ext cx="3380242" cy="416190"/>
      </dsp:txXfrm>
    </dsp:sp>
    <dsp:sp modelId="{58C1EB9D-E0CD-1F41-AC93-3959B32219F7}">
      <dsp:nvSpPr>
        <dsp:cNvPr id="0" name=""/>
        <dsp:cNvSpPr/>
      </dsp:nvSpPr>
      <dsp:spPr>
        <a:xfrm>
          <a:off x="330231" y="190"/>
          <a:ext cx="1253588" cy="576525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kumimoji="1" lang="en-US" altLang="zh-CN" sz="1600" kern="1200"/>
            <a:t>Rdt1.0</a:t>
          </a:r>
          <a:endParaRPr lang="zh-CN" altLang="en-US" sz="1600" kern="1200" dirty="0"/>
        </a:p>
      </dsp:txBody>
      <dsp:txXfrm>
        <a:off x="358375" y="28334"/>
        <a:ext cx="1197300" cy="520237"/>
      </dsp:txXfrm>
    </dsp:sp>
    <dsp:sp modelId="{F5A13C93-B038-C94A-8A35-9571194A04B8}">
      <dsp:nvSpPr>
        <dsp:cNvPr id="0" name=""/>
        <dsp:cNvSpPr/>
      </dsp:nvSpPr>
      <dsp:spPr>
        <a:xfrm rot="5400000">
          <a:off x="3054587" y="-807572"/>
          <a:ext cx="461220" cy="340275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altLang="en-US" sz="1100" kern="1200"/>
            <a:t>比特可能破坏</a:t>
          </a:r>
          <a:endParaRPr kumimoji="1" lang="en-US" altLang="zh-C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altLang="en-US" sz="1100" kern="1200"/>
            <a:t>新机制： </a:t>
          </a:r>
          <a:r>
            <a:rPr kumimoji="1" lang="en-US" altLang="zh-CN" sz="1100" kern="1200"/>
            <a:t>checksum</a:t>
          </a:r>
          <a:r>
            <a:rPr kumimoji="1" lang="zh-CN" altLang="en-US" sz="1100" kern="1200"/>
            <a:t>、</a:t>
          </a:r>
          <a:r>
            <a:rPr kumimoji="1" lang="en-US" altLang="zh-CN" sz="1100" kern="1200"/>
            <a:t>ACK</a:t>
          </a:r>
          <a:r>
            <a:rPr kumimoji="1" lang="zh-CN" altLang="en-US" sz="1100" kern="1200"/>
            <a:t>、</a:t>
          </a:r>
          <a:r>
            <a:rPr kumimoji="1" lang="en-US" altLang="zh-CN" sz="1100" kern="1200"/>
            <a:t>NAK</a:t>
          </a:r>
          <a:r>
            <a:rPr kumimoji="1" lang="zh-CN" altLang="en-US" sz="1100" kern="1200"/>
            <a:t>、重传</a:t>
          </a:r>
          <a:endParaRPr kumimoji="1" lang="en-US" altLang="zh-CN" sz="1100" kern="1200" dirty="0"/>
        </a:p>
      </dsp:txBody>
      <dsp:txXfrm rot="-5400000">
        <a:off x="1583819" y="685711"/>
        <a:ext cx="3380242" cy="416190"/>
      </dsp:txXfrm>
    </dsp:sp>
    <dsp:sp modelId="{40F25143-7CAA-CB4E-8724-7EF3B73FAC33}">
      <dsp:nvSpPr>
        <dsp:cNvPr id="0" name=""/>
        <dsp:cNvSpPr/>
      </dsp:nvSpPr>
      <dsp:spPr>
        <a:xfrm>
          <a:off x="330231" y="605542"/>
          <a:ext cx="1253588" cy="576525"/>
        </a:xfrm>
        <a:prstGeom prst="roundRect">
          <a:avLst/>
        </a:prstGeom>
        <a:solidFill>
          <a:schemeClr val="accent1">
            <a:shade val="80000"/>
            <a:hueOff val="49898"/>
            <a:satOff val="-894"/>
            <a:lumOff val="37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600" kern="1200"/>
            <a:t>Rdt2.0</a:t>
          </a:r>
          <a:endParaRPr kumimoji="1" lang="en-US" altLang="zh-CN" sz="1600" kern="1200" dirty="0"/>
        </a:p>
      </dsp:txBody>
      <dsp:txXfrm>
        <a:off x="358375" y="633686"/>
        <a:ext cx="1197300" cy="520237"/>
      </dsp:txXfrm>
    </dsp:sp>
    <dsp:sp modelId="{20B9A1CA-FEE2-7C49-A222-C340763A4D88}">
      <dsp:nvSpPr>
        <dsp:cNvPr id="0" name=""/>
        <dsp:cNvSpPr/>
      </dsp:nvSpPr>
      <dsp:spPr>
        <a:xfrm rot="5400000">
          <a:off x="3054587" y="-202220"/>
          <a:ext cx="461220" cy="340275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zh-CN" sz="1100" kern="1200"/>
            <a:t>ACK/NAK</a:t>
          </a:r>
          <a:r>
            <a:rPr kumimoji="1" lang="zh-CN" altLang="en-US" sz="1100" kern="1200"/>
            <a:t>可能破坏</a:t>
          </a:r>
          <a:endParaRPr kumimoji="1" lang="en-US" altLang="zh-C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altLang="en-US" sz="1100" kern="1200"/>
            <a:t>新机制：序号  </a:t>
          </a:r>
          <a:r>
            <a:rPr kumimoji="1" lang="en-US" altLang="zh-CN" sz="1100" kern="1200"/>
            <a:t>0/1</a:t>
          </a:r>
          <a:endParaRPr kumimoji="1" lang="en-US" altLang="zh-CN" sz="1100" kern="1200" dirty="0"/>
        </a:p>
      </dsp:txBody>
      <dsp:txXfrm rot="-5400000">
        <a:off x="1583819" y="1291063"/>
        <a:ext cx="3380242" cy="416190"/>
      </dsp:txXfrm>
    </dsp:sp>
    <dsp:sp modelId="{1BF39104-885C-114A-9A74-8B87EE8F5EA6}">
      <dsp:nvSpPr>
        <dsp:cNvPr id="0" name=""/>
        <dsp:cNvSpPr/>
      </dsp:nvSpPr>
      <dsp:spPr>
        <a:xfrm>
          <a:off x="330231" y="1210894"/>
          <a:ext cx="1253588" cy="576525"/>
        </a:xfrm>
        <a:prstGeom prst="roundRect">
          <a:avLst/>
        </a:prstGeom>
        <a:solidFill>
          <a:schemeClr val="accent1">
            <a:shade val="80000"/>
            <a:hueOff val="99795"/>
            <a:satOff val="-1787"/>
            <a:lumOff val="75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600" kern="1200"/>
            <a:t>Rdt2.1</a:t>
          </a:r>
          <a:endParaRPr kumimoji="1" lang="en-US" altLang="zh-CN" sz="1600" kern="1200" dirty="0"/>
        </a:p>
      </dsp:txBody>
      <dsp:txXfrm>
        <a:off x="358375" y="1239038"/>
        <a:ext cx="1197300" cy="520237"/>
      </dsp:txXfrm>
    </dsp:sp>
    <dsp:sp modelId="{B7D2C7A7-F6AD-544A-AA95-EF9A39FB52BA}">
      <dsp:nvSpPr>
        <dsp:cNvPr id="0" name=""/>
        <dsp:cNvSpPr/>
      </dsp:nvSpPr>
      <dsp:spPr>
        <a:xfrm rot="5400000">
          <a:off x="3054587" y="403130"/>
          <a:ext cx="461220" cy="340275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altLang="en-US" sz="1100" kern="1200"/>
            <a:t>去掉 </a:t>
          </a:r>
          <a:r>
            <a:rPr kumimoji="1" lang="en-US" altLang="zh-CN" sz="1100" kern="1200"/>
            <a:t>NAK</a:t>
          </a:r>
          <a:endParaRPr kumimoji="1" lang="en-US" altLang="zh-CN" sz="1100" kern="1200" dirty="0"/>
        </a:p>
      </dsp:txBody>
      <dsp:txXfrm rot="-5400000">
        <a:off x="1583819" y="1896414"/>
        <a:ext cx="3380242" cy="416190"/>
      </dsp:txXfrm>
    </dsp:sp>
    <dsp:sp modelId="{304BBA83-47CC-AE49-8EF1-8A27038218E7}">
      <dsp:nvSpPr>
        <dsp:cNvPr id="0" name=""/>
        <dsp:cNvSpPr/>
      </dsp:nvSpPr>
      <dsp:spPr>
        <a:xfrm>
          <a:off x="330231" y="1816246"/>
          <a:ext cx="1253588" cy="576525"/>
        </a:xfrm>
        <a:prstGeom prst="roundRect">
          <a:avLst/>
        </a:prstGeom>
        <a:solidFill>
          <a:schemeClr val="accent1">
            <a:shade val="80000"/>
            <a:hueOff val="149693"/>
            <a:satOff val="-2681"/>
            <a:lumOff val="113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600" kern="1200"/>
            <a:t>Rdt2.2</a:t>
          </a:r>
          <a:endParaRPr kumimoji="1" lang="en-US" altLang="zh-CN" sz="1600" kern="1200" dirty="0"/>
        </a:p>
      </dsp:txBody>
      <dsp:txXfrm>
        <a:off x="358375" y="1844390"/>
        <a:ext cx="1197300" cy="520237"/>
      </dsp:txXfrm>
    </dsp:sp>
    <dsp:sp modelId="{FBD77F3B-156E-C04F-A19D-CC94911A063D}">
      <dsp:nvSpPr>
        <dsp:cNvPr id="0" name=""/>
        <dsp:cNvSpPr/>
      </dsp:nvSpPr>
      <dsp:spPr>
        <a:xfrm rot="5400000">
          <a:off x="3054587" y="1008482"/>
          <a:ext cx="461220" cy="340275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altLang="en-US" sz="1100" kern="1200"/>
            <a:t>可能比特错误、分组丢失、</a:t>
          </a:r>
          <a:r>
            <a:rPr kumimoji="1" lang="en-US" altLang="zh-CN" sz="1100" kern="1200"/>
            <a:t>ACK</a:t>
          </a:r>
          <a:r>
            <a:rPr kumimoji="1" lang="zh-CN" altLang="en-US" sz="1100" kern="1200"/>
            <a:t>丢失</a:t>
          </a:r>
          <a:endParaRPr kumimoji="1" lang="en-US" altLang="zh-C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altLang="en-US" sz="1100" kern="1200"/>
            <a:t>新机制：定时器</a:t>
          </a:r>
          <a:endParaRPr kumimoji="1" lang="en-US" altLang="zh-CN" sz="1100" kern="1200" dirty="0"/>
        </a:p>
      </dsp:txBody>
      <dsp:txXfrm rot="-5400000">
        <a:off x="1583819" y="2501766"/>
        <a:ext cx="3380242" cy="416190"/>
      </dsp:txXfrm>
    </dsp:sp>
    <dsp:sp modelId="{464250CD-F7F9-B841-86AC-37FD6580F194}">
      <dsp:nvSpPr>
        <dsp:cNvPr id="0" name=""/>
        <dsp:cNvSpPr/>
      </dsp:nvSpPr>
      <dsp:spPr>
        <a:xfrm>
          <a:off x="330231" y="2421598"/>
          <a:ext cx="1253588" cy="576525"/>
        </a:xfrm>
        <a:prstGeom prst="roundRect">
          <a:avLst/>
        </a:prstGeom>
        <a:solidFill>
          <a:schemeClr val="accent1">
            <a:shade val="80000"/>
            <a:hueOff val="199590"/>
            <a:satOff val="-3575"/>
            <a:lumOff val="151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600" kern="1200"/>
            <a:t>Rdt3.0</a:t>
          </a:r>
          <a:endParaRPr kumimoji="1" lang="en-US" altLang="zh-CN" sz="1600" kern="1200" dirty="0"/>
        </a:p>
      </dsp:txBody>
      <dsp:txXfrm>
        <a:off x="358375" y="2449742"/>
        <a:ext cx="1197300" cy="520237"/>
      </dsp:txXfrm>
    </dsp:sp>
    <dsp:sp modelId="{BE6970C7-E91D-7B47-A90E-0CB05EF8E906}">
      <dsp:nvSpPr>
        <dsp:cNvPr id="0" name=""/>
        <dsp:cNvSpPr/>
      </dsp:nvSpPr>
      <dsp:spPr>
        <a:xfrm rot="5400000">
          <a:off x="3054587" y="1613834"/>
          <a:ext cx="461220" cy="340275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altLang="en-US" sz="1100" kern="1200"/>
            <a:t>解决性能问题</a:t>
          </a:r>
          <a:endParaRPr kumimoji="1" lang="en-US" altLang="zh-C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altLang="en-US" sz="1100" kern="1200"/>
            <a:t>更大的序号范围、同时传输</a:t>
          </a:r>
          <a:endParaRPr kumimoji="1" lang="en-US" altLang="zh-CN" sz="1100" kern="1200" dirty="0"/>
        </a:p>
      </dsp:txBody>
      <dsp:txXfrm rot="-5400000">
        <a:off x="1583819" y="3107118"/>
        <a:ext cx="3380242" cy="416190"/>
      </dsp:txXfrm>
    </dsp:sp>
    <dsp:sp modelId="{96EB242C-BAE2-E949-8277-E01540774F28}">
      <dsp:nvSpPr>
        <dsp:cNvPr id="0" name=""/>
        <dsp:cNvSpPr/>
      </dsp:nvSpPr>
      <dsp:spPr>
        <a:xfrm>
          <a:off x="330231" y="3026950"/>
          <a:ext cx="1253588" cy="576525"/>
        </a:xfrm>
        <a:prstGeom prst="roundRect">
          <a:avLst/>
        </a:prstGeom>
        <a:solidFill>
          <a:schemeClr val="accent1">
            <a:shade val="80000"/>
            <a:hueOff val="249488"/>
            <a:satOff val="-4469"/>
            <a:lumOff val="189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1600" kern="1200" dirty="0"/>
            <a:t>流水线机制</a:t>
          </a:r>
          <a:endParaRPr kumimoji="1" lang="en-US" altLang="zh-CN" sz="1600" kern="1200" dirty="0"/>
        </a:p>
      </dsp:txBody>
      <dsp:txXfrm>
        <a:off x="358375" y="3055094"/>
        <a:ext cx="1197300" cy="520237"/>
      </dsp:txXfrm>
    </dsp:sp>
    <dsp:sp modelId="{2D2EEAAF-67AC-1A4E-A50E-A10169B0DE23}">
      <dsp:nvSpPr>
        <dsp:cNvPr id="0" name=""/>
        <dsp:cNvSpPr/>
      </dsp:nvSpPr>
      <dsp:spPr>
        <a:xfrm rot="5400000">
          <a:off x="3054587" y="2219186"/>
          <a:ext cx="461220" cy="340275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altLang="en-US" sz="1100" kern="1200"/>
            <a:t>定时器、超时最大重传</a:t>
          </a:r>
          <a:endParaRPr kumimoji="1" lang="en-US" altLang="zh-CN" sz="1100" kern="1200" dirty="0"/>
        </a:p>
      </dsp:txBody>
      <dsp:txXfrm rot="-5400000">
        <a:off x="1583819" y="3712470"/>
        <a:ext cx="3380242" cy="416190"/>
      </dsp:txXfrm>
    </dsp:sp>
    <dsp:sp modelId="{5D9B95F4-558C-7B4A-B75A-BF48638CBE8F}">
      <dsp:nvSpPr>
        <dsp:cNvPr id="0" name=""/>
        <dsp:cNvSpPr/>
      </dsp:nvSpPr>
      <dsp:spPr>
        <a:xfrm>
          <a:off x="330231" y="3632302"/>
          <a:ext cx="1253588" cy="576525"/>
        </a:xfrm>
        <a:prstGeom prst="roundRect">
          <a:avLst/>
        </a:prstGeom>
        <a:solidFill>
          <a:schemeClr val="accent1">
            <a:shade val="80000"/>
            <a:hueOff val="299385"/>
            <a:satOff val="-5362"/>
            <a:lumOff val="227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600" kern="1200"/>
            <a:t>GBN</a:t>
          </a:r>
          <a:endParaRPr kumimoji="1" lang="en-US" altLang="zh-CN" sz="1600" kern="1200" dirty="0"/>
        </a:p>
      </dsp:txBody>
      <dsp:txXfrm>
        <a:off x="358375" y="3660446"/>
        <a:ext cx="1197300" cy="520237"/>
      </dsp:txXfrm>
    </dsp:sp>
    <dsp:sp modelId="{5E2466FC-A7AE-324B-8147-78E22DDB7B19}">
      <dsp:nvSpPr>
        <dsp:cNvPr id="0" name=""/>
        <dsp:cNvSpPr/>
      </dsp:nvSpPr>
      <dsp:spPr>
        <a:xfrm rot="5400000">
          <a:off x="3054587" y="2824538"/>
          <a:ext cx="461220" cy="340275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altLang="en-US" sz="1100" kern="1200"/>
            <a:t>乱序缓存，重传没有 </a:t>
          </a:r>
          <a:r>
            <a:rPr kumimoji="1" lang="en-US" altLang="zh-CN" sz="1100" kern="1200"/>
            <a:t>ACK</a:t>
          </a:r>
          <a:r>
            <a:rPr kumimoji="1" lang="zh-CN" altLang="en-US" sz="1100" kern="1200"/>
            <a:t> 的分组</a:t>
          </a:r>
          <a:endParaRPr kumimoji="1" lang="zh-CN" altLang="en-US" sz="1100" kern="1200" dirty="0"/>
        </a:p>
      </dsp:txBody>
      <dsp:txXfrm rot="-5400000">
        <a:off x="1583819" y="4317822"/>
        <a:ext cx="3380242" cy="416190"/>
      </dsp:txXfrm>
    </dsp:sp>
    <dsp:sp modelId="{49C1234B-E7A1-8743-B60F-8331E923F5D3}">
      <dsp:nvSpPr>
        <dsp:cNvPr id="0" name=""/>
        <dsp:cNvSpPr/>
      </dsp:nvSpPr>
      <dsp:spPr>
        <a:xfrm>
          <a:off x="330231" y="4237654"/>
          <a:ext cx="1253588" cy="576525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600" kern="1200"/>
            <a:t>SR</a:t>
          </a:r>
          <a:endParaRPr kumimoji="1" lang="zh-CN" altLang="en-US" sz="1600" kern="1200" dirty="0"/>
        </a:p>
      </dsp:txBody>
      <dsp:txXfrm>
        <a:off x="358375" y="4265798"/>
        <a:ext cx="1197300" cy="520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234EB-8CCB-844F-8CA8-D4877762D3AD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9344F2-83EE-AF43-A19E-6AB15315C1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3973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344F2-83EE-AF43-A19E-6AB15315C14C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8126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A8BF3-81E4-664E-8CD5-DDB8BE036D88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949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FFBB-F595-C1FF-D554-5341AA024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436FB6-20D9-2FAC-7318-02777E4BD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05D38B-0E4A-1286-89F0-1D090F43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C2E9-822D-8044-913F-A60F44C19390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E60962-D3E9-03BF-5CAE-E53739274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534D02-F1C5-015E-F7E5-FAB187235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D688-70D9-0847-B5C9-4CD2C55B77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7121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CDE203-5349-EE1F-E43C-63A1F3890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3881FF-FE20-B5BD-EA63-C7F67F414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19DE84-C14C-A5D3-A4B9-0BE0A5C05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C2E9-822D-8044-913F-A60F44C19390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FE1E8-8299-298E-89FF-0016F3503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700BED-4F9F-D7DE-FE5C-70944BAE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D688-70D9-0847-B5C9-4CD2C55B77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7300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C100C4-F770-CBB5-58A1-379D57737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50B230-AE68-3583-FF21-623AF1EB4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10846F-406B-5AB0-22B6-00D15710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C2E9-822D-8044-913F-A60F44C19390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502A33-CEF6-CA39-2419-D11E4ED9D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42D3D6-F3CB-F94E-24A0-F42C1CE53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D688-70D9-0847-B5C9-4CD2C55B77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749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4B9B7-5AC2-E657-3BB3-8F4D07171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42BCD8-20AC-81A2-769E-EFFF975A21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B1FE5D-1616-C0AE-D5E7-2D99DBDA5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4E9D6B-14EA-5B6A-9CAB-B53300DF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C2E9-822D-8044-913F-A60F44C19390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9656ED-B1D7-00E0-A5D6-6E0DAA3DD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359658-E243-6D8C-BD3C-90228DBD0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D688-70D9-0847-B5C9-4CD2C55B77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067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23A28-7106-6667-08E3-BF998CDC7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463900-7AFC-7550-A521-55F54A044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803518-E06D-9882-4051-E60495C57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E90282-0401-E227-3F58-5E8FE6F83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D35EC1-6AED-BE1A-BA95-0BD89CADF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959DC0-EEB2-9B2C-D930-DDBBF21B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C2E9-822D-8044-913F-A60F44C19390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A83A30-F499-1AF7-2E26-E8F11D839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31E2F9-C622-88F9-9A39-9F448CB3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D688-70D9-0847-B5C9-4CD2C55B77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8014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395949-A17A-F4ED-9CDE-AAE8E83A1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9A7614-4F52-9758-28E6-022A96307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C2E9-822D-8044-913F-A60F44C19390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2D8438-F411-2769-09FB-4E46ED7AF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4049DE-9F08-5C35-87A3-D7360426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D688-70D9-0847-B5C9-4CD2C55B77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724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016E19-95A6-0BE0-9ADE-BB1A17D5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C2E9-822D-8044-913F-A60F44C19390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5E6469-0BC6-3711-B8F4-BEDBD5C1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4761C1-14A1-048C-8CD5-D1F52A408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D688-70D9-0847-B5C9-4CD2C55B77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4389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A843E-8DE9-A7F7-1D58-1D7C431B7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68F5C0-95BF-7378-09F1-1563C14A7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BD15AF-04C2-4D9B-9F18-2CCBE2D5A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A60FB4-6E5A-D51B-52B7-5288173EB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C2E9-822D-8044-913F-A60F44C19390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1C4272-17FE-00B0-5292-F7B6F082B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977770-EFB3-8FA8-B68A-EC1254995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D688-70D9-0847-B5C9-4CD2C55B77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6918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2D5AE-7AB0-EA24-03DB-BED8A1E26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4798DE-B16C-6342-FAC4-83C3514AD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200708-3C9A-831B-D438-FA0B85C2C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2E63E4-60EF-7819-43B5-D839BE10E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C2E9-822D-8044-913F-A60F44C19390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6D6E53-50CD-529B-CAEA-A602C378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394EA3-0BCC-4B8F-A811-C4B279107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D688-70D9-0847-B5C9-4CD2C55B77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707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6DFF2B-DB81-BC9C-38CB-ADA1FB625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CE30F0-7509-AC6A-AB24-E67767D2F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2CB5FE-1A3D-6A46-2E78-1508995AC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C2E9-822D-8044-913F-A60F44C19390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B89991-2746-50CF-276C-83D8B5927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6A48C0-2564-EAE7-4569-22179B05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D688-70D9-0847-B5C9-4CD2C55B77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347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D0EFC9-64AB-9C0F-6E29-BBC8BFC533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D27361-1EDE-9CAD-E654-95FC3F036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2E2DFF-8EF4-B948-2C72-0B3DAC91F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C2E9-822D-8044-913F-A60F44C19390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25617D-1274-9436-E5B0-2B22E5A45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9043EB-7520-9A2C-957A-05C11ECDC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9D688-70D9-0847-B5C9-4CD2C55B77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7077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6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1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1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6" b="1" i="0">
                <a:solidFill>
                  <a:srgbClr val="86A2EE"/>
                </a:solidFill>
                <a:latin typeface="Kaiti SC Black"/>
                <a:cs typeface="Kaiti SC Black"/>
              </a:defRPr>
            </a:lvl1pPr>
          </a:lstStyle>
          <a:p>
            <a:pPr marL="11516">
              <a:lnSpc>
                <a:spcPts val="1600"/>
              </a:lnSpc>
            </a:pPr>
            <a:r>
              <a:rPr lang="zh-CN" altLang="en-US" spc="-9"/>
              <a:t>主讲人：聂兰顺</a:t>
            </a:r>
            <a:endParaRPr lang="zh-CN" altLang="en-US" spc="-9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6" b="1" i="0">
                <a:solidFill>
                  <a:srgbClr val="86A2EE"/>
                </a:solidFill>
                <a:latin typeface="Kaiti SC Black"/>
                <a:cs typeface="Kaiti SC Black"/>
              </a:defRPr>
            </a:lvl1pPr>
          </a:lstStyle>
          <a:p>
            <a:pPr marL="11516">
              <a:lnSpc>
                <a:spcPts val="1600"/>
              </a:lnSpc>
            </a:pPr>
            <a:r>
              <a:rPr lang="zh-CN" altLang="en-US" spc="23"/>
              <a:t>计算机网络 </a:t>
            </a:r>
            <a:r>
              <a:rPr lang="zh-CN" altLang="en-US" spc="63">
                <a:solidFill>
                  <a:srgbClr val="7A9AEF"/>
                </a:solidFill>
              </a:rPr>
              <a:t>之 </a:t>
            </a:r>
            <a:r>
              <a:rPr lang="zh-CN" altLang="en-US" spc="-14"/>
              <a:t>探赜索隐</a:t>
            </a:r>
            <a:endParaRPr lang="zh-CN" altLang="en-US" spc="-14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88" b="0" i="0">
                <a:solidFill>
                  <a:srgbClr val="163794"/>
                </a:solidFill>
                <a:latin typeface="Arial"/>
                <a:cs typeface="Arial"/>
              </a:defRPr>
            </a:lvl1pPr>
          </a:lstStyle>
          <a:p>
            <a:pPr marL="34549">
              <a:spcBef>
                <a:spcPts val="9"/>
              </a:spcBef>
            </a:pPr>
            <a:fld id="{81D60167-4931-47E6-BA6A-407CBD079E47}" type="slidenum">
              <a:rPr lang="en-US" altLang="zh-CN" spc="-45" smtClean="0"/>
              <a:pPr marL="34549">
                <a:spcBef>
                  <a:spcPts val="9"/>
                </a:spcBef>
              </a:pPr>
              <a:t>‹#›</a:t>
            </a:fld>
            <a:endParaRPr lang="en-US" altLang="zh-CN" spc="-45" dirty="0"/>
          </a:p>
        </p:txBody>
      </p:sp>
    </p:spTree>
    <p:extLst>
      <p:ext uri="{BB962C8B-B14F-4D97-AF65-F5344CB8AC3E}">
        <p14:creationId xmlns:p14="http://schemas.microsoft.com/office/powerpoint/2010/main" val="292010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F79A587-21C5-589C-744F-6E41301C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035BE8-F267-70A8-DE35-DD625E6E3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DF776C-3EA0-6640-E568-74BC6339E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7C2E9-822D-8044-913F-A60F44C19390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FBD5F9-EA95-64CF-C6EE-555854B8A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C03D69-9CB2-2398-1FB8-ED4475043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9D688-70D9-0847-B5C9-4CD2C55B77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217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uofei.site/" TargetMode="External"/><Relationship Id="rId2" Type="http://schemas.openxmlformats.org/officeDocument/2006/relationships/hyperlink" Target="http://www.guofei.site/linux.html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sv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sv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71.sv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9.sv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sv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3" Type="http://schemas.openxmlformats.org/officeDocument/2006/relationships/image" Target="../media/image103.png"/><Relationship Id="rId21" Type="http://schemas.openxmlformats.org/officeDocument/2006/relationships/image" Target="../media/image121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2" Type="http://schemas.openxmlformats.org/officeDocument/2006/relationships/image" Target="../media/image102.png"/><Relationship Id="rId16" Type="http://schemas.openxmlformats.org/officeDocument/2006/relationships/image" Target="../media/image116.png"/><Relationship Id="rId20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24" Type="http://schemas.openxmlformats.org/officeDocument/2006/relationships/image" Target="../media/image124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Relationship Id="rId22" Type="http://schemas.openxmlformats.org/officeDocument/2006/relationships/image" Target="../media/image12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组合 217">
            <a:extLst>
              <a:ext uri="{FF2B5EF4-FFF2-40B4-BE49-F238E27FC236}">
                <a16:creationId xmlns:a16="http://schemas.microsoft.com/office/drawing/2014/main" id="{FDF709FF-405F-8EB8-47B2-E73C08517D40}"/>
              </a:ext>
            </a:extLst>
          </p:cNvPr>
          <p:cNvGrpSpPr/>
          <p:nvPr/>
        </p:nvGrpSpPr>
        <p:grpSpPr>
          <a:xfrm>
            <a:off x="596353" y="1976364"/>
            <a:ext cx="8236205" cy="4425832"/>
            <a:chOff x="596353" y="1976364"/>
            <a:chExt cx="8236205" cy="4425832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013CB624-CA25-C021-3C3F-9C16A2D865A1}"/>
                </a:ext>
              </a:extLst>
            </p:cNvPr>
            <p:cNvSpPr/>
            <p:nvPr/>
          </p:nvSpPr>
          <p:spPr>
            <a:xfrm>
              <a:off x="1828387" y="2243010"/>
              <a:ext cx="589915" cy="413384"/>
            </a:xfrm>
            <a:custGeom>
              <a:avLst/>
              <a:gdLst/>
              <a:ahLst/>
              <a:cxnLst/>
              <a:rect l="l" t="t" r="r" b="b"/>
              <a:pathLst>
                <a:path w="589914" h="413385">
                  <a:moveTo>
                    <a:pt x="426374" y="0"/>
                  </a:moveTo>
                  <a:lnTo>
                    <a:pt x="370617" y="5143"/>
                  </a:lnTo>
                  <a:lnTo>
                    <a:pt x="298402" y="15398"/>
                  </a:lnTo>
                  <a:lnTo>
                    <a:pt x="257942" y="22609"/>
                  </a:lnTo>
                  <a:lnTo>
                    <a:pt x="190579" y="41273"/>
                  </a:lnTo>
                  <a:lnTo>
                    <a:pt x="136175" y="65129"/>
                  </a:lnTo>
                  <a:lnTo>
                    <a:pt x="103814" y="93140"/>
                  </a:lnTo>
                  <a:lnTo>
                    <a:pt x="93924" y="125783"/>
                  </a:lnTo>
                  <a:lnTo>
                    <a:pt x="84740" y="140271"/>
                  </a:lnTo>
                  <a:lnTo>
                    <a:pt x="67264" y="150824"/>
                  </a:lnTo>
                  <a:lnTo>
                    <a:pt x="45323" y="158972"/>
                  </a:lnTo>
                  <a:lnTo>
                    <a:pt x="24358" y="168310"/>
                  </a:lnTo>
                  <a:lnTo>
                    <a:pt x="9810" y="182435"/>
                  </a:lnTo>
                  <a:lnTo>
                    <a:pt x="2631" y="205237"/>
                  </a:lnTo>
                  <a:lnTo>
                    <a:pt x="0" y="233981"/>
                  </a:lnTo>
                  <a:lnTo>
                    <a:pt x="1702" y="262034"/>
                  </a:lnTo>
                  <a:lnTo>
                    <a:pt x="28495" y="298323"/>
                  </a:lnTo>
                  <a:lnTo>
                    <a:pt x="73183" y="301307"/>
                  </a:lnTo>
                  <a:lnTo>
                    <a:pt x="114018" y="301700"/>
                  </a:lnTo>
                  <a:lnTo>
                    <a:pt x="166116" y="299973"/>
                  </a:lnTo>
                  <a:lnTo>
                    <a:pt x="218737" y="298914"/>
                  </a:lnTo>
                  <a:lnTo>
                    <a:pt x="261143" y="301307"/>
                  </a:lnTo>
                  <a:lnTo>
                    <a:pt x="288746" y="308161"/>
                  </a:lnTo>
                  <a:lnTo>
                    <a:pt x="307752" y="317849"/>
                  </a:lnTo>
                  <a:lnTo>
                    <a:pt x="323615" y="329489"/>
                  </a:lnTo>
                  <a:lnTo>
                    <a:pt x="363910" y="357852"/>
                  </a:lnTo>
                  <a:lnTo>
                    <a:pt x="409725" y="393297"/>
                  </a:lnTo>
                  <a:lnTo>
                    <a:pt x="449447" y="411325"/>
                  </a:lnTo>
                  <a:lnTo>
                    <a:pt x="467153" y="412940"/>
                  </a:lnTo>
                  <a:lnTo>
                    <a:pt x="483550" y="411412"/>
                  </a:lnTo>
                  <a:lnTo>
                    <a:pt x="524986" y="396224"/>
                  </a:lnTo>
                  <a:lnTo>
                    <a:pt x="553344" y="351782"/>
                  </a:lnTo>
                  <a:lnTo>
                    <a:pt x="568864" y="274129"/>
                  </a:lnTo>
                  <a:lnTo>
                    <a:pt x="573474" y="250491"/>
                  </a:lnTo>
                  <a:lnTo>
                    <a:pt x="581169" y="203692"/>
                  </a:lnTo>
                  <a:lnTo>
                    <a:pt x="586583" y="150199"/>
                  </a:lnTo>
                  <a:lnTo>
                    <a:pt x="589619" y="89632"/>
                  </a:lnTo>
                  <a:lnTo>
                    <a:pt x="586136" y="64706"/>
                  </a:lnTo>
                  <a:lnTo>
                    <a:pt x="566658" y="30067"/>
                  </a:lnTo>
                  <a:lnTo>
                    <a:pt x="515163" y="3226"/>
                  </a:lnTo>
                  <a:lnTo>
                    <a:pt x="466990" y="345"/>
                  </a:lnTo>
                  <a:lnTo>
                    <a:pt x="426374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A27BE15D-9263-D53B-90F8-B7CF947CEBFD}"/>
                </a:ext>
              </a:extLst>
            </p:cNvPr>
            <p:cNvSpPr txBox="1"/>
            <p:nvPr/>
          </p:nvSpPr>
          <p:spPr>
            <a:xfrm>
              <a:off x="1960626" y="2265044"/>
              <a:ext cx="446405" cy="305435"/>
            </a:xfrm>
            <a:prstGeom prst="rect">
              <a:avLst/>
            </a:prstGeom>
          </p:spPr>
          <p:txBody>
            <a:bodyPr vert="horz" wrap="square" lIns="0" tIns="36195" rIns="0" bIns="0" rtlCol="0">
              <a:spAutoFit/>
            </a:bodyPr>
            <a:lstStyle/>
            <a:p>
              <a:pPr marL="127000" marR="5080" indent="-114300">
                <a:lnSpc>
                  <a:spcPts val="1010"/>
                </a:lnSpc>
                <a:spcBef>
                  <a:spcPts val="285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 dirty="0">
                <a:latin typeface="Arial"/>
                <a:cs typeface="Arial"/>
              </a:endParaRPr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C63B26C0-4577-A7B9-B4BF-DA4FF7239E77}"/>
                </a:ext>
              </a:extLst>
            </p:cNvPr>
            <p:cNvSpPr/>
            <p:nvPr/>
          </p:nvSpPr>
          <p:spPr>
            <a:xfrm>
              <a:off x="672553" y="2497010"/>
              <a:ext cx="6254750" cy="959485"/>
            </a:xfrm>
            <a:custGeom>
              <a:avLst/>
              <a:gdLst/>
              <a:ahLst/>
              <a:cxnLst/>
              <a:rect l="l" t="t" r="r" b="b"/>
              <a:pathLst>
                <a:path w="6254750" h="959485">
                  <a:moveTo>
                    <a:pt x="589572" y="635685"/>
                  </a:moveTo>
                  <a:lnTo>
                    <a:pt x="578116" y="591451"/>
                  </a:lnTo>
                  <a:lnTo>
                    <a:pt x="535419" y="554926"/>
                  </a:lnTo>
                  <a:lnTo>
                    <a:pt x="491388" y="546900"/>
                  </a:lnTo>
                  <a:lnTo>
                    <a:pt x="426339" y="546100"/>
                  </a:lnTo>
                  <a:lnTo>
                    <a:pt x="410921" y="546671"/>
                  </a:lnTo>
                  <a:lnTo>
                    <a:pt x="370586" y="551243"/>
                  </a:lnTo>
                  <a:lnTo>
                    <a:pt x="298399" y="561454"/>
                  </a:lnTo>
                  <a:lnTo>
                    <a:pt x="257924" y="568667"/>
                  </a:lnTo>
                  <a:lnTo>
                    <a:pt x="190563" y="587311"/>
                  </a:lnTo>
                  <a:lnTo>
                    <a:pt x="136144" y="611162"/>
                  </a:lnTo>
                  <a:lnTo>
                    <a:pt x="103771" y="639191"/>
                  </a:lnTo>
                  <a:lnTo>
                    <a:pt x="93878" y="671817"/>
                  </a:lnTo>
                  <a:lnTo>
                    <a:pt x="84734" y="686244"/>
                  </a:lnTo>
                  <a:lnTo>
                    <a:pt x="67271" y="696874"/>
                  </a:lnTo>
                  <a:lnTo>
                    <a:pt x="45313" y="705040"/>
                  </a:lnTo>
                  <a:lnTo>
                    <a:pt x="24345" y="714362"/>
                  </a:lnTo>
                  <a:lnTo>
                    <a:pt x="9804" y="728408"/>
                  </a:lnTo>
                  <a:lnTo>
                    <a:pt x="2628" y="751268"/>
                  </a:lnTo>
                  <a:lnTo>
                    <a:pt x="0" y="780008"/>
                  </a:lnTo>
                  <a:lnTo>
                    <a:pt x="1701" y="808037"/>
                  </a:lnTo>
                  <a:lnTo>
                    <a:pt x="28460" y="844359"/>
                  </a:lnTo>
                  <a:lnTo>
                    <a:pt x="73202" y="847407"/>
                  </a:lnTo>
                  <a:lnTo>
                    <a:pt x="113982" y="847737"/>
                  </a:lnTo>
                  <a:lnTo>
                    <a:pt x="166052" y="845985"/>
                  </a:lnTo>
                  <a:lnTo>
                    <a:pt x="218668" y="844943"/>
                  </a:lnTo>
                  <a:lnTo>
                    <a:pt x="261086" y="847407"/>
                  </a:lnTo>
                  <a:lnTo>
                    <a:pt x="288671" y="854252"/>
                  </a:lnTo>
                  <a:lnTo>
                    <a:pt x="307682" y="863904"/>
                  </a:lnTo>
                  <a:lnTo>
                    <a:pt x="323557" y="875538"/>
                  </a:lnTo>
                  <a:lnTo>
                    <a:pt x="363893" y="903897"/>
                  </a:lnTo>
                  <a:lnTo>
                    <a:pt x="409676" y="939330"/>
                  </a:lnTo>
                  <a:lnTo>
                    <a:pt x="449414" y="957326"/>
                  </a:lnTo>
                  <a:lnTo>
                    <a:pt x="467118" y="958977"/>
                  </a:lnTo>
                  <a:lnTo>
                    <a:pt x="483527" y="957503"/>
                  </a:lnTo>
                  <a:lnTo>
                    <a:pt x="524967" y="942276"/>
                  </a:lnTo>
                  <a:lnTo>
                    <a:pt x="553351" y="897826"/>
                  </a:lnTo>
                  <a:lnTo>
                    <a:pt x="568845" y="820102"/>
                  </a:lnTo>
                  <a:lnTo>
                    <a:pt x="573443" y="796467"/>
                  </a:lnTo>
                  <a:lnTo>
                    <a:pt x="581152" y="749719"/>
                  </a:lnTo>
                  <a:lnTo>
                    <a:pt x="586524" y="696302"/>
                  </a:lnTo>
                  <a:lnTo>
                    <a:pt x="589076" y="665416"/>
                  </a:lnTo>
                  <a:lnTo>
                    <a:pt x="589572" y="635685"/>
                  </a:lnTo>
                  <a:close/>
                </a:path>
                <a:path w="6254750" h="959485">
                  <a:moveTo>
                    <a:pt x="6254508" y="89636"/>
                  </a:moveTo>
                  <a:lnTo>
                    <a:pt x="6243078" y="45402"/>
                  </a:lnTo>
                  <a:lnTo>
                    <a:pt x="6200432" y="8826"/>
                  </a:lnTo>
                  <a:lnTo>
                    <a:pt x="6156376" y="850"/>
                  </a:lnTo>
                  <a:lnTo>
                    <a:pt x="6091339" y="0"/>
                  </a:lnTo>
                  <a:lnTo>
                    <a:pt x="6075908" y="571"/>
                  </a:lnTo>
                  <a:lnTo>
                    <a:pt x="6035586" y="5143"/>
                  </a:lnTo>
                  <a:lnTo>
                    <a:pt x="5963361" y="15405"/>
                  </a:lnTo>
                  <a:lnTo>
                    <a:pt x="5922899" y="22618"/>
                  </a:lnTo>
                  <a:lnTo>
                    <a:pt x="5855525" y="41262"/>
                  </a:lnTo>
                  <a:lnTo>
                    <a:pt x="5801080" y="65087"/>
                  </a:lnTo>
                  <a:lnTo>
                    <a:pt x="5768721" y="93091"/>
                  </a:lnTo>
                  <a:lnTo>
                    <a:pt x="5758866" y="125768"/>
                  </a:lnTo>
                  <a:lnTo>
                    <a:pt x="5749709" y="140271"/>
                  </a:lnTo>
                  <a:lnTo>
                    <a:pt x="5732221" y="150825"/>
                  </a:lnTo>
                  <a:lnTo>
                    <a:pt x="5710288" y="158965"/>
                  </a:lnTo>
                  <a:lnTo>
                    <a:pt x="5689320" y="168262"/>
                  </a:lnTo>
                  <a:lnTo>
                    <a:pt x="5674779" y="182308"/>
                  </a:lnTo>
                  <a:lnTo>
                    <a:pt x="5667591" y="205193"/>
                  </a:lnTo>
                  <a:lnTo>
                    <a:pt x="5664962" y="233972"/>
                  </a:lnTo>
                  <a:lnTo>
                    <a:pt x="5666664" y="262039"/>
                  </a:lnTo>
                  <a:lnTo>
                    <a:pt x="5693410" y="298323"/>
                  </a:lnTo>
                  <a:lnTo>
                    <a:pt x="5738152" y="301307"/>
                  </a:lnTo>
                  <a:lnTo>
                    <a:pt x="5778919" y="301701"/>
                  </a:lnTo>
                  <a:lnTo>
                    <a:pt x="5831014" y="299974"/>
                  </a:lnTo>
                  <a:lnTo>
                    <a:pt x="5883630" y="298919"/>
                  </a:lnTo>
                  <a:lnTo>
                    <a:pt x="5925985" y="301307"/>
                  </a:lnTo>
                  <a:lnTo>
                    <a:pt x="5953582" y="308165"/>
                  </a:lnTo>
                  <a:lnTo>
                    <a:pt x="5972607" y="317855"/>
                  </a:lnTo>
                  <a:lnTo>
                    <a:pt x="5988507" y="329501"/>
                  </a:lnTo>
                  <a:lnTo>
                    <a:pt x="6028855" y="357860"/>
                  </a:lnTo>
                  <a:lnTo>
                    <a:pt x="6074638" y="393306"/>
                  </a:lnTo>
                  <a:lnTo>
                    <a:pt x="6114389" y="411327"/>
                  </a:lnTo>
                  <a:lnTo>
                    <a:pt x="6132068" y="412940"/>
                  </a:lnTo>
                  <a:lnTo>
                    <a:pt x="6148463" y="411416"/>
                  </a:lnTo>
                  <a:lnTo>
                    <a:pt x="6189904" y="396176"/>
                  </a:lnTo>
                  <a:lnTo>
                    <a:pt x="6218301" y="351790"/>
                  </a:lnTo>
                  <a:lnTo>
                    <a:pt x="6233833" y="274129"/>
                  </a:lnTo>
                  <a:lnTo>
                    <a:pt x="6238430" y="250482"/>
                  </a:lnTo>
                  <a:lnTo>
                    <a:pt x="6246126" y="203644"/>
                  </a:lnTo>
                  <a:lnTo>
                    <a:pt x="6251473" y="150202"/>
                  </a:lnTo>
                  <a:lnTo>
                    <a:pt x="6254000" y="119341"/>
                  </a:lnTo>
                  <a:lnTo>
                    <a:pt x="6254508" y="89636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05A89523-55ED-4E26-92AB-B0BBF9AB331E}"/>
                </a:ext>
              </a:extLst>
            </p:cNvPr>
            <p:cNvSpPr txBox="1"/>
            <p:nvPr/>
          </p:nvSpPr>
          <p:spPr>
            <a:xfrm>
              <a:off x="6470396" y="2518917"/>
              <a:ext cx="446405" cy="305435"/>
            </a:xfrm>
            <a:prstGeom prst="rect">
              <a:avLst/>
            </a:prstGeom>
          </p:spPr>
          <p:txBody>
            <a:bodyPr vert="horz" wrap="square" lIns="0" tIns="36195" rIns="0" bIns="0" rtlCol="0">
              <a:spAutoFit/>
            </a:bodyPr>
            <a:lstStyle/>
            <a:p>
              <a:pPr marL="127000" marR="5080" indent="-114300">
                <a:lnSpc>
                  <a:spcPts val="1010"/>
                </a:lnSpc>
                <a:spcBef>
                  <a:spcPts val="285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D6B9B5BE-3022-AFF5-97FF-5BCFB727EB58}"/>
                </a:ext>
              </a:extLst>
            </p:cNvPr>
            <p:cNvSpPr/>
            <p:nvPr/>
          </p:nvSpPr>
          <p:spPr>
            <a:xfrm>
              <a:off x="824979" y="4732083"/>
              <a:ext cx="1009015" cy="1035685"/>
            </a:xfrm>
            <a:custGeom>
              <a:avLst/>
              <a:gdLst/>
              <a:ahLst/>
              <a:cxnLst/>
              <a:rect l="l" t="t" r="r" b="b"/>
              <a:pathLst>
                <a:path w="1009014" h="1035685">
                  <a:moveTo>
                    <a:pt x="589597" y="89585"/>
                  </a:moveTo>
                  <a:lnTo>
                    <a:pt x="578142" y="45351"/>
                  </a:lnTo>
                  <a:lnTo>
                    <a:pt x="535444" y="8826"/>
                  </a:lnTo>
                  <a:lnTo>
                    <a:pt x="491426" y="800"/>
                  </a:lnTo>
                  <a:lnTo>
                    <a:pt x="426339" y="0"/>
                  </a:lnTo>
                  <a:lnTo>
                    <a:pt x="410921" y="571"/>
                  </a:lnTo>
                  <a:lnTo>
                    <a:pt x="370586" y="5143"/>
                  </a:lnTo>
                  <a:lnTo>
                    <a:pt x="298386" y="15354"/>
                  </a:lnTo>
                  <a:lnTo>
                    <a:pt x="257924" y="22567"/>
                  </a:lnTo>
                  <a:lnTo>
                    <a:pt x="190563" y="41211"/>
                  </a:lnTo>
                  <a:lnTo>
                    <a:pt x="136144" y="65062"/>
                  </a:lnTo>
                  <a:lnTo>
                    <a:pt x="103771" y="93091"/>
                  </a:lnTo>
                  <a:lnTo>
                    <a:pt x="93878" y="125717"/>
                  </a:lnTo>
                  <a:lnTo>
                    <a:pt x="84721" y="140144"/>
                  </a:lnTo>
                  <a:lnTo>
                    <a:pt x="67259" y="150774"/>
                  </a:lnTo>
                  <a:lnTo>
                    <a:pt x="45313" y="158940"/>
                  </a:lnTo>
                  <a:lnTo>
                    <a:pt x="24345" y="168262"/>
                  </a:lnTo>
                  <a:lnTo>
                    <a:pt x="9804" y="182308"/>
                  </a:lnTo>
                  <a:lnTo>
                    <a:pt x="2628" y="205168"/>
                  </a:lnTo>
                  <a:lnTo>
                    <a:pt x="0" y="233908"/>
                  </a:lnTo>
                  <a:lnTo>
                    <a:pt x="1701" y="261937"/>
                  </a:lnTo>
                  <a:lnTo>
                    <a:pt x="28460" y="298259"/>
                  </a:lnTo>
                  <a:lnTo>
                    <a:pt x="73202" y="301307"/>
                  </a:lnTo>
                  <a:lnTo>
                    <a:pt x="113982" y="301637"/>
                  </a:lnTo>
                  <a:lnTo>
                    <a:pt x="166052" y="299885"/>
                  </a:lnTo>
                  <a:lnTo>
                    <a:pt x="218668" y="298843"/>
                  </a:lnTo>
                  <a:lnTo>
                    <a:pt x="261086" y="301307"/>
                  </a:lnTo>
                  <a:lnTo>
                    <a:pt x="288671" y="308102"/>
                  </a:lnTo>
                  <a:lnTo>
                    <a:pt x="307682" y="317766"/>
                  </a:lnTo>
                  <a:lnTo>
                    <a:pt x="323557" y="329425"/>
                  </a:lnTo>
                  <a:lnTo>
                    <a:pt x="363893" y="357797"/>
                  </a:lnTo>
                  <a:lnTo>
                    <a:pt x="409676" y="393230"/>
                  </a:lnTo>
                  <a:lnTo>
                    <a:pt x="449414" y="411226"/>
                  </a:lnTo>
                  <a:lnTo>
                    <a:pt x="467131" y="412877"/>
                  </a:lnTo>
                  <a:lnTo>
                    <a:pt x="483527" y="411403"/>
                  </a:lnTo>
                  <a:lnTo>
                    <a:pt x="524967" y="396176"/>
                  </a:lnTo>
                  <a:lnTo>
                    <a:pt x="553313" y="351726"/>
                  </a:lnTo>
                  <a:lnTo>
                    <a:pt x="568845" y="274002"/>
                  </a:lnTo>
                  <a:lnTo>
                    <a:pt x="573443" y="250367"/>
                  </a:lnTo>
                  <a:lnTo>
                    <a:pt x="581139" y="203619"/>
                  </a:lnTo>
                  <a:lnTo>
                    <a:pt x="586562" y="150202"/>
                  </a:lnTo>
                  <a:lnTo>
                    <a:pt x="589114" y="119316"/>
                  </a:lnTo>
                  <a:lnTo>
                    <a:pt x="589597" y="89585"/>
                  </a:lnTo>
                  <a:close/>
                </a:path>
                <a:path w="1009014" h="1035685">
                  <a:moveTo>
                    <a:pt x="1008697" y="711809"/>
                  </a:moveTo>
                  <a:lnTo>
                    <a:pt x="997242" y="667600"/>
                  </a:lnTo>
                  <a:lnTo>
                    <a:pt x="954544" y="631126"/>
                  </a:lnTo>
                  <a:lnTo>
                    <a:pt x="910526" y="623036"/>
                  </a:lnTo>
                  <a:lnTo>
                    <a:pt x="845464" y="622236"/>
                  </a:lnTo>
                  <a:lnTo>
                    <a:pt x="830059" y="622795"/>
                  </a:lnTo>
                  <a:lnTo>
                    <a:pt x="789698" y="627316"/>
                  </a:lnTo>
                  <a:lnTo>
                    <a:pt x="717537" y="637578"/>
                  </a:lnTo>
                  <a:lnTo>
                    <a:pt x="677087" y="644791"/>
                  </a:lnTo>
                  <a:lnTo>
                    <a:pt x="609765" y="663448"/>
                  </a:lnTo>
                  <a:lnTo>
                    <a:pt x="555320" y="687311"/>
                  </a:lnTo>
                  <a:lnTo>
                    <a:pt x="522947" y="715314"/>
                  </a:lnTo>
                  <a:lnTo>
                    <a:pt x="513003" y="747966"/>
                  </a:lnTo>
                  <a:lnTo>
                    <a:pt x="503821" y="762444"/>
                  </a:lnTo>
                  <a:lnTo>
                    <a:pt x="486397" y="773061"/>
                  </a:lnTo>
                  <a:lnTo>
                    <a:pt x="464477" y="781202"/>
                  </a:lnTo>
                  <a:lnTo>
                    <a:pt x="443496" y="790511"/>
                  </a:lnTo>
                  <a:lnTo>
                    <a:pt x="428955" y="804608"/>
                  </a:lnTo>
                  <a:lnTo>
                    <a:pt x="421779" y="827417"/>
                  </a:lnTo>
                  <a:lnTo>
                    <a:pt x="419150" y="856157"/>
                  </a:lnTo>
                  <a:lnTo>
                    <a:pt x="420852" y="884224"/>
                  </a:lnTo>
                  <a:lnTo>
                    <a:pt x="447598" y="920521"/>
                  </a:lnTo>
                  <a:lnTo>
                    <a:pt x="492391" y="923531"/>
                  </a:lnTo>
                  <a:lnTo>
                    <a:pt x="533146" y="923886"/>
                  </a:lnTo>
                  <a:lnTo>
                    <a:pt x="585203" y="922147"/>
                  </a:lnTo>
                  <a:lnTo>
                    <a:pt x="637819" y="921105"/>
                  </a:lnTo>
                  <a:lnTo>
                    <a:pt x="680224" y="923531"/>
                  </a:lnTo>
                  <a:lnTo>
                    <a:pt x="707821" y="930363"/>
                  </a:lnTo>
                  <a:lnTo>
                    <a:pt x="726833" y="940041"/>
                  </a:lnTo>
                  <a:lnTo>
                    <a:pt x="742696" y="951687"/>
                  </a:lnTo>
                  <a:lnTo>
                    <a:pt x="783043" y="980059"/>
                  </a:lnTo>
                  <a:lnTo>
                    <a:pt x="828814" y="1015492"/>
                  </a:lnTo>
                  <a:lnTo>
                    <a:pt x="868527" y="1033513"/>
                  </a:lnTo>
                  <a:lnTo>
                    <a:pt x="886244" y="1035151"/>
                  </a:lnTo>
                  <a:lnTo>
                    <a:pt x="902677" y="1033653"/>
                  </a:lnTo>
                  <a:lnTo>
                    <a:pt x="944092" y="1018413"/>
                  </a:lnTo>
                  <a:lnTo>
                    <a:pt x="972527" y="974001"/>
                  </a:lnTo>
                  <a:lnTo>
                    <a:pt x="987945" y="896277"/>
                  </a:lnTo>
                  <a:lnTo>
                    <a:pt x="992568" y="872667"/>
                  </a:lnTo>
                  <a:lnTo>
                    <a:pt x="996772" y="849515"/>
                  </a:lnTo>
                  <a:lnTo>
                    <a:pt x="1000302" y="825868"/>
                  </a:lnTo>
                  <a:lnTo>
                    <a:pt x="1005662" y="772375"/>
                  </a:lnTo>
                  <a:lnTo>
                    <a:pt x="1008214" y="741514"/>
                  </a:lnTo>
                  <a:lnTo>
                    <a:pt x="1008697" y="711809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5D0C38D4-0420-89E7-FAA8-671DF84AA48C}"/>
                </a:ext>
              </a:extLst>
            </p:cNvPr>
            <p:cNvSpPr txBox="1"/>
            <p:nvPr/>
          </p:nvSpPr>
          <p:spPr>
            <a:xfrm>
              <a:off x="956868" y="4754626"/>
              <a:ext cx="446405" cy="305435"/>
            </a:xfrm>
            <a:prstGeom prst="rect">
              <a:avLst/>
            </a:prstGeom>
          </p:spPr>
          <p:txBody>
            <a:bodyPr vert="horz" wrap="square" lIns="0" tIns="36195" rIns="0" bIns="0" rtlCol="0">
              <a:spAutoFit/>
            </a:bodyPr>
            <a:lstStyle/>
            <a:p>
              <a:pPr marL="127000" marR="5080" indent="-114300">
                <a:lnSpc>
                  <a:spcPts val="1010"/>
                </a:lnSpc>
                <a:spcBef>
                  <a:spcPts val="285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E6EE518B-8482-6CAC-4272-CCCDA45B0640}"/>
                </a:ext>
              </a:extLst>
            </p:cNvPr>
            <p:cNvSpPr/>
            <p:nvPr/>
          </p:nvSpPr>
          <p:spPr>
            <a:xfrm>
              <a:off x="596353" y="4071683"/>
              <a:ext cx="589915" cy="413384"/>
            </a:xfrm>
            <a:custGeom>
              <a:avLst/>
              <a:gdLst/>
              <a:ahLst/>
              <a:cxnLst/>
              <a:rect l="l" t="t" r="r" b="b"/>
              <a:pathLst>
                <a:path w="589915" h="413385">
                  <a:moveTo>
                    <a:pt x="426337" y="0"/>
                  </a:moveTo>
                  <a:lnTo>
                    <a:pt x="370573" y="5143"/>
                  </a:lnTo>
                  <a:lnTo>
                    <a:pt x="298389" y="15398"/>
                  </a:lnTo>
                  <a:lnTo>
                    <a:pt x="257919" y="22609"/>
                  </a:lnTo>
                  <a:lnTo>
                    <a:pt x="190563" y="41255"/>
                  </a:lnTo>
                  <a:lnTo>
                    <a:pt x="136138" y="65075"/>
                  </a:lnTo>
                  <a:lnTo>
                    <a:pt x="103763" y="93087"/>
                  </a:lnTo>
                  <a:lnTo>
                    <a:pt x="93880" y="125765"/>
                  </a:lnTo>
                  <a:lnTo>
                    <a:pt x="84721" y="140271"/>
                  </a:lnTo>
                  <a:lnTo>
                    <a:pt x="67259" y="150824"/>
                  </a:lnTo>
                  <a:lnTo>
                    <a:pt x="45315" y="158972"/>
                  </a:lnTo>
                  <a:lnTo>
                    <a:pt x="24344" y="168310"/>
                  </a:lnTo>
                  <a:lnTo>
                    <a:pt x="9804" y="182435"/>
                  </a:lnTo>
                  <a:lnTo>
                    <a:pt x="2631" y="205237"/>
                  </a:lnTo>
                  <a:lnTo>
                    <a:pt x="0" y="233981"/>
                  </a:lnTo>
                  <a:lnTo>
                    <a:pt x="1692" y="262034"/>
                  </a:lnTo>
                  <a:lnTo>
                    <a:pt x="28459" y="298322"/>
                  </a:lnTo>
                  <a:lnTo>
                    <a:pt x="73190" y="301307"/>
                  </a:lnTo>
                  <a:lnTo>
                    <a:pt x="113975" y="301700"/>
                  </a:lnTo>
                  <a:lnTo>
                    <a:pt x="166050" y="299973"/>
                  </a:lnTo>
                  <a:lnTo>
                    <a:pt x="218667" y="298914"/>
                  </a:lnTo>
                  <a:lnTo>
                    <a:pt x="261073" y="301307"/>
                  </a:lnTo>
                  <a:lnTo>
                    <a:pt x="288677" y="308161"/>
                  </a:lnTo>
                  <a:lnTo>
                    <a:pt x="307687" y="317849"/>
                  </a:lnTo>
                  <a:lnTo>
                    <a:pt x="323562" y="329489"/>
                  </a:lnTo>
                  <a:lnTo>
                    <a:pt x="363894" y="357852"/>
                  </a:lnTo>
                  <a:lnTo>
                    <a:pt x="409679" y="393297"/>
                  </a:lnTo>
                  <a:lnTo>
                    <a:pt x="449408" y="411325"/>
                  </a:lnTo>
                  <a:lnTo>
                    <a:pt x="467110" y="412940"/>
                  </a:lnTo>
                  <a:lnTo>
                    <a:pt x="483514" y="411412"/>
                  </a:lnTo>
                  <a:lnTo>
                    <a:pt x="524957" y="396176"/>
                  </a:lnTo>
                  <a:lnTo>
                    <a:pt x="553352" y="351782"/>
                  </a:lnTo>
                  <a:lnTo>
                    <a:pt x="568833" y="274129"/>
                  </a:lnTo>
                  <a:lnTo>
                    <a:pt x="573442" y="250473"/>
                  </a:lnTo>
                  <a:lnTo>
                    <a:pt x="581152" y="203638"/>
                  </a:lnTo>
                  <a:lnTo>
                    <a:pt x="586528" y="150199"/>
                  </a:lnTo>
                  <a:lnTo>
                    <a:pt x="589566" y="89632"/>
                  </a:lnTo>
                  <a:lnTo>
                    <a:pt x="586117" y="64706"/>
                  </a:lnTo>
                  <a:lnTo>
                    <a:pt x="566596" y="30019"/>
                  </a:lnTo>
                  <a:lnTo>
                    <a:pt x="515097" y="3226"/>
                  </a:lnTo>
                  <a:lnTo>
                    <a:pt x="466921" y="345"/>
                  </a:lnTo>
                  <a:lnTo>
                    <a:pt x="426337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F0E04470-4EB7-EB43-AB44-86E46A358A05}"/>
                </a:ext>
              </a:extLst>
            </p:cNvPr>
            <p:cNvSpPr txBox="1"/>
            <p:nvPr/>
          </p:nvSpPr>
          <p:spPr>
            <a:xfrm>
              <a:off x="728268" y="4094226"/>
              <a:ext cx="446405" cy="305435"/>
            </a:xfrm>
            <a:prstGeom prst="rect">
              <a:avLst/>
            </a:prstGeom>
          </p:spPr>
          <p:txBody>
            <a:bodyPr vert="horz" wrap="square" lIns="0" tIns="36195" rIns="0" bIns="0" rtlCol="0">
              <a:spAutoFit/>
            </a:bodyPr>
            <a:lstStyle/>
            <a:p>
              <a:pPr marL="126364" marR="5080" indent="-114300">
                <a:lnSpc>
                  <a:spcPts val="1010"/>
                </a:lnSpc>
                <a:spcBef>
                  <a:spcPts val="285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90278C67-ADBC-283F-0156-5DC4060FA63A}"/>
                </a:ext>
              </a:extLst>
            </p:cNvPr>
            <p:cNvSpPr/>
            <p:nvPr/>
          </p:nvSpPr>
          <p:spPr>
            <a:xfrm>
              <a:off x="7086949" y="2928810"/>
              <a:ext cx="589915" cy="413384"/>
            </a:xfrm>
            <a:custGeom>
              <a:avLst/>
              <a:gdLst/>
              <a:ahLst/>
              <a:cxnLst/>
              <a:rect l="l" t="t" r="r" b="b"/>
              <a:pathLst>
                <a:path w="589915" h="413385">
                  <a:moveTo>
                    <a:pt x="426319" y="0"/>
                  </a:moveTo>
                  <a:lnTo>
                    <a:pt x="370490" y="5143"/>
                  </a:lnTo>
                  <a:lnTo>
                    <a:pt x="298386" y="15351"/>
                  </a:lnTo>
                  <a:lnTo>
                    <a:pt x="257940" y="22556"/>
                  </a:lnTo>
                  <a:lnTo>
                    <a:pt x="190561" y="41201"/>
                  </a:lnTo>
                  <a:lnTo>
                    <a:pt x="136122" y="65057"/>
                  </a:lnTo>
                  <a:lnTo>
                    <a:pt x="103743" y="93085"/>
                  </a:lnTo>
                  <a:lnTo>
                    <a:pt x="93852" y="125712"/>
                  </a:lnTo>
                  <a:lnTo>
                    <a:pt x="84740" y="140144"/>
                  </a:lnTo>
                  <a:lnTo>
                    <a:pt x="67264" y="150768"/>
                  </a:lnTo>
                  <a:lnTo>
                    <a:pt x="45323" y="158940"/>
                  </a:lnTo>
                  <a:lnTo>
                    <a:pt x="24358" y="168255"/>
                  </a:lnTo>
                  <a:lnTo>
                    <a:pt x="9810" y="182308"/>
                  </a:lnTo>
                  <a:lnTo>
                    <a:pt x="2631" y="205166"/>
                  </a:lnTo>
                  <a:lnTo>
                    <a:pt x="0" y="233918"/>
                  </a:lnTo>
                  <a:lnTo>
                    <a:pt x="1702" y="261979"/>
                  </a:lnTo>
                  <a:lnTo>
                    <a:pt x="28448" y="298323"/>
                  </a:lnTo>
                  <a:lnTo>
                    <a:pt x="73183" y="301307"/>
                  </a:lnTo>
                  <a:lnTo>
                    <a:pt x="113944" y="301628"/>
                  </a:lnTo>
                  <a:lnTo>
                    <a:pt x="166004" y="299878"/>
                  </a:lnTo>
                  <a:lnTo>
                    <a:pt x="218612" y="298842"/>
                  </a:lnTo>
                  <a:lnTo>
                    <a:pt x="261016" y="301307"/>
                  </a:lnTo>
                  <a:lnTo>
                    <a:pt x="288621" y="308143"/>
                  </a:lnTo>
                  <a:lnTo>
                    <a:pt x="307641" y="317801"/>
                  </a:lnTo>
                  <a:lnTo>
                    <a:pt x="323542" y="329436"/>
                  </a:lnTo>
                  <a:lnTo>
                    <a:pt x="363890" y="357852"/>
                  </a:lnTo>
                  <a:lnTo>
                    <a:pt x="409618" y="393297"/>
                  </a:lnTo>
                  <a:lnTo>
                    <a:pt x="449375" y="411271"/>
                  </a:lnTo>
                  <a:lnTo>
                    <a:pt x="467090" y="412892"/>
                  </a:lnTo>
                  <a:lnTo>
                    <a:pt x="483494" y="411394"/>
                  </a:lnTo>
                  <a:lnTo>
                    <a:pt x="524938" y="396176"/>
                  </a:lnTo>
                  <a:lnTo>
                    <a:pt x="553344" y="351726"/>
                  </a:lnTo>
                  <a:lnTo>
                    <a:pt x="568864" y="274002"/>
                  </a:lnTo>
                  <a:lnTo>
                    <a:pt x="573420" y="250420"/>
                  </a:lnTo>
                  <a:lnTo>
                    <a:pt x="581152" y="203636"/>
                  </a:lnTo>
                  <a:lnTo>
                    <a:pt x="586511" y="150197"/>
                  </a:lnTo>
                  <a:lnTo>
                    <a:pt x="589547" y="89578"/>
                  </a:lnTo>
                  <a:lnTo>
                    <a:pt x="586136" y="64579"/>
                  </a:lnTo>
                  <a:lnTo>
                    <a:pt x="566547" y="29987"/>
                  </a:lnTo>
                  <a:lnTo>
                    <a:pt x="515036" y="3119"/>
                  </a:lnTo>
                  <a:lnTo>
                    <a:pt x="466863" y="325"/>
                  </a:lnTo>
                  <a:lnTo>
                    <a:pt x="426319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E33FEDD1-1404-490E-765D-4EF83B837F92}"/>
                </a:ext>
              </a:extLst>
            </p:cNvPr>
            <p:cNvSpPr txBox="1"/>
            <p:nvPr/>
          </p:nvSpPr>
          <p:spPr>
            <a:xfrm>
              <a:off x="7219950" y="2950844"/>
              <a:ext cx="446405" cy="305435"/>
            </a:xfrm>
            <a:prstGeom prst="rect">
              <a:avLst/>
            </a:prstGeom>
          </p:spPr>
          <p:txBody>
            <a:bodyPr vert="horz" wrap="square" lIns="0" tIns="36195" rIns="0" bIns="0" rtlCol="0">
              <a:spAutoFit/>
            </a:bodyPr>
            <a:lstStyle/>
            <a:p>
              <a:pPr marL="127000" marR="5080" indent="-114300">
                <a:lnSpc>
                  <a:spcPts val="1010"/>
                </a:lnSpc>
                <a:spcBef>
                  <a:spcPts val="285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92D41CFB-A268-91A8-7DB8-6677EE0321E6}"/>
                </a:ext>
              </a:extLst>
            </p:cNvPr>
            <p:cNvSpPr/>
            <p:nvPr/>
          </p:nvSpPr>
          <p:spPr>
            <a:xfrm>
              <a:off x="3428841" y="2001764"/>
              <a:ext cx="589915" cy="413384"/>
            </a:xfrm>
            <a:custGeom>
              <a:avLst/>
              <a:gdLst/>
              <a:ahLst/>
              <a:cxnLst/>
              <a:rect l="l" t="t" r="r" b="b"/>
              <a:pathLst>
                <a:path w="589914" h="413385">
                  <a:moveTo>
                    <a:pt x="426321" y="0"/>
                  </a:moveTo>
                  <a:lnTo>
                    <a:pt x="370617" y="5089"/>
                  </a:lnTo>
                  <a:lnTo>
                    <a:pt x="298402" y="15392"/>
                  </a:lnTo>
                  <a:lnTo>
                    <a:pt x="257942" y="22574"/>
                  </a:lnTo>
                  <a:lnTo>
                    <a:pt x="190561" y="41219"/>
                  </a:lnTo>
                  <a:lnTo>
                    <a:pt x="136122" y="65075"/>
                  </a:lnTo>
                  <a:lnTo>
                    <a:pt x="103743" y="93087"/>
                  </a:lnTo>
                  <a:lnTo>
                    <a:pt x="93852" y="125730"/>
                  </a:lnTo>
                  <a:lnTo>
                    <a:pt x="84740" y="140217"/>
                  </a:lnTo>
                  <a:lnTo>
                    <a:pt x="67264" y="150824"/>
                  </a:lnTo>
                  <a:lnTo>
                    <a:pt x="45323" y="158966"/>
                  </a:lnTo>
                  <a:lnTo>
                    <a:pt x="24358" y="168275"/>
                  </a:lnTo>
                  <a:lnTo>
                    <a:pt x="9810" y="182381"/>
                  </a:lnTo>
                  <a:lnTo>
                    <a:pt x="2631" y="205184"/>
                  </a:lnTo>
                  <a:lnTo>
                    <a:pt x="0" y="233928"/>
                  </a:lnTo>
                  <a:lnTo>
                    <a:pt x="1702" y="261981"/>
                  </a:lnTo>
                  <a:lnTo>
                    <a:pt x="28447" y="298269"/>
                  </a:lnTo>
                  <a:lnTo>
                    <a:pt x="73183" y="301253"/>
                  </a:lnTo>
                  <a:lnTo>
                    <a:pt x="113944" y="301646"/>
                  </a:lnTo>
                  <a:lnTo>
                    <a:pt x="166004" y="299920"/>
                  </a:lnTo>
                  <a:lnTo>
                    <a:pt x="218612" y="298860"/>
                  </a:lnTo>
                  <a:lnTo>
                    <a:pt x="261016" y="301253"/>
                  </a:lnTo>
                  <a:lnTo>
                    <a:pt x="288621" y="308107"/>
                  </a:lnTo>
                  <a:lnTo>
                    <a:pt x="307641" y="317795"/>
                  </a:lnTo>
                  <a:lnTo>
                    <a:pt x="323542" y="329436"/>
                  </a:lnTo>
                  <a:lnTo>
                    <a:pt x="363892" y="357798"/>
                  </a:lnTo>
                  <a:lnTo>
                    <a:pt x="409672" y="393243"/>
                  </a:lnTo>
                  <a:lnTo>
                    <a:pt x="449429" y="411291"/>
                  </a:lnTo>
                  <a:lnTo>
                    <a:pt x="467106" y="412950"/>
                  </a:lnTo>
                  <a:lnTo>
                    <a:pt x="483496" y="411466"/>
                  </a:lnTo>
                  <a:lnTo>
                    <a:pt x="524938" y="396202"/>
                  </a:lnTo>
                  <a:lnTo>
                    <a:pt x="553344" y="351782"/>
                  </a:lnTo>
                  <a:lnTo>
                    <a:pt x="568864" y="274075"/>
                  </a:lnTo>
                  <a:lnTo>
                    <a:pt x="573474" y="250438"/>
                  </a:lnTo>
                  <a:lnTo>
                    <a:pt x="581169" y="203638"/>
                  </a:lnTo>
                  <a:lnTo>
                    <a:pt x="586511" y="150145"/>
                  </a:lnTo>
                  <a:lnTo>
                    <a:pt x="589547" y="89578"/>
                  </a:lnTo>
                  <a:lnTo>
                    <a:pt x="586136" y="64652"/>
                  </a:lnTo>
                  <a:lnTo>
                    <a:pt x="566594" y="30013"/>
                  </a:lnTo>
                  <a:lnTo>
                    <a:pt x="515036" y="3173"/>
                  </a:lnTo>
                  <a:lnTo>
                    <a:pt x="466863" y="291"/>
                  </a:lnTo>
                  <a:lnTo>
                    <a:pt x="426321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FE2C1481-2F53-C6A4-C14F-2F31AB287B8E}"/>
                </a:ext>
              </a:extLst>
            </p:cNvPr>
            <p:cNvSpPr txBox="1"/>
            <p:nvPr/>
          </p:nvSpPr>
          <p:spPr>
            <a:xfrm>
              <a:off x="3561334" y="2023617"/>
              <a:ext cx="446405" cy="305435"/>
            </a:xfrm>
            <a:prstGeom prst="rect">
              <a:avLst/>
            </a:prstGeom>
          </p:spPr>
          <p:txBody>
            <a:bodyPr vert="horz" wrap="square" lIns="0" tIns="36195" rIns="0" bIns="0" rtlCol="0">
              <a:spAutoFit/>
            </a:bodyPr>
            <a:lstStyle/>
            <a:p>
              <a:pPr marL="127000" marR="5080" indent="-114300">
                <a:lnSpc>
                  <a:spcPts val="1010"/>
                </a:lnSpc>
                <a:spcBef>
                  <a:spcPts val="285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 dirty="0">
                <a:latin typeface="Arial"/>
                <a:cs typeface="Arial"/>
              </a:endParaRPr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A519A8B0-299F-84E9-F090-6DE9A555E181}"/>
                </a:ext>
              </a:extLst>
            </p:cNvPr>
            <p:cNvSpPr/>
            <p:nvPr/>
          </p:nvSpPr>
          <p:spPr>
            <a:xfrm>
              <a:off x="1053615" y="2649410"/>
              <a:ext cx="589915" cy="413384"/>
            </a:xfrm>
            <a:custGeom>
              <a:avLst/>
              <a:gdLst/>
              <a:ahLst/>
              <a:cxnLst/>
              <a:rect l="l" t="t" r="r" b="b"/>
              <a:pathLst>
                <a:path w="589914" h="413385">
                  <a:moveTo>
                    <a:pt x="426337" y="0"/>
                  </a:moveTo>
                  <a:lnTo>
                    <a:pt x="370562" y="5143"/>
                  </a:lnTo>
                  <a:lnTo>
                    <a:pt x="298394" y="15351"/>
                  </a:lnTo>
                  <a:lnTo>
                    <a:pt x="257905" y="22556"/>
                  </a:lnTo>
                  <a:lnTo>
                    <a:pt x="190547" y="41255"/>
                  </a:lnTo>
                  <a:lnTo>
                    <a:pt x="136134" y="65075"/>
                  </a:lnTo>
                  <a:lnTo>
                    <a:pt x="103764" y="93087"/>
                  </a:lnTo>
                  <a:lnTo>
                    <a:pt x="93881" y="125765"/>
                  </a:lnTo>
                  <a:lnTo>
                    <a:pt x="84723" y="140271"/>
                  </a:lnTo>
                  <a:lnTo>
                    <a:pt x="67261" y="150822"/>
                  </a:lnTo>
                  <a:lnTo>
                    <a:pt x="45315" y="158956"/>
                  </a:lnTo>
                  <a:lnTo>
                    <a:pt x="24340" y="168257"/>
                  </a:lnTo>
                  <a:lnTo>
                    <a:pt x="9793" y="182308"/>
                  </a:lnTo>
                  <a:lnTo>
                    <a:pt x="2627" y="205184"/>
                  </a:lnTo>
                  <a:lnTo>
                    <a:pt x="0" y="233965"/>
                  </a:lnTo>
                  <a:lnTo>
                    <a:pt x="1694" y="262032"/>
                  </a:lnTo>
                  <a:lnTo>
                    <a:pt x="28460" y="298323"/>
                  </a:lnTo>
                  <a:lnTo>
                    <a:pt x="73191" y="301307"/>
                  </a:lnTo>
                  <a:lnTo>
                    <a:pt x="113976" y="301628"/>
                  </a:lnTo>
                  <a:lnTo>
                    <a:pt x="166054" y="299878"/>
                  </a:lnTo>
                  <a:lnTo>
                    <a:pt x="218674" y="298842"/>
                  </a:lnTo>
                  <a:lnTo>
                    <a:pt x="261088" y="301307"/>
                  </a:lnTo>
                  <a:lnTo>
                    <a:pt x="288690" y="308143"/>
                  </a:lnTo>
                  <a:lnTo>
                    <a:pt x="307697" y="317801"/>
                  </a:lnTo>
                  <a:lnTo>
                    <a:pt x="323560" y="329436"/>
                  </a:lnTo>
                  <a:lnTo>
                    <a:pt x="363908" y="357852"/>
                  </a:lnTo>
                  <a:lnTo>
                    <a:pt x="409688" y="393297"/>
                  </a:lnTo>
                  <a:lnTo>
                    <a:pt x="449393" y="411325"/>
                  </a:lnTo>
                  <a:lnTo>
                    <a:pt x="467113" y="412940"/>
                  </a:lnTo>
                  <a:lnTo>
                    <a:pt x="483548" y="411412"/>
                  </a:lnTo>
                  <a:lnTo>
                    <a:pt x="524962" y="396176"/>
                  </a:lnTo>
                  <a:lnTo>
                    <a:pt x="553342" y="351780"/>
                  </a:lnTo>
                  <a:lnTo>
                    <a:pt x="568809" y="274002"/>
                  </a:lnTo>
                  <a:lnTo>
                    <a:pt x="573418" y="250420"/>
                  </a:lnTo>
                  <a:lnTo>
                    <a:pt x="581114" y="203636"/>
                  </a:lnTo>
                  <a:lnTo>
                    <a:pt x="586527" y="150197"/>
                  </a:lnTo>
                  <a:lnTo>
                    <a:pt x="589563" y="89578"/>
                  </a:lnTo>
                  <a:lnTo>
                    <a:pt x="586081" y="64579"/>
                  </a:lnTo>
                  <a:lnTo>
                    <a:pt x="566602" y="29987"/>
                  </a:lnTo>
                  <a:lnTo>
                    <a:pt x="515108" y="3119"/>
                  </a:lnTo>
                  <a:lnTo>
                    <a:pt x="466935" y="325"/>
                  </a:lnTo>
                  <a:lnTo>
                    <a:pt x="426337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37D36A88-44AF-D815-CFFD-66099DC98DD0}"/>
                </a:ext>
              </a:extLst>
            </p:cNvPr>
            <p:cNvSpPr txBox="1"/>
            <p:nvPr/>
          </p:nvSpPr>
          <p:spPr>
            <a:xfrm>
              <a:off x="804468" y="2671317"/>
              <a:ext cx="828040" cy="699135"/>
            </a:xfrm>
            <a:prstGeom prst="rect">
              <a:avLst/>
            </a:prstGeom>
          </p:spPr>
          <p:txBody>
            <a:bodyPr vert="horz" wrap="square" lIns="0" tIns="36195" rIns="0" bIns="0" rtlCol="0">
              <a:spAutoFit/>
            </a:bodyPr>
            <a:lstStyle/>
            <a:p>
              <a:pPr marL="508000" marR="5080" indent="-114935">
                <a:lnSpc>
                  <a:spcPts val="1010"/>
                </a:lnSpc>
                <a:spcBef>
                  <a:spcPts val="285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>
                <a:latin typeface="Arial"/>
                <a:cs typeface="Arial"/>
              </a:endParaRPr>
            </a:p>
            <a:p>
              <a:pPr marL="127000" marR="386080" indent="-114300">
                <a:lnSpc>
                  <a:spcPts val="1010"/>
                </a:lnSpc>
                <a:spcBef>
                  <a:spcPts val="1085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F24D3F62-56F2-B890-402E-85DDCA5B5A0A}"/>
                </a:ext>
              </a:extLst>
            </p:cNvPr>
            <p:cNvSpPr/>
            <p:nvPr/>
          </p:nvSpPr>
          <p:spPr>
            <a:xfrm>
              <a:off x="4343368" y="1976364"/>
              <a:ext cx="589915" cy="413384"/>
            </a:xfrm>
            <a:custGeom>
              <a:avLst/>
              <a:gdLst/>
              <a:ahLst/>
              <a:cxnLst/>
              <a:rect l="l" t="t" r="r" b="b"/>
              <a:pathLst>
                <a:path w="589914" h="413385">
                  <a:moveTo>
                    <a:pt x="426321" y="0"/>
                  </a:moveTo>
                  <a:lnTo>
                    <a:pt x="370617" y="5089"/>
                  </a:lnTo>
                  <a:lnTo>
                    <a:pt x="298402" y="15392"/>
                  </a:lnTo>
                  <a:lnTo>
                    <a:pt x="257942" y="22574"/>
                  </a:lnTo>
                  <a:lnTo>
                    <a:pt x="190561" y="41219"/>
                  </a:lnTo>
                  <a:lnTo>
                    <a:pt x="136122" y="65075"/>
                  </a:lnTo>
                  <a:lnTo>
                    <a:pt x="103743" y="93087"/>
                  </a:lnTo>
                  <a:lnTo>
                    <a:pt x="93852" y="125730"/>
                  </a:lnTo>
                  <a:lnTo>
                    <a:pt x="84740" y="140217"/>
                  </a:lnTo>
                  <a:lnTo>
                    <a:pt x="67264" y="150824"/>
                  </a:lnTo>
                  <a:lnTo>
                    <a:pt x="45323" y="158966"/>
                  </a:lnTo>
                  <a:lnTo>
                    <a:pt x="24358" y="168275"/>
                  </a:lnTo>
                  <a:lnTo>
                    <a:pt x="9810" y="182381"/>
                  </a:lnTo>
                  <a:lnTo>
                    <a:pt x="2631" y="205184"/>
                  </a:lnTo>
                  <a:lnTo>
                    <a:pt x="0" y="233928"/>
                  </a:lnTo>
                  <a:lnTo>
                    <a:pt x="1702" y="261981"/>
                  </a:lnTo>
                  <a:lnTo>
                    <a:pt x="28447" y="298269"/>
                  </a:lnTo>
                  <a:lnTo>
                    <a:pt x="73183" y="301253"/>
                  </a:lnTo>
                  <a:lnTo>
                    <a:pt x="113944" y="301646"/>
                  </a:lnTo>
                  <a:lnTo>
                    <a:pt x="166004" y="299920"/>
                  </a:lnTo>
                  <a:lnTo>
                    <a:pt x="218612" y="298860"/>
                  </a:lnTo>
                  <a:lnTo>
                    <a:pt x="261016" y="301253"/>
                  </a:lnTo>
                  <a:lnTo>
                    <a:pt x="288621" y="308107"/>
                  </a:lnTo>
                  <a:lnTo>
                    <a:pt x="307641" y="317795"/>
                  </a:lnTo>
                  <a:lnTo>
                    <a:pt x="323542" y="329436"/>
                  </a:lnTo>
                  <a:lnTo>
                    <a:pt x="363892" y="357798"/>
                  </a:lnTo>
                  <a:lnTo>
                    <a:pt x="409672" y="393243"/>
                  </a:lnTo>
                  <a:lnTo>
                    <a:pt x="449429" y="411291"/>
                  </a:lnTo>
                  <a:lnTo>
                    <a:pt x="467106" y="412950"/>
                  </a:lnTo>
                  <a:lnTo>
                    <a:pt x="483496" y="411466"/>
                  </a:lnTo>
                  <a:lnTo>
                    <a:pt x="524938" y="396202"/>
                  </a:lnTo>
                  <a:lnTo>
                    <a:pt x="553344" y="351799"/>
                  </a:lnTo>
                  <a:lnTo>
                    <a:pt x="568864" y="274075"/>
                  </a:lnTo>
                  <a:lnTo>
                    <a:pt x="573474" y="250440"/>
                  </a:lnTo>
                  <a:lnTo>
                    <a:pt x="581169" y="203692"/>
                  </a:lnTo>
                  <a:lnTo>
                    <a:pt x="586511" y="150199"/>
                  </a:lnTo>
                  <a:lnTo>
                    <a:pt x="589547" y="89580"/>
                  </a:lnTo>
                  <a:lnTo>
                    <a:pt x="586136" y="64652"/>
                  </a:lnTo>
                  <a:lnTo>
                    <a:pt x="566594" y="30013"/>
                  </a:lnTo>
                  <a:lnTo>
                    <a:pt x="515036" y="3173"/>
                  </a:lnTo>
                  <a:lnTo>
                    <a:pt x="466863" y="291"/>
                  </a:lnTo>
                  <a:lnTo>
                    <a:pt x="426321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7EC926C5-3B39-3408-4ECA-9C2A3CEB4DD4}"/>
                </a:ext>
              </a:extLst>
            </p:cNvPr>
            <p:cNvSpPr txBox="1"/>
            <p:nvPr/>
          </p:nvSpPr>
          <p:spPr>
            <a:xfrm>
              <a:off x="4476115" y="1998344"/>
              <a:ext cx="446405" cy="305435"/>
            </a:xfrm>
            <a:prstGeom prst="rect">
              <a:avLst/>
            </a:prstGeom>
          </p:spPr>
          <p:txBody>
            <a:bodyPr vert="horz" wrap="square" lIns="0" tIns="36195" rIns="0" bIns="0" rtlCol="0">
              <a:spAutoFit/>
            </a:bodyPr>
            <a:lstStyle/>
            <a:p>
              <a:pPr marL="127000" marR="5080" indent="-114300">
                <a:lnSpc>
                  <a:spcPts val="1010"/>
                </a:lnSpc>
                <a:spcBef>
                  <a:spcPts val="285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FA9105D8-393B-4664-843C-1B8A7195756B}"/>
                </a:ext>
              </a:extLst>
            </p:cNvPr>
            <p:cNvSpPr/>
            <p:nvPr/>
          </p:nvSpPr>
          <p:spPr>
            <a:xfrm>
              <a:off x="7404443" y="4960683"/>
              <a:ext cx="1428115" cy="1061085"/>
            </a:xfrm>
            <a:custGeom>
              <a:avLst/>
              <a:gdLst/>
              <a:ahLst/>
              <a:cxnLst/>
              <a:rect l="l" t="t" r="r" b="b"/>
              <a:pathLst>
                <a:path w="1428115" h="1061085">
                  <a:moveTo>
                    <a:pt x="589622" y="737196"/>
                  </a:moveTo>
                  <a:lnTo>
                    <a:pt x="578116" y="692975"/>
                  </a:lnTo>
                  <a:lnTo>
                    <a:pt x="535470" y="656475"/>
                  </a:lnTo>
                  <a:lnTo>
                    <a:pt x="491464" y="648423"/>
                  </a:lnTo>
                  <a:lnTo>
                    <a:pt x="426377" y="647623"/>
                  </a:lnTo>
                  <a:lnTo>
                    <a:pt x="410946" y="648195"/>
                  </a:lnTo>
                  <a:lnTo>
                    <a:pt x="370624" y="652754"/>
                  </a:lnTo>
                  <a:lnTo>
                    <a:pt x="298399" y="662978"/>
                  </a:lnTo>
                  <a:lnTo>
                    <a:pt x="257937" y="670179"/>
                  </a:lnTo>
                  <a:lnTo>
                    <a:pt x="190576" y="688848"/>
                  </a:lnTo>
                  <a:lnTo>
                    <a:pt x="136182" y="712673"/>
                  </a:lnTo>
                  <a:lnTo>
                    <a:pt x="103809" y="740702"/>
                  </a:lnTo>
                  <a:lnTo>
                    <a:pt x="93929" y="773353"/>
                  </a:lnTo>
                  <a:lnTo>
                    <a:pt x="84747" y="787819"/>
                  </a:lnTo>
                  <a:lnTo>
                    <a:pt x="67259" y="798423"/>
                  </a:lnTo>
                  <a:lnTo>
                    <a:pt x="45326" y="806564"/>
                  </a:lnTo>
                  <a:lnTo>
                    <a:pt x="24358" y="815886"/>
                  </a:lnTo>
                  <a:lnTo>
                    <a:pt x="9817" y="829957"/>
                  </a:lnTo>
                  <a:lnTo>
                    <a:pt x="2628" y="852792"/>
                  </a:lnTo>
                  <a:lnTo>
                    <a:pt x="0" y="881545"/>
                  </a:lnTo>
                  <a:lnTo>
                    <a:pt x="1701" y="909599"/>
                  </a:lnTo>
                  <a:lnTo>
                    <a:pt x="28498" y="945896"/>
                  </a:lnTo>
                  <a:lnTo>
                    <a:pt x="73190" y="948918"/>
                  </a:lnTo>
                  <a:lnTo>
                    <a:pt x="114020" y="949274"/>
                  </a:lnTo>
                  <a:lnTo>
                    <a:pt x="166116" y="947534"/>
                  </a:lnTo>
                  <a:lnTo>
                    <a:pt x="218732" y="946480"/>
                  </a:lnTo>
                  <a:lnTo>
                    <a:pt x="261150" y="948918"/>
                  </a:lnTo>
                  <a:lnTo>
                    <a:pt x="288747" y="955751"/>
                  </a:lnTo>
                  <a:lnTo>
                    <a:pt x="307759" y="965428"/>
                  </a:lnTo>
                  <a:lnTo>
                    <a:pt x="323621" y="977074"/>
                  </a:lnTo>
                  <a:lnTo>
                    <a:pt x="363905" y="1005446"/>
                  </a:lnTo>
                  <a:lnTo>
                    <a:pt x="409727" y="1040879"/>
                  </a:lnTo>
                  <a:lnTo>
                    <a:pt x="449453" y="1058887"/>
                  </a:lnTo>
                  <a:lnTo>
                    <a:pt x="467156" y="1060526"/>
                  </a:lnTo>
                  <a:lnTo>
                    <a:pt x="483552" y="1059027"/>
                  </a:lnTo>
                  <a:lnTo>
                    <a:pt x="524992" y="1043800"/>
                  </a:lnTo>
                  <a:lnTo>
                    <a:pt x="553339" y="999375"/>
                  </a:lnTo>
                  <a:lnTo>
                    <a:pt x="568871" y="921651"/>
                  </a:lnTo>
                  <a:lnTo>
                    <a:pt x="573468" y="898029"/>
                  </a:lnTo>
                  <a:lnTo>
                    <a:pt x="581164" y="851255"/>
                  </a:lnTo>
                  <a:lnTo>
                    <a:pt x="586587" y="797801"/>
                  </a:lnTo>
                  <a:lnTo>
                    <a:pt x="589140" y="766914"/>
                  </a:lnTo>
                  <a:lnTo>
                    <a:pt x="589622" y="737196"/>
                  </a:lnTo>
                  <a:close/>
                </a:path>
                <a:path w="1428115" h="1061085">
                  <a:moveTo>
                    <a:pt x="1427873" y="89535"/>
                  </a:moveTo>
                  <a:lnTo>
                    <a:pt x="1416443" y="45351"/>
                  </a:lnTo>
                  <a:lnTo>
                    <a:pt x="1373797" y="8826"/>
                  </a:lnTo>
                  <a:lnTo>
                    <a:pt x="1329740" y="800"/>
                  </a:lnTo>
                  <a:lnTo>
                    <a:pt x="1264704" y="0"/>
                  </a:lnTo>
                  <a:lnTo>
                    <a:pt x="1249273" y="571"/>
                  </a:lnTo>
                  <a:lnTo>
                    <a:pt x="1208951" y="5143"/>
                  </a:lnTo>
                  <a:lnTo>
                    <a:pt x="1136726" y="15354"/>
                  </a:lnTo>
                  <a:lnTo>
                    <a:pt x="1096264" y="22567"/>
                  </a:lnTo>
                  <a:lnTo>
                    <a:pt x="1028890" y="41211"/>
                  </a:lnTo>
                  <a:lnTo>
                    <a:pt x="974445" y="65011"/>
                  </a:lnTo>
                  <a:lnTo>
                    <a:pt x="942086" y="93040"/>
                  </a:lnTo>
                  <a:lnTo>
                    <a:pt x="932230" y="125717"/>
                  </a:lnTo>
                  <a:lnTo>
                    <a:pt x="923074" y="140144"/>
                  </a:lnTo>
                  <a:lnTo>
                    <a:pt x="905586" y="150774"/>
                  </a:lnTo>
                  <a:lnTo>
                    <a:pt x="883653" y="158940"/>
                  </a:lnTo>
                  <a:lnTo>
                    <a:pt x="862685" y="168262"/>
                  </a:lnTo>
                  <a:lnTo>
                    <a:pt x="848144" y="182308"/>
                  </a:lnTo>
                  <a:lnTo>
                    <a:pt x="840955" y="205117"/>
                  </a:lnTo>
                  <a:lnTo>
                    <a:pt x="838327" y="233857"/>
                  </a:lnTo>
                  <a:lnTo>
                    <a:pt x="840028" y="261912"/>
                  </a:lnTo>
                  <a:lnTo>
                    <a:pt x="866775" y="298221"/>
                  </a:lnTo>
                  <a:lnTo>
                    <a:pt x="911517" y="301307"/>
                  </a:lnTo>
                  <a:lnTo>
                    <a:pt x="952296" y="301637"/>
                  </a:lnTo>
                  <a:lnTo>
                    <a:pt x="1004392" y="299885"/>
                  </a:lnTo>
                  <a:lnTo>
                    <a:pt x="1057046" y="298843"/>
                  </a:lnTo>
                  <a:lnTo>
                    <a:pt x="1099477" y="301307"/>
                  </a:lnTo>
                  <a:lnTo>
                    <a:pt x="1126998" y="308102"/>
                  </a:lnTo>
                  <a:lnTo>
                    <a:pt x="1145984" y="317754"/>
                  </a:lnTo>
                  <a:lnTo>
                    <a:pt x="1161872" y="329425"/>
                  </a:lnTo>
                  <a:lnTo>
                    <a:pt x="1202220" y="357784"/>
                  </a:lnTo>
                  <a:lnTo>
                    <a:pt x="1248003" y="393179"/>
                  </a:lnTo>
                  <a:lnTo>
                    <a:pt x="1287754" y="411226"/>
                  </a:lnTo>
                  <a:lnTo>
                    <a:pt x="1305433" y="412877"/>
                  </a:lnTo>
                  <a:lnTo>
                    <a:pt x="1321828" y="411403"/>
                  </a:lnTo>
                  <a:lnTo>
                    <a:pt x="1363319" y="396138"/>
                  </a:lnTo>
                  <a:lnTo>
                    <a:pt x="1391666" y="351726"/>
                  </a:lnTo>
                  <a:lnTo>
                    <a:pt x="1407198" y="274002"/>
                  </a:lnTo>
                  <a:lnTo>
                    <a:pt x="1411795" y="250367"/>
                  </a:lnTo>
                  <a:lnTo>
                    <a:pt x="1419491" y="203619"/>
                  </a:lnTo>
                  <a:lnTo>
                    <a:pt x="1424838" y="150190"/>
                  </a:lnTo>
                  <a:lnTo>
                    <a:pt x="1427365" y="119278"/>
                  </a:lnTo>
                  <a:lnTo>
                    <a:pt x="1427873" y="89535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35363595-5C57-BC7C-6EEF-E99F8CE45B49}"/>
                </a:ext>
              </a:extLst>
            </p:cNvPr>
            <p:cNvSpPr txBox="1"/>
            <p:nvPr/>
          </p:nvSpPr>
          <p:spPr>
            <a:xfrm>
              <a:off x="8376031" y="4983226"/>
              <a:ext cx="446405" cy="305435"/>
            </a:xfrm>
            <a:prstGeom prst="rect">
              <a:avLst/>
            </a:prstGeom>
          </p:spPr>
          <p:txBody>
            <a:bodyPr vert="horz" wrap="square" lIns="0" tIns="36195" rIns="0" bIns="0" rtlCol="0">
              <a:spAutoFit/>
            </a:bodyPr>
            <a:lstStyle/>
            <a:p>
              <a:pPr marL="127000" marR="5080" indent="-114300">
                <a:lnSpc>
                  <a:spcPts val="1010"/>
                </a:lnSpc>
                <a:spcBef>
                  <a:spcPts val="285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 dirty="0">
                <a:latin typeface="Arial"/>
                <a:cs typeface="Arial"/>
              </a:endParaRPr>
            </a:p>
          </p:txBody>
        </p:sp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E7332770-9C4C-0D8B-F0F9-BEA393C10A2A}"/>
                </a:ext>
              </a:extLst>
            </p:cNvPr>
            <p:cNvSpPr/>
            <p:nvPr/>
          </p:nvSpPr>
          <p:spPr>
            <a:xfrm>
              <a:off x="8014175" y="4046283"/>
              <a:ext cx="589915" cy="413384"/>
            </a:xfrm>
            <a:custGeom>
              <a:avLst/>
              <a:gdLst/>
              <a:ahLst/>
              <a:cxnLst/>
              <a:rect l="l" t="t" r="r" b="b"/>
              <a:pathLst>
                <a:path w="589915" h="413385">
                  <a:moveTo>
                    <a:pt x="426319" y="0"/>
                  </a:moveTo>
                  <a:lnTo>
                    <a:pt x="370490" y="5143"/>
                  </a:lnTo>
                  <a:lnTo>
                    <a:pt x="298338" y="15398"/>
                  </a:lnTo>
                  <a:lnTo>
                    <a:pt x="257887" y="22609"/>
                  </a:lnTo>
                  <a:lnTo>
                    <a:pt x="190561" y="41255"/>
                  </a:lnTo>
                  <a:lnTo>
                    <a:pt x="136122" y="65075"/>
                  </a:lnTo>
                  <a:lnTo>
                    <a:pt x="103743" y="93087"/>
                  </a:lnTo>
                  <a:lnTo>
                    <a:pt x="93852" y="125765"/>
                  </a:lnTo>
                  <a:lnTo>
                    <a:pt x="84740" y="140271"/>
                  </a:lnTo>
                  <a:lnTo>
                    <a:pt x="67264" y="150824"/>
                  </a:lnTo>
                  <a:lnTo>
                    <a:pt x="45323" y="158972"/>
                  </a:lnTo>
                  <a:lnTo>
                    <a:pt x="24358" y="168310"/>
                  </a:lnTo>
                  <a:lnTo>
                    <a:pt x="9810" y="182435"/>
                  </a:lnTo>
                  <a:lnTo>
                    <a:pt x="2631" y="205237"/>
                  </a:lnTo>
                  <a:lnTo>
                    <a:pt x="0" y="233981"/>
                  </a:lnTo>
                  <a:lnTo>
                    <a:pt x="1702" y="262034"/>
                  </a:lnTo>
                  <a:lnTo>
                    <a:pt x="28448" y="298322"/>
                  </a:lnTo>
                  <a:lnTo>
                    <a:pt x="73183" y="301307"/>
                  </a:lnTo>
                  <a:lnTo>
                    <a:pt x="113944" y="301700"/>
                  </a:lnTo>
                  <a:lnTo>
                    <a:pt x="166004" y="299973"/>
                  </a:lnTo>
                  <a:lnTo>
                    <a:pt x="218612" y="298914"/>
                  </a:lnTo>
                  <a:lnTo>
                    <a:pt x="261016" y="301307"/>
                  </a:lnTo>
                  <a:lnTo>
                    <a:pt x="288621" y="308161"/>
                  </a:lnTo>
                  <a:lnTo>
                    <a:pt x="307641" y="317849"/>
                  </a:lnTo>
                  <a:lnTo>
                    <a:pt x="323542" y="329489"/>
                  </a:lnTo>
                  <a:lnTo>
                    <a:pt x="363890" y="357852"/>
                  </a:lnTo>
                  <a:lnTo>
                    <a:pt x="409618" y="393297"/>
                  </a:lnTo>
                  <a:lnTo>
                    <a:pt x="449375" y="411325"/>
                  </a:lnTo>
                  <a:lnTo>
                    <a:pt x="467090" y="412940"/>
                  </a:lnTo>
                  <a:lnTo>
                    <a:pt x="483494" y="411412"/>
                  </a:lnTo>
                  <a:lnTo>
                    <a:pt x="524938" y="396176"/>
                  </a:lnTo>
                  <a:lnTo>
                    <a:pt x="553344" y="351782"/>
                  </a:lnTo>
                  <a:lnTo>
                    <a:pt x="568864" y="274129"/>
                  </a:lnTo>
                  <a:lnTo>
                    <a:pt x="573420" y="250473"/>
                  </a:lnTo>
                  <a:lnTo>
                    <a:pt x="581152" y="203638"/>
                  </a:lnTo>
                  <a:lnTo>
                    <a:pt x="586511" y="150199"/>
                  </a:lnTo>
                  <a:lnTo>
                    <a:pt x="589547" y="89632"/>
                  </a:lnTo>
                  <a:lnTo>
                    <a:pt x="586136" y="64706"/>
                  </a:lnTo>
                  <a:lnTo>
                    <a:pt x="566547" y="30019"/>
                  </a:lnTo>
                  <a:lnTo>
                    <a:pt x="515036" y="3226"/>
                  </a:lnTo>
                  <a:lnTo>
                    <a:pt x="466863" y="345"/>
                  </a:lnTo>
                  <a:lnTo>
                    <a:pt x="426319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CD404A99-A310-D0B8-CF1E-78A798F9D838}"/>
                </a:ext>
              </a:extLst>
            </p:cNvPr>
            <p:cNvSpPr txBox="1"/>
            <p:nvPr/>
          </p:nvSpPr>
          <p:spPr>
            <a:xfrm>
              <a:off x="8147431" y="4068826"/>
              <a:ext cx="446405" cy="305435"/>
            </a:xfrm>
            <a:prstGeom prst="rect">
              <a:avLst/>
            </a:prstGeom>
          </p:spPr>
          <p:txBody>
            <a:bodyPr vert="horz" wrap="square" lIns="0" tIns="36195" rIns="0" bIns="0" rtlCol="0">
              <a:spAutoFit/>
            </a:bodyPr>
            <a:lstStyle/>
            <a:p>
              <a:pPr marL="127000" marR="5080" indent="-114300">
                <a:lnSpc>
                  <a:spcPts val="1010"/>
                </a:lnSpc>
                <a:spcBef>
                  <a:spcPts val="285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10F7325A-3C68-658D-50B5-B27B516EA545}"/>
                </a:ext>
              </a:extLst>
            </p:cNvPr>
            <p:cNvSpPr/>
            <p:nvPr/>
          </p:nvSpPr>
          <p:spPr>
            <a:xfrm>
              <a:off x="5534025" y="2194814"/>
              <a:ext cx="287020" cy="132715"/>
            </a:xfrm>
            <a:custGeom>
              <a:avLst/>
              <a:gdLst/>
              <a:ahLst/>
              <a:cxnLst/>
              <a:rect l="l" t="t" r="r" b="b"/>
              <a:pathLst>
                <a:path w="287020" h="132714">
                  <a:moveTo>
                    <a:pt x="240284" y="71374"/>
                  </a:moveTo>
                  <a:lnTo>
                    <a:pt x="225551" y="117856"/>
                  </a:lnTo>
                  <a:lnTo>
                    <a:pt x="272161" y="132587"/>
                  </a:lnTo>
                  <a:lnTo>
                    <a:pt x="286892" y="86106"/>
                  </a:lnTo>
                  <a:lnTo>
                    <a:pt x="240284" y="71374"/>
                  </a:lnTo>
                  <a:close/>
                </a:path>
                <a:path w="287020" h="132714">
                  <a:moveTo>
                    <a:pt x="127508" y="35687"/>
                  </a:moveTo>
                  <a:lnTo>
                    <a:pt x="112902" y="82169"/>
                  </a:lnTo>
                  <a:lnTo>
                    <a:pt x="159258" y="96900"/>
                  </a:lnTo>
                  <a:lnTo>
                    <a:pt x="173989" y="50419"/>
                  </a:lnTo>
                  <a:lnTo>
                    <a:pt x="127508" y="35687"/>
                  </a:lnTo>
                  <a:close/>
                </a:path>
                <a:path w="287020" h="132714">
                  <a:moveTo>
                    <a:pt x="14604" y="0"/>
                  </a:moveTo>
                  <a:lnTo>
                    <a:pt x="0" y="46355"/>
                  </a:lnTo>
                  <a:lnTo>
                    <a:pt x="46354" y="61087"/>
                  </a:lnTo>
                  <a:lnTo>
                    <a:pt x="61087" y="14605"/>
                  </a:lnTo>
                  <a:lnTo>
                    <a:pt x="1460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44F62A4E-843C-55E6-D408-5467B060D723}"/>
                </a:ext>
              </a:extLst>
            </p:cNvPr>
            <p:cNvSpPr/>
            <p:nvPr/>
          </p:nvSpPr>
          <p:spPr>
            <a:xfrm>
              <a:off x="776020" y="3614801"/>
              <a:ext cx="82550" cy="289560"/>
            </a:xfrm>
            <a:custGeom>
              <a:avLst/>
              <a:gdLst/>
              <a:ahLst/>
              <a:cxnLst/>
              <a:rect l="l" t="t" r="r" b="b"/>
              <a:pathLst>
                <a:path w="82550" h="289560">
                  <a:moveTo>
                    <a:pt x="33756" y="0"/>
                  </a:moveTo>
                  <a:lnTo>
                    <a:pt x="27978" y="48641"/>
                  </a:lnTo>
                  <a:lnTo>
                    <a:pt x="76352" y="54356"/>
                  </a:lnTo>
                  <a:lnTo>
                    <a:pt x="82130" y="5842"/>
                  </a:lnTo>
                  <a:lnTo>
                    <a:pt x="33756" y="0"/>
                  </a:lnTo>
                  <a:close/>
                </a:path>
                <a:path w="82550" h="289560">
                  <a:moveTo>
                    <a:pt x="19761" y="117601"/>
                  </a:moveTo>
                  <a:lnTo>
                    <a:pt x="13995" y="165988"/>
                  </a:lnTo>
                  <a:lnTo>
                    <a:pt x="62382" y="171704"/>
                  </a:lnTo>
                  <a:lnTo>
                    <a:pt x="68135" y="123317"/>
                  </a:lnTo>
                  <a:lnTo>
                    <a:pt x="19761" y="117601"/>
                  </a:lnTo>
                  <a:close/>
                </a:path>
                <a:path w="82550" h="289560">
                  <a:moveTo>
                    <a:pt x="5753" y="235204"/>
                  </a:moveTo>
                  <a:lnTo>
                    <a:pt x="0" y="283591"/>
                  </a:lnTo>
                  <a:lnTo>
                    <a:pt x="48374" y="289306"/>
                  </a:lnTo>
                  <a:lnTo>
                    <a:pt x="54140" y="240919"/>
                  </a:lnTo>
                  <a:lnTo>
                    <a:pt x="5753" y="23520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C322F873-8855-5555-062D-6989D38E2ACE}"/>
                </a:ext>
              </a:extLst>
            </p:cNvPr>
            <p:cNvSpPr/>
            <p:nvPr/>
          </p:nvSpPr>
          <p:spPr>
            <a:xfrm>
              <a:off x="2782951" y="2148077"/>
              <a:ext cx="287655" cy="130175"/>
            </a:xfrm>
            <a:custGeom>
              <a:avLst/>
              <a:gdLst/>
              <a:ahLst/>
              <a:cxnLst/>
              <a:rect l="l" t="t" r="r" b="b"/>
              <a:pathLst>
                <a:path w="287655" h="130175">
                  <a:moveTo>
                    <a:pt x="273176" y="0"/>
                  </a:moveTo>
                  <a:lnTo>
                    <a:pt x="226441" y="14224"/>
                  </a:lnTo>
                  <a:lnTo>
                    <a:pt x="240665" y="60833"/>
                  </a:lnTo>
                  <a:lnTo>
                    <a:pt x="287400" y="46609"/>
                  </a:lnTo>
                  <a:lnTo>
                    <a:pt x="273176" y="0"/>
                  </a:lnTo>
                  <a:close/>
                </a:path>
                <a:path w="287655" h="130175">
                  <a:moveTo>
                    <a:pt x="159893" y="34544"/>
                  </a:moveTo>
                  <a:lnTo>
                    <a:pt x="113284" y="48641"/>
                  </a:lnTo>
                  <a:lnTo>
                    <a:pt x="127507" y="95250"/>
                  </a:lnTo>
                  <a:lnTo>
                    <a:pt x="174117" y="81152"/>
                  </a:lnTo>
                  <a:lnTo>
                    <a:pt x="159893" y="34544"/>
                  </a:lnTo>
                  <a:close/>
                </a:path>
                <a:path w="287655" h="130175">
                  <a:moveTo>
                    <a:pt x="46609" y="69087"/>
                  </a:moveTo>
                  <a:lnTo>
                    <a:pt x="0" y="83185"/>
                  </a:lnTo>
                  <a:lnTo>
                    <a:pt x="14224" y="129794"/>
                  </a:lnTo>
                  <a:lnTo>
                    <a:pt x="60832" y="115570"/>
                  </a:lnTo>
                  <a:lnTo>
                    <a:pt x="46609" y="6908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7" name="object 25">
              <a:extLst>
                <a:ext uri="{FF2B5EF4-FFF2-40B4-BE49-F238E27FC236}">
                  <a16:creationId xmlns:a16="http://schemas.microsoft.com/office/drawing/2014/main" id="{D9D9D2FC-971E-1B90-0EF8-B525D0FEF15D}"/>
                </a:ext>
              </a:extLst>
            </p:cNvPr>
            <p:cNvGrpSpPr/>
            <p:nvPr/>
          </p:nvGrpSpPr>
          <p:grpSpPr>
            <a:xfrm>
              <a:off x="2183129" y="3582796"/>
              <a:ext cx="5850890" cy="2819400"/>
              <a:chOff x="2183129" y="3582796"/>
              <a:chExt cx="5850890" cy="2819400"/>
            </a:xfrm>
          </p:grpSpPr>
          <p:sp>
            <p:nvSpPr>
              <p:cNvPr id="28" name="object 26">
                <a:extLst>
                  <a:ext uri="{FF2B5EF4-FFF2-40B4-BE49-F238E27FC236}">
                    <a16:creationId xmlns:a16="http://schemas.microsoft.com/office/drawing/2014/main" id="{96AD790C-9864-7CF6-C089-5D7F7189D87E}"/>
                  </a:ext>
                </a:extLst>
              </p:cNvPr>
              <p:cNvSpPr/>
              <p:nvPr/>
            </p:nvSpPr>
            <p:spPr>
              <a:xfrm>
                <a:off x="3035109" y="5836881"/>
                <a:ext cx="2723515" cy="565785"/>
              </a:xfrm>
              <a:custGeom>
                <a:avLst/>
                <a:gdLst/>
                <a:ahLst/>
                <a:cxnLst/>
                <a:rect l="l" t="t" r="r" b="b"/>
                <a:pathLst>
                  <a:path w="2723515" h="565785">
                    <a:moveTo>
                      <a:pt x="589521" y="89585"/>
                    </a:moveTo>
                    <a:lnTo>
                      <a:pt x="578065" y="45364"/>
                    </a:lnTo>
                    <a:lnTo>
                      <a:pt x="535368" y="8851"/>
                    </a:lnTo>
                    <a:lnTo>
                      <a:pt x="491363" y="800"/>
                    </a:lnTo>
                    <a:lnTo>
                      <a:pt x="426288" y="0"/>
                    </a:lnTo>
                    <a:lnTo>
                      <a:pt x="410883" y="571"/>
                    </a:lnTo>
                    <a:lnTo>
                      <a:pt x="370522" y="5143"/>
                    </a:lnTo>
                    <a:lnTo>
                      <a:pt x="298348" y="15367"/>
                    </a:lnTo>
                    <a:lnTo>
                      <a:pt x="257860" y="22567"/>
                    </a:lnTo>
                    <a:lnTo>
                      <a:pt x="190525" y="41224"/>
                    </a:lnTo>
                    <a:lnTo>
                      <a:pt x="136093" y="65062"/>
                    </a:lnTo>
                    <a:lnTo>
                      <a:pt x="103708" y="93078"/>
                    </a:lnTo>
                    <a:lnTo>
                      <a:pt x="93827" y="125742"/>
                    </a:lnTo>
                    <a:lnTo>
                      <a:pt x="84645" y="140208"/>
                    </a:lnTo>
                    <a:lnTo>
                      <a:pt x="67221" y="150799"/>
                    </a:lnTo>
                    <a:lnTo>
                      <a:pt x="45262" y="158953"/>
                    </a:lnTo>
                    <a:lnTo>
                      <a:pt x="24269" y="168275"/>
                    </a:lnTo>
                    <a:lnTo>
                      <a:pt x="9715" y="182333"/>
                    </a:lnTo>
                    <a:lnTo>
                      <a:pt x="2603" y="205168"/>
                    </a:lnTo>
                    <a:lnTo>
                      <a:pt x="0" y="233921"/>
                    </a:lnTo>
                    <a:lnTo>
                      <a:pt x="1676" y="261988"/>
                    </a:lnTo>
                    <a:lnTo>
                      <a:pt x="28409" y="298284"/>
                    </a:lnTo>
                    <a:lnTo>
                      <a:pt x="73215" y="301294"/>
                    </a:lnTo>
                    <a:lnTo>
                      <a:pt x="113969" y="301650"/>
                    </a:lnTo>
                    <a:lnTo>
                      <a:pt x="166027" y="299910"/>
                    </a:lnTo>
                    <a:lnTo>
                      <a:pt x="218643" y="298869"/>
                    </a:lnTo>
                    <a:lnTo>
                      <a:pt x="261048" y="301294"/>
                    </a:lnTo>
                    <a:lnTo>
                      <a:pt x="288645" y="308127"/>
                    </a:lnTo>
                    <a:lnTo>
                      <a:pt x="307657" y="317804"/>
                    </a:lnTo>
                    <a:lnTo>
                      <a:pt x="323519" y="329450"/>
                    </a:lnTo>
                    <a:lnTo>
                      <a:pt x="363867" y="357822"/>
                    </a:lnTo>
                    <a:lnTo>
                      <a:pt x="409638" y="393255"/>
                    </a:lnTo>
                    <a:lnTo>
                      <a:pt x="449351" y="411276"/>
                    </a:lnTo>
                    <a:lnTo>
                      <a:pt x="467067" y="412915"/>
                    </a:lnTo>
                    <a:lnTo>
                      <a:pt x="483501" y="411416"/>
                    </a:lnTo>
                    <a:lnTo>
                      <a:pt x="524916" y="396176"/>
                    </a:lnTo>
                    <a:lnTo>
                      <a:pt x="553351" y="351764"/>
                    </a:lnTo>
                    <a:lnTo>
                      <a:pt x="568769" y="274040"/>
                    </a:lnTo>
                    <a:lnTo>
                      <a:pt x="573392" y="250418"/>
                    </a:lnTo>
                    <a:lnTo>
                      <a:pt x="577596" y="227266"/>
                    </a:lnTo>
                    <a:lnTo>
                      <a:pt x="581126" y="203644"/>
                    </a:lnTo>
                    <a:lnTo>
                      <a:pt x="586486" y="150190"/>
                    </a:lnTo>
                    <a:lnTo>
                      <a:pt x="589038" y="119303"/>
                    </a:lnTo>
                    <a:lnTo>
                      <a:pt x="589521" y="89585"/>
                    </a:lnTo>
                    <a:close/>
                  </a:path>
                  <a:path w="2723515" h="565785">
                    <a:moveTo>
                      <a:pt x="1808899" y="241973"/>
                    </a:moveTo>
                    <a:lnTo>
                      <a:pt x="1797443" y="197751"/>
                    </a:lnTo>
                    <a:lnTo>
                      <a:pt x="1754695" y="161239"/>
                    </a:lnTo>
                    <a:lnTo>
                      <a:pt x="1710690" y="153187"/>
                    </a:lnTo>
                    <a:lnTo>
                      <a:pt x="1645666" y="152387"/>
                    </a:lnTo>
                    <a:lnTo>
                      <a:pt x="1630260" y="152958"/>
                    </a:lnTo>
                    <a:lnTo>
                      <a:pt x="1589849" y="157530"/>
                    </a:lnTo>
                    <a:lnTo>
                      <a:pt x="1517738" y="167754"/>
                    </a:lnTo>
                    <a:lnTo>
                      <a:pt x="1477289" y="174955"/>
                    </a:lnTo>
                    <a:lnTo>
                      <a:pt x="1409915" y="193611"/>
                    </a:lnTo>
                    <a:lnTo>
                      <a:pt x="1355471" y="217449"/>
                    </a:lnTo>
                    <a:lnTo>
                      <a:pt x="1323098" y="245465"/>
                    </a:lnTo>
                    <a:lnTo>
                      <a:pt x="1313205" y="278130"/>
                    </a:lnTo>
                    <a:lnTo>
                      <a:pt x="1304099" y="292595"/>
                    </a:lnTo>
                    <a:lnTo>
                      <a:pt x="1286611" y="303187"/>
                    </a:lnTo>
                    <a:lnTo>
                      <a:pt x="1264678" y="311340"/>
                    </a:lnTo>
                    <a:lnTo>
                      <a:pt x="1243711" y="320662"/>
                    </a:lnTo>
                    <a:lnTo>
                      <a:pt x="1229169" y="334733"/>
                    </a:lnTo>
                    <a:lnTo>
                      <a:pt x="1221981" y="357568"/>
                    </a:lnTo>
                    <a:lnTo>
                      <a:pt x="1219352" y="386308"/>
                    </a:lnTo>
                    <a:lnTo>
                      <a:pt x="1221054" y="414375"/>
                    </a:lnTo>
                    <a:lnTo>
                      <a:pt x="1247800" y="450672"/>
                    </a:lnTo>
                    <a:lnTo>
                      <a:pt x="1292542" y="453694"/>
                    </a:lnTo>
                    <a:lnTo>
                      <a:pt x="1333296" y="454037"/>
                    </a:lnTo>
                    <a:lnTo>
                      <a:pt x="1385354" y="452297"/>
                    </a:lnTo>
                    <a:lnTo>
                      <a:pt x="1437970" y="451256"/>
                    </a:lnTo>
                    <a:lnTo>
                      <a:pt x="1480375" y="453694"/>
                    </a:lnTo>
                    <a:lnTo>
                      <a:pt x="1507972" y="460514"/>
                    </a:lnTo>
                    <a:lnTo>
                      <a:pt x="1526997" y="470192"/>
                    </a:lnTo>
                    <a:lnTo>
                      <a:pt x="1542897" y="481838"/>
                    </a:lnTo>
                    <a:lnTo>
                      <a:pt x="1583245" y="510209"/>
                    </a:lnTo>
                    <a:lnTo>
                      <a:pt x="1628965" y="545642"/>
                    </a:lnTo>
                    <a:lnTo>
                      <a:pt x="1668729" y="563664"/>
                    </a:lnTo>
                    <a:lnTo>
                      <a:pt x="1686445" y="565302"/>
                    </a:lnTo>
                    <a:lnTo>
                      <a:pt x="1702841" y="563803"/>
                    </a:lnTo>
                    <a:lnTo>
                      <a:pt x="1744294" y="548563"/>
                    </a:lnTo>
                    <a:lnTo>
                      <a:pt x="1772691" y="504151"/>
                    </a:lnTo>
                    <a:lnTo>
                      <a:pt x="1788223" y="426427"/>
                    </a:lnTo>
                    <a:lnTo>
                      <a:pt x="1792770" y="402805"/>
                    </a:lnTo>
                    <a:lnTo>
                      <a:pt x="1800504" y="356031"/>
                    </a:lnTo>
                    <a:lnTo>
                      <a:pt x="1805863" y="302577"/>
                    </a:lnTo>
                    <a:lnTo>
                      <a:pt x="1808391" y="271691"/>
                    </a:lnTo>
                    <a:lnTo>
                      <a:pt x="1808899" y="241973"/>
                    </a:lnTo>
                    <a:close/>
                  </a:path>
                  <a:path w="2723515" h="565785">
                    <a:moveTo>
                      <a:pt x="2723426" y="102285"/>
                    </a:moveTo>
                    <a:lnTo>
                      <a:pt x="2711970" y="58064"/>
                    </a:lnTo>
                    <a:lnTo>
                      <a:pt x="2669222" y="21551"/>
                    </a:lnTo>
                    <a:lnTo>
                      <a:pt x="2625217" y="13500"/>
                    </a:lnTo>
                    <a:lnTo>
                      <a:pt x="2560193" y="12700"/>
                    </a:lnTo>
                    <a:lnTo>
                      <a:pt x="2544788" y="13271"/>
                    </a:lnTo>
                    <a:lnTo>
                      <a:pt x="2504376" y="17830"/>
                    </a:lnTo>
                    <a:lnTo>
                      <a:pt x="2432215" y="28067"/>
                    </a:lnTo>
                    <a:lnTo>
                      <a:pt x="2391765" y="35267"/>
                    </a:lnTo>
                    <a:lnTo>
                      <a:pt x="2324443" y="53924"/>
                    </a:lnTo>
                    <a:lnTo>
                      <a:pt x="2269998" y="77749"/>
                    </a:lnTo>
                    <a:lnTo>
                      <a:pt x="2237625" y="105778"/>
                    </a:lnTo>
                    <a:lnTo>
                      <a:pt x="2227732" y="138442"/>
                    </a:lnTo>
                    <a:lnTo>
                      <a:pt x="2218626" y="152908"/>
                    </a:lnTo>
                    <a:lnTo>
                      <a:pt x="2201138" y="163499"/>
                    </a:lnTo>
                    <a:lnTo>
                      <a:pt x="2179205" y="171653"/>
                    </a:lnTo>
                    <a:lnTo>
                      <a:pt x="2158238" y="180962"/>
                    </a:lnTo>
                    <a:lnTo>
                      <a:pt x="2143696" y="195033"/>
                    </a:lnTo>
                    <a:lnTo>
                      <a:pt x="2136508" y="217868"/>
                    </a:lnTo>
                    <a:lnTo>
                      <a:pt x="2133879" y="246621"/>
                    </a:lnTo>
                    <a:lnTo>
                      <a:pt x="2135581" y="274688"/>
                    </a:lnTo>
                    <a:lnTo>
                      <a:pt x="2162327" y="310984"/>
                    </a:lnTo>
                    <a:lnTo>
                      <a:pt x="2207069" y="313994"/>
                    </a:lnTo>
                    <a:lnTo>
                      <a:pt x="2247823" y="314350"/>
                    </a:lnTo>
                    <a:lnTo>
                      <a:pt x="2299881" y="312610"/>
                    </a:lnTo>
                    <a:lnTo>
                      <a:pt x="2352497" y="311569"/>
                    </a:lnTo>
                    <a:lnTo>
                      <a:pt x="2394902" y="313994"/>
                    </a:lnTo>
                    <a:lnTo>
                      <a:pt x="2422499" y="320827"/>
                    </a:lnTo>
                    <a:lnTo>
                      <a:pt x="2441524" y="330504"/>
                    </a:lnTo>
                    <a:lnTo>
                      <a:pt x="2457424" y="342150"/>
                    </a:lnTo>
                    <a:lnTo>
                      <a:pt x="2497772" y="370522"/>
                    </a:lnTo>
                    <a:lnTo>
                      <a:pt x="2543492" y="405955"/>
                    </a:lnTo>
                    <a:lnTo>
                      <a:pt x="2583256" y="423976"/>
                    </a:lnTo>
                    <a:lnTo>
                      <a:pt x="2600972" y="425615"/>
                    </a:lnTo>
                    <a:lnTo>
                      <a:pt x="2617368" y="424116"/>
                    </a:lnTo>
                    <a:lnTo>
                      <a:pt x="2658821" y="408876"/>
                    </a:lnTo>
                    <a:lnTo>
                      <a:pt x="2687218" y="364464"/>
                    </a:lnTo>
                    <a:lnTo>
                      <a:pt x="2702750" y="286740"/>
                    </a:lnTo>
                    <a:lnTo>
                      <a:pt x="2707297" y="263118"/>
                    </a:lnTo>
                    <a:lnTo>
                      <a:pt x="2715031" y="216344"/>
                    </a:lnTo>
                    <a:lnTo>
                      <a:pt x="2720390" y="162890"/>
                    </a:lnTo>
                    <a:lnTo>
                      <a:pt x="2722918" y="132003"/>
                    </a:lnTo>
                    <a:lnTo>
                      <a:pt x="2723426" y="102285"/>
                    </a:lnTo>
                    <a:close/>
                  </a:path>
                </a:pathLst>
              </a:custGeom>
              <a:solidFill>
                <a:srgbClr val="00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9" name="object 27">
                <a:extLst>
                  <a:ext uri="{FF2B5EF4-FFF2-40B4-BE49-F238E27FC236}">
                    <a16:creationId xmlns:a16="http://schemas.microsoft.com/office/drawing/2014/main" id="{47DF1441-4C8F-98DF-466D-FF779B580A22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804022" y="3582796"/>
                <a:ext cx="229870" cy="242442"/>
              </a:xfrm>
              <a:prstGeom prst="rect">
                <a:avLst/>
              </a:prstGeom>
            </p:spPr>
          </p:pic>
          <p:sp>
            <p:nvSpPr>
              <p:cNvPr id="30" name="object 28">
                <a:extLst>
                  <a:ext uri="{FF2B5EF4-FFF2-40B4-BE49-F238E27FC236}">
                    <a16:creationId xmlns:a16="http://schemas.microsoft.com/office/drawing/2014/main" id="{864A17B7-8CB8-C7C3-BF01-F99A7DB76AC0}"/>
                  </a:ext>
                </a:extLst>
              </p:cNvPr>
              <p:cNvSpPr/>
              <p:nvPr/>
            </p:nvSpPr>
            <p:spPr>
              <a:xfrm>
                <a:off x="2183130" y="5890094"/>
                <a:ext cx="4601845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4601845" h="217170">
                    <a:moveTo>
                      <a:pt x="59309" y="11988"/>
                    </a:moveTo>
                    <a:lnTo>
                      <a:pt x="11938" y="0"/>
                    </a:lnTo>
                    <a:lnTo>
                      <a:pt x="0" y="47244"/>
                    </a:lnTo>
                    <a:lnTo>
                      <a:pt x="47371" y="59220"/>
                    </a:lnTo>
                    <a:lnTo>
                      <a:pt x="59309" y="11988"/>
                    </a:lnTo>
                    <a:close/>
                  </a:path>
                  <a:path w="4601845" h="217170">
                    <a:moveTo>
                      <a:pt x="173990" y="40970"/>
                    </a:moveTo>
                    <a:lnTo>
                      <a:pt x="126746" y="29032"/>
                    </a:lnTo>
                    <a:lnTo>
                      <a:pt x="114808" y="76263"/>
                    </a:lnTo>
                    <a:lnTo>
                      <a:pt x="162052" y="88201"/>
                    </a:lnTo>
                    <a:lnTo>
                      <a:pt x="173990" y="40970"/>
                    </a:lnTo>
                    <a:close/>
                  </a:path>
                  <a:path w="4601845" h="217170">
                    <a:moveTo>
                      <a:pt x="288798" y="70002"/>
                    </a:moveTo>
                    <a:lnTo>
                      <a:pt x="241554" y="58051"/>
                    </a:lnTo>
                    <a:lnTo>
                      <a:pt x="229616" y="105295"/>
                    </a:lnTo>
                    <a:lnTo>
                      <a:pt x="276860" y="117233"/>
                    </a:lnTo>
                    <a:lnTo>
                      <a:pt x="288798" y="70002"/>
                    </a:lnTo>
                    <a:close/>
                  </a:path>
                  <a:path w="4601845" h="217170">
                    <a:moveTo>
                      <a:pt x="4373867" y="203758"/>
                    </a:moveTo>
                    <a:lnTo>
                      <a:pt x="4360545" y="156895"/>
                    </a:lnTo>
                    <a:lnTo>
                      <a:pt x="4313555" y="170294"/>
                    </a:lnTo>
                    <a:lnTo>
                      <a:pt x="4326890" y="217157"/>
                    </a:lnTo>
                    <a:lnTo>
                      <a:pt x="4373867" y="203758"/>
                    </a:lnTo>
                    <a:close/>
                  </a:path>
                  <a:path w="4601845" h="217170">
                    <a:moveTo>
                      <a:pt x="4487672" y="171361"/>
                    </a:moveTo>
                    <a:lnTo>
                      <a:pt x="4474337" y="124498"/>
                    </a:lnTo>
                    <a:lnTo>
                      <a:pt x="4427474" y="137858"/>
                    </a:lnTo>
                    <a:lnTo>
                      <a:pt x="4440809" y="184708"/>
                    </a:lnTo>
                    <a:lnTo>
                      <a:pt x="4487672" y="171361"/>
                    </a:lnTo>
                    <a:close/>
                  </a:path>
                  <a:path w="4601845" h="217170">
                    <a:moveTo>
                      <a:pt x="4601591" y="138912"/>
                    </a:moveTo>
                    <a:lnTo>
                      <a:pt x="4588129" y="92062"/>
                    </a:lnTo>
                    <a:lnTo>
                      <a:pt x="4541266" y="105410"/>
                    </a:lnTo>
                    <a:lnTo>
                      <a:pt x="4554728" y="152260"/>
                    </a:lnTo>
                    <a:lnTo>
                      <a:pt x="4601591" y="138912"/>
                    </a:lnTo>
                    <a:close/>
                  </a:path>
                </a:pathLst>
              </a:custGeom>
              <a:solidFill>
                <a:srgbClr val="0000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29">
                <a:extLst>
                  <a:ext uri="{FF2B5EF4-FFF2-40B4-BE49-F238E27FC236}">
                    <a16:creationId xmlns:a16="http://schemas.microsoft.com/office/drawing/2014/main" id="{6398E1A5-356F-E7BE-73FE-9E1B3BD1F909}"/>
                  </a:ext>
                </a:extLst>
              </p:cNvPr>
              <p:cNvSpPr/>
              <p:nvPr/>
            </p:nvSpPr>
            <p:spPr>
              <a:xfrm>
                <a:off x="4546600" y="3746499"/>
                <a:ext cx="3225800" cy="1117600"/>
              </a:xfrm>
              <a:custGeom>
                <a:avLst/>
                <a:gdLst/>
                <a:ahLst/>
                <a:cxnLst/>
                <a:rect l="l" t="t" r="r" b="b"/>
                <a:pathLst>
                  <a:path w="3225800" h="1117600">
                    <a:moveTo>
                      <a:pt x="1612900" y="0"/>
                    </a:moveTo>
                    <a:lnTo>
                      <a:pt x="1544720" y="490"/>
                    </a:lnTo>
                    <a:lnTo>
                      <a:pt x="1477262" y="1948"/>
                    </a:lnTo>
                    <a:lnTo>
                      <a:pt x="1410581" y="4353"/>
                    </a:lnTo>
                    <a:lnTo>
                      <a:pt x="1344734" y="7688"/>
                    </a:lnTo>
                    <a:lnTo>
                      <a:pt x="1279775" y="11932"/>
                    </a:lnTo>
                    <a:lnTo>
                      <a:pt x="1215762" y="17066"/>
                    </a:lnTo>
                    <a:lnTo>
                      <a:pt x="1152750" y="23071"/>
                    </a:lnTo>
                    <a:lnTo>
                      <a:pt x="1090795" y="29926"/>
                    </a:lnTo>
                    <a:lnTo>
                      <a:pt x="1029954" y="37614"/>
                    </a:lnTo>
                    <a:lnTo>
                      <a:pt x="970281" y="46114"/>
                    </a:lnTo>
                    <a:lnTo>
                      <a:pt x="911834" y="55407"/>
                    </a:lnTo>
                    <a:lnTo>
                      <a:pt x="854668" y="65473"/>
                    </a:lnTo>
                    <a:lnTo>
                      <a:pt x="798839" y="76294"/>
                    </a:lnTo>
                    <a:lnTo>
                      <a:pt x="744403" y="87849"/>
                    </a:lnTo>
                    <a:lnTo>
                      <a:pt x="691416" y="100120"/>
                    </a:lnTo>
                    <a:lnTo>
                      <a:pt x="639934" y="113086"/>
                    </a:lnTo>
                    <a:lnTo>
                      <a:pt x="590013" y="126730"/>
                    </a:lnTo>
                    <a:lnTo>
                      <a:pt x="541709" y="141030"/>
                    </a:lnTo>
                    <a:lnTo>
                      <a:pt x="495078" y="155968"/>
                    </a:lnTo>
                    <a:lnTo>
                      <a:pt x="450176" y="171525"/>
                    </a:lnTo>
                    <a:lnTo>
                      <a:pt x="407059" y="187681"/>
                    </a:lnTo>
                    <a:lnTo>
                      <a:pt x="365783" y="204416"/>
                    </a:lnTo>
                    <a:lnTo>
                      <a:pt x="326404" y="221712"/>
                    </a:lnTo>
                    <a:lnTo>
                      <a:pt x="288978" y="239548"/>
                    </a:lnTo>
                    <a:lnTo>
                      <a:pt x="253561" y="257906"/>
                    </a:lnTo>
                    <a:lnTo>
                      <a:pt x="220208" y="276765"/>
                    </a:lnTo>
                    <a:lnTo>
                      <a:pt x="159922" y="315913"/>
                    </a:lnTo>
                    <a:lnTo>
                      <a:pt x="108566" y="356837"/>
                    </a:lnTo>
                    <a:lnTo>
                      <a:pt x="66590" y="399380"/>
                    </a:lnTo>
                    <a:lnTo>
                      <a:pt x="34441" y="443388"/>
                    </a:lnTo>
                    <a:lnTo>
                      <a:pt x="12566" y="488706"/>
                    </a:lnTo>
                    <a:lnTo>
                      <a:pt x="1414" y="535179"/>
                    </a:lnTo>
                    <a:lnTo>
                      <a:pt x="0" y="558800"/>
                    </a:lnTo>
                    <a:lnTo>
                      <a:pt x="1414" y="582420"/>
                    </a:lnTo>
                    <a:lnTo>
                      <a:pt x="12566" y="628893"/>
                    </a:lnTo>
                    <a:lnTo>
                      <a:pt x="34441" y="674211"/>
                    </a:lnTo>
                    <a:lnTo>
                      <a:pt x="66590" y="718219"/>
                    </a:lnTo>
                    <a:lnTo>
                      <a:pt x="108566" y="760762"/>
                    </a:lnTo>
                    <a:lnTo>
                      <a:pt x="159922" y="801686"/>
                    </a:lnTo>
                    <a:lnTo>
                      <a:pt x="220208" y="840834"/>
                    </a:lnTo>
                    <a:lnTo>
                      <a:pt x="253561" y="859693"/>
                    </a:lnTo>
                    <a:lnTo>
                      <a:pt x="288978" y="878051"/>
                    </a:lnTo>
                    <a:lnTo>
                      <a:pt x="326404" y="895887"/>
                    </a:lnTo>
                    <a:lnTo>
                      <a:pt x="365783" y="913183"/>
                    </a:lnTo>
                    <a:lnTo>
                      <a:pt x="407059" y="929918"/>
                    </a:lnTo>
                    <a:lnTo>
                      <a:pt x="450176" y="946074"/>
                    </a:lnTo>
                    <a:lnTo>
                      <a:pt x="495078" y="961631"/>
                    </a:lnTo>
                    <a:lnTo>
                      <a:pt x="541709" y="976569"/>
                    </a:lnTo>
                    <a:lnTo>
                      <a:pt x="590013" y="990869"/>
                    </a:lnTo>
                    <a:lnTo>
                      <a:pt x="639934" y="1004513"/>
                    </a:lnTo>
                    <a:lnTo>
                      <a:pt x="691416" y="1017479"/>
                    </a:lnTo>
                    <a:lnTo>
                      <a:pt x="744403" y="1029750"/>
                    </a:lnTo>
                    <a:lnTo>
                      <a:pt x="798839" y="1041305"/>
                    </a:lnTo>
                    <a:lnTo>
                      <a:pt x="854668" y="1052126"/>
                    </a:lnTo>
                    <a:lnTo>
                      <a:pt x="911834" y="1062192"/>
                    </a:lnTo>
                    <a:lnTo>
                      <a:pt x="970281" y="1071485"/>
                    </a:lnTo>
                    <a:lnTo>
                      <a:pt x="1029954" y="1079985"/>
                    </a:lnTo>
                    <a:lnTo>
                      <a:pt x="1090795" y="1087673"/>
                    </a:lnTo>
                    <a:lnTo>
                      <a:pt x="1152750" y="1094528"/>
                    </a:lnTo>
                    <a:lnTo>
                      <a:pt x="1215762" y="1100533"/>
                    </a:lnTo>
                    <a:lnTo>
                      <a:pt x="1279775" y="1105667"/>
                    </a:lnTo>
                    <a:lnTo>
                      <a:pt x="1344734" y="1109911"/>
                    </a:lnTo>
                    <a:lnTo>
                      <a:pt x="1410581" y="1113246"/>
                    </a:lnTo>
                    <a:lnTo>
                      <a:pt x="1477262" y="1115651"/>
                    </a:lnTo>
                    <a:lnTo>
                      <a:pt x="1544720" y="1117109"/>
                    </a:lnTo>
                    <a:lnTo>
                      <a:pt x="1612900" y="1117600"/>
                    </a:lnTo>
                    <a:lnTo>
                      <a:pt x="1681079" y="1117109"/>
                    </a:lnTo>
                    <a:lnTo>
                      <a:pt x="1748537" y="1115651"/>
                    </a:lnTo>
                    <a:lnTo>
                      <a:pt x="1815218" y="1113246"/>
                    </a:lnTo>
                    <a:lnTo>
                      <a:pt x="1881065" y="1109911"/>
                    </a:lnTo>
                    <a:lnTo>
                      <a:pt x="1946024" y="1105667"/>
                    </a:lnTo>
                    <a:lnTo>
                      <a:pt x="2010037" y="1100533"/>
                    </a:lnTo>
                    <a:lnTo>
                      <a:pt x="2073049" y="1094528"/>
                    </a:lnTo>
                    <a:lnTo>
                      <a:pt x="2135004" y="1087673"/>
                    </a:lnTo>
                    <a:lnTo>
                      <a:pt x="2195845" y="1079985"/>
                    </a:lnTo>
                    <a:lnTo>
                      <a:pt x="2255518" y="1071485"/>
                    </a:lnTo>
                    <a:lnTo>
                      <a:pt x="2313965" y="1062192"/>
                    </a:lnTo>
                    <a:lnTo>
                      <a:pt x="2371131" y="1052126"/>
                    </a:lnTo>
                    <a:lnTo>
                      <a:pt x="2426960" y="1041305"/>
                    </a:lnTo>
                    <a:lnTo>
                      <a:pt x="2481396" y="1029750"/>
                    </a:lnTo>
                    <a:lnTo>
                      <a:pt x="2534383" y="1017479"/>
                    </a:lnTo>
                    <a:lnTo>
                      <a:pt x="2585865" y="1004513"/>
                    </a:lnTo>
                    <a:lnTo>
                      <a:pt x="2635786" y="990869"/>
                    </a:lnTo>
                    <a:lnTo>
                      <a:pt x="2684090" y="976569"/>
                    </a:lnTo>
                    <a:lnTo>
                      <a:pt x="2730721" y="961631"/>
                    </a:lnTo>
                    <a:lnTo>
                      <a:pt x="2775623" y="946074"/>
                    </a:lnTo>
                    <a:lnTo>
                      <a:pt x="2818740" y="929918"/>
                    </a:lnTo>
                    <a:lnTo>
                      <a:pt x="2860016" y="913183"/>
                    </a:lnTo>
                    <a:lnTo>
                      <a:pt x="2899395" y="895887"/>
                    </a:lnTo>
                    <a:lnTo>
                      <a:pt x="2936821" y="878051"/>
                    </a:lnTo>
                    <a:lnTo>
                      <a:pt x="2972238" y="859693"/>
                    </a:lnTo>
                    <a:lnTo>
                      <a:pt x="3005591" y="840834"/>
                    </a:lnTo>
                    <a:lnTo>
                      <a:pt x="3065877" y="801686"/>
                    </a:lnTo>
                    <a:lnTo>
                      <a:pt x="3117233" y="760762"/>
                    </a:lnTo>
                    <a:lnTo>
                      <a:pt x="3159209" y="718219"/>
                    </a:lnTo>
                    <a:lnTo>
                      <a:pt x="3191358" y="674211"/>
                    </a:lnTo>
                    <a:lnTo>
                      <a:pt x="3213233" y="628893"/>
                    </a:lnTo>
                    <a:lnTo>
                      <a:pt x="3224385" y="582420"/>
                    </a:lnTo>
                    <a:lnTo>
                      <a:pt x="3225800" y="558800"/>
                    </a:lnTo>
                    <a:lnTo>
                      <a:pt x="3224385" y="535179"/>
                    </a:lnTo>
                    <a:lnTo>
                      <a:pt x="3213233" y="488706"/>
                    </a:lnTo>
                    <a:lnTo>
                      <a:pt x="3191358" y="443388"/>
                    </a:lnTo>
                    <a:lnTo>
                      <a:pt x="3159209" y="399380"/>
                    </a:lnTo>
                    <a:lnTo>
                      <a:pt x="3117233" y="356837"/>
                    </a:lnTo>
                    <a:lnTo>
                      <a:pt x="3065877" y="315913"/>
                    </a:lnTo>
                    <a:lnTo>
                      <a:pt x="3005591" y="276765"/>
                    </a:lnTo>
                    <a:lnTo>
                      <a:pt x="2972238" y="257906"/>
                    </a:lnTo>
                    <a:lnTo>
                      <a:pt x="2936821" y="239548"/>
                    </a:lnTo>
                    <a:lnTo>
                      <a:pt x="2899395" y="221712"/>
                    </a:lnTo>
                    <a:lnTo>
                      <a:pt x="2860016" y="204416"/>
                    </a:lnTo>
                    <a:lnTo>
                      <a:pt x="2818740" y="187681"/>
                    </a:lnTo>
                    <a:lnTo>
                      <a:pt x="2775623" y="171525"/>
                    </a:lnTo>
                    <a:lnTo>
                      <a:pt x="2730721" y="155968"/>
                    </a:lnTo>
                    <a:lnTo>
                      <a:pt x="2684090" y="141030"/>
                    </a:lnTo>
                    <a:lnTo>
                      <a:pt x="2635786" y="126730"/>
                    </a:lnTo>
                    <a:lnTo>
                      <a:pt x="2585865" y="113086"/>
                    </a:lnTo>
                    <a:lnTo>
                      <a:pt x="2534383" y="100120"/>
                    </a:lnTo>
                    <a:lnTo>
                      <a:pt x="2481396" y="87849"/>
                    </a:lnTo>
                    <a:lnTo>
                      <a:pt x="2426960" y="76294"/>
                    </a:lnTo>
                    <a:lnTo>
                      <a:pt x="2371131" y="65473"/>
                    </a:lnTo>
                    <a:lnTo>
                      <a:pt x="2313965" y="55407"/>
                    </a:lnTo>
                    <a:lnTo>
                      <a:pt x="2255518" y="46114"/>
                    </a:lnTo>
                    <a:lnTo>
                      <a:pt x="2195845" y="37614"/>
                    </a:lnTo>
                    <a:lnTo>
                      <a:pt x="2135004" y="29926"/>
                    </a:lnTo>
                    <a:lnTo>
                      <a:pt x="2073049" y="23071"/>
                    </a:lnTo>
                    <a:lnTo>
                      <a:pt x="2010037" y="17066"/>
                    </a:lnTo>
                    <a:lnTo>
                      <a:pt x="1946024" y="11932"/>
                    </a:lnTo>
                    <a:lnTo>
                      <a:pt x="1881065" y="7688"/>
                    </a:lnTo>
                    <a:lnTo>
                      <a:pt x="1815218" y="4353"/>
                    </a:lnTo>
                    <a:lnTo>
                      <a:pt x="1748537" y="1948"/>
                    </a:lnTo>
                    <a:lnTo>
                      <a:pt x="1681079" y="490"/>
                    </a:lnTo>
                    <a:lnTo>
                      <a:pt x="1612900" y="0"/>
                    </a:lnTo>
                    <a:close/>
                  </a:path>
                </a:pathLst>
              </a:custGeom>
              <a:solidFill>
                <a:srgbClr val="009999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125081CE-0BBE-9ED3-6224-E212FF60FF26}"/>
                  </a:ext>
                </a:extLst>
              </p:cNvPr>
              <p:cNvSpPr/>
              <p:nvPr/>
            </p:nvSpPr>
            <p:spPr>
              <a:xfrm>
                <a:off x="4546600" y="3746499"/>
                <a:ext cx="3225800" cy="1117600"/>
              </a:xfrm>
              <a:custGeom>
                <a:avLst/>
                <a:gdLst/>
                <a:ahLst/>
                <a:cxnLst/>
                <a:rect l="l" t="t" r="r" b="b"/>
                <a:pathLst>
                  <a:path w="3225800" h="1117600">
                    <a:moveTo>
                      <a:pt x="0" y="558800"/>
                    </a:moveTo>
                    <a:lnTo>
                      <a:pt x="5622" y="511808"/>
                    </a:lnTo>
                    <a:lnTo>
                      <a:pt x="22191" y="465893"/>
                    </a:lnTo>
                    <a:lnTo>
                      <a:pt x="49259" y="421211"/>
                    </a:lnTo>
                    <a:lnTo>
                      <a:pt x="86378" y="377915"/>
                    </a:lnTo>
                    <a:lnTo>
                      <a:pt x="133100" y="336163"/>
                    </a:lnTo>
                    <a:lnTo>
                      <a:pt x="188976" y="296108"/>
                    </a:lnTo>
                    <a:lnTo>
                      <a:pt x="253561" y="257906"/>
                    </a:lnTo>
                    <a:lnTo>
                      <a:pt x="288978" y="239548"/>
                    </a:lnTo>
                    <a:lnTo>
                      <a:pt x="326404" y="221712"/>
                    </a:lnTo>
                    <a:lnTo>
                      <a:pt x="365783" y="204416"/>
                    </a:lnTo>
                    <a:lnTo>
                      <a:pt x="407059" y="187681"/>
                    </a:lnTo>
                    <a:lnTo>
                      <a:pt x="450176" y="171525"/>
                    </a:lnTo>
                    <a:lnTo>
                      <a:pt x="495078" y="155968"/>
                    </a:lnTo>
                    <a:lnTo>
                      <a:pt x="541709" y="141030"/>
                    </a:lnTo>
                    <a:lnTo>
                      <a:pt x="590013" y="126730"/>
                    </a:lnTo>
                    <a:lnTo>
                      <a:pt x="639934" y="113086"/>
                    </a:lnTo>
                    <a:lnTo>
                      <a:pt x="691416" y="100120"/>
                    </a:lnTo>
                    <a:lnTo>
                      <a:pt x="744403" y="87849"/>
                    </a:lnTo>
                    <a:lnTo>
                      <a:pt x="798839" y="76294"/>
                    </a:lnTo>
                    <a:lnTo>
                      <a:pt x="854668" y="65473"/>
                    </a:lnTo>
                    <a:lnTo>
                      <a:pt x="911834" y="55407"/>
                    </a:lnTo>
                    <a:lnTo>
                      <a:pt x="970281" y="46114"/>
                    </a:lnTo>
                    <a:lnTo>
                      <a:pt x="1029954" y="37614"/>
                    </a:lnTo>
                    <a:lnTo>
                      <a:pt x="1090795" y="29926"/>
                    </a:lnTo>
                    <a:lnTo>
                      <a:pt x="1152750" y="23071"/>
                    </a:lnTo>
                    <a:lnTo>
                      <a:pt x="1215762" y="17066"/>
                    </a:lnTo>
                    <a:lnTo>
                      <a:pt x="1279775" y="11932"/>
                    </a:lnTo>
                    <a:lnTo>
                      <a:pt x="1344734" y="7688"/>
                    </a:lnTo>
                    <a:lnTo>
                      <a:pt x="1410581" y="4353"/>
                    </a:lnTo>
                    <a:lnTo>
                      <a:pt x="1477262" y="1948"/>
                    </a:lnTo>
                    <a:lnTo>
                      <a:pt x="1544720" y="490"/>
                    </a:lnTo>
                    <a:lnTo>
                      <a:pt x="1612900" y="0"/>
                    </a:lnTo>
                    <a:lnTo>
                      <a:pt x="1681079" y="490"/>
                    </a:lnTo>
                    <a:lnTo>
                      <a:pt x="1748537" y="1948"/>
                    </a:lnTo>
                    <a:lnTo>
                      <a:pt x="1815218" y="4353"/>
                    </a:lnTo>
                    <a:lnTo>
                      <a:pt x="1881065" y="7688"/>
                    </a:lnTo>
                    <a:lnTo>
                      <a:pt x="1946024" y="11932"/>
                    </a:lnTo>
                    <a:lnTo>
                      <a:pt x="2010037" y="17066"/>
                    </a:lnTo>
                    <a:lnTo>
                      <a:pt x="2073049" y="23071"/>
                    </a:lnTo>
                    <a:lnTo>
                      <a:pt x="2135004" y="29926"/>
                    </a:lnTo>
                    <a:lnTo>
                      <a:pt x="2195845" y="37614"/>
                    </a:lnTo>
                    <a:lnTo>
                      <a:pt x="2255518" y="46114"/>
                    </a:lnTo>
                    <a:lnTo>
                      <a:pt x="2313965" y="55407"/>
                    </a:lnTo>
                    <a:lnTo>
                      <a:pt x="2371131" y="65473"/>
                    </a:lnTo>
                    <a:lnTo>
                      <a:pt x="2426960" y="76294"/>
                    </a:lnTo>
                    <a:lnTo>
                      <a:pt x="2481396" y="87849"/>
                    </a:lnTo>
                    <a:lnTo>
                      <a:pt x="2534383" y="100120"/>
                    </a:lnTo>
                    <a:lnTo>
                      <a:pt x="2585865" y="113086"/>
                    </a:lnTo>
                    <a:lnTo>
                      <a:pt x="2635786" y="126730"/>
                    </a:lnTo>
                    <a:lnTo>
                      <a:pt x="2684090" y="141030"/>
                    </a:lnTo>
                    <a:lnTo>
                      <a:pt x="2730721" y="155968"/>
                    </a:lnTo>
                    <a:lnTo>
                      <a:pt x="2775623" y="171525"/>
                    </a:lnTo>
                    <a:lnTo>
                      <a:pt x="2818740" y="187681"/>
                    </a:lnTo>
                    <a:lnTo>
                      <a:pt x="2860016" y="204416"/>
                    </a:lnTo>
                    <a:lnTo>
                      <a:pt x="2899395" y="221712"/>
                    </a:lnTo>
                    <a:lnTo>
                      <a:pt x="2936821" y="239548"/>
                    </a:lnTo>
                    <a:lnTo>
                      <a:pt x="2972238" y="257906"/>
                    </a:lnTo>
                    <a:lnTo>
                      <a:pt x="3005591" y="276765"/>
                    </a:lnTo>
                    <a:lnTo>
                      <a:pt x="3065877" y="315913"/>
                    </a:lnTo>
                    <a:lnTo>
                      <a:pt x="3117233" y="356837"/>
                    </a:lnTo>
                    <a:lnTo>
                      <a:pt x="3159209" y="399380"/>
                    </a:lnTo>
                    <a:lnTo>
                      <a:pt x="3191358" y="443388"/>
                    </a:lnTo>
                    <a:lnTo>
                      <a:pt x="3213233" y="488706"/>
                    </a:lnTo>
                    <a:lnTo>
                      <a:pt x="3224385" y="535179"/>
                    </a:lnTo>
                    <a:lnTo>
                      <a:pt x="3225800" y="558800"/>
                    </a:lnTo>
                    <a:lnTo>
                      <a:pt x="3224385" y="582420"/>
                    </a:lnTo>
                    <a:lnTo>
                      <a:pt x="3213233" y="628893"/>
                    </a:lnTo>
                    <a:lnTo>
                      <a:pt x="3191358" y="674211"/>
                    </a:lnTo>
                    <a:lnTo>
                      <a:pt x="3159209" y="718219"/>
                    </a:lnTo>
                    <a:lnTo>
                      <a:pt x="3117233" y="760762"/>
                    </a:lnTo>
                    <a:lnTo>
                      <a:pt x="3065877" y="801686"/>
                    </a:lnTo>
                    <a:lnTo>
                      <a:pt x="3005591" y="840834"/>
                    </a:lnTo>
                    <a:lnTo>
                      <a:pt x="2972238" y="859693"/>
                    </a:lnTo>
                    <a:lnTo>
                      <a:pt x="2936821" y="878051"/>
                    </a:lnTo>
                    <a:lnTo>
                      <a:pt x="2899395" y="895887"/>
                    </a:lnTo>
                    <a:lnTo>
                      <a:pt x="2860016" y="913183"/>
                    </a:lnTo>
                    <a:lnTo>
                      <a:pt x="2818740" y="929918"/>
                    </a:lnTo>
                    <a:lnTo>
                      <a:pt x="2775623" y="946074"/>
                    </a:lnTo>
                    <a:lnTo>
                      <a:pt x="2730721" y="961631"/>
                    </a:lnTo>
                    <a:lnTo>
                      <a:pt x="2684090" y="976569"/>
                    </a:lnTo>
                    <a:lnTo>
                      <a:pt x="2635786" y="990869"/>
                    </a:lnTo>
                    <a:lnTo>
                      <a:pt x="2585865" y="1004513"/>
                    </a:lnTo>
                    <a:lnTo>
                      <a:pt x="2534383" y="1017479"/>
                    </a:lnTo>
                    <a:lnTo>
                      <a:pt x="2481396" y="1029750"/>
                    </a:lnTo>
                    <a:lnTo>
                      <a:pt x="2426960" y="1041305"/>
                    </a:lnTo>
                    <a:lnTo>
                      <a:pt x="2371131" y="1052126"/>
                    </a:lnTo>
                    <a:lnTo>
                      <a:pt x="2313965" y="1062192"/>
                    </a:lnTo>
                    <a:lnTo>
                      <a:pt x="2255518" y="1071485"/>
                    </a:lnTo>
                    <a:lnTo>
                      <a:pt x="2195845" y="1079985"/>
                    </a:lnTo>
                    <a:lnTo>
                      <a:pt x="2135004" y="1087673"/>
                    </a:lnTo>
                    <a:lnTo>
                      <a:pt x="2073049" y="1094528"/>
                    </a:lnTo>
                    <a:lnTo>
                      <a:pt x="2010037" y="1100533"/>
                    </a:lnTo>
                    <a:lnTo>
                      <a:pt x="1946024" y="1105667"/>
                    </a:lnTo>
                    <a:lnTo>
                      <a:pt x="1881065" y="1109911"/>
                    </a:lnTo>
                    <a:lnTo>
                      <a:pt x="1815218" y="1113246"/>
                    </a:lnTo>
                    <a:lnTo>
                      <a:pt x="1748537" y="1115651"/>
                    </a:lnTo>
                    <a:lnTo>
                      <a:pt x="1681079" y="1117109"/>
                    </a:lnTo>
                    <a:lnTo>
                      <a:pt x="1612900" y="1117600"/>
                    </a:lnTo>
                    <a:lnTo>
                      <a:pt x="1544720" y="1117109"/>
                    </a:lnTo>
                    <a:lnTo>
                      <a:pt x="1477262" y="1115651"/>
                    </a:lnTo>
                    <a:lnTo>
                      <a:pt x="1410581" y="1113246"/>
                    </a:lnTo>
                    <a:lnTo>
                      <a:pt x="1344734" y="1109911"/>
                    </a:lnTo>
                    <a:lnTo>
                      <a:pt x="1279775" y="1105667"/>
                    </a:lnTo>
                    <a:lnTo>
                      <a:pt x="1215762" y="1100533"/>
                    </a:lnTo>
                    <a:lnTo>
                      <a:pt x="1152750" y="1094528"/>
                    </a:lnTo>
                    <a:lnTo>
                      <a:pt x="1090795" y="1087673"/>
                    </a:lnTo>
                    <a:lnTo>
                      <a:pt x="1029954" y="1079985"/>
                    </a:lnTo>
                    <a:lnTo>
                      <a:pt x="970281" y="1071485"/>
                    </a:lnTo>
                    <a:lnTo>
                      <a:pt x="911834" y="1062192"/>
                    </a:lnTo>
                    <a:lnTo>
                      <a:pt x="854668" y="1052126"/>
                    </a:lnTo>
                    <a:lnTo>
                      <a:pt x="798839" y="1041305"/>
                    </a:lnTo>
                    <a:lnTo>
                      <a:pt x="744403" y="1029750"/>
                    </a:lnTo>
                    <a:lnTo>
                      <a:pt x="691416" y="1017479"/>
                    </a:lnTo>
                    <a:lnTo>
                      <a:pt x="639934" y="1004513"/>
                    </a:lnTo>
                    <a:lnTo>
                      <a:pt x="590013" y="990869"/>
                    </a:lnTo>
                    <a:lnTo>
                      <a:pt x="541709" y="976569"/>
                    </a:lnTo>
                    <a:lnTo>
                      <a:pt x="495078" y="961631"/>
                    </a:lnTo>
                    <a:lnTo>
                      <a:pt x="450176" y="946074"/>
                    </a:lnTo>
                    <a:lnTo>
                      <a:pt x="407059" y="929918"/>
                    </a:lnTo>
                    <a:lnTo>
                      <a:pt x="365783" y="913183"/>
                    </a:lnTo>
                    <a:lnTo>
                      <a:pt x="326404" y="895887"/>
                    </a:lnTo>
                    <a:lnTo>
                      <a:pt x="288978" y="878051"/>
                    </a:lnTo>
                    <a:lnTo>
                      <a:pt x="253561" y="859693"/>
                    </a:lnTo>
                    <a:lnTo>
                      <a:pt x="220208" y="840834"/>
                    </a:lnTo>
                    <a:lnTo>
                      <a:pt x="159922" y="801686"/>
                    </a:lnTo>
                    <a:lnTo>
                      <a:pt x="108566" y="760762"/>
                    </a:lnTo>
                    <a:lnTo>
                      <a:pt x="66590" y="718219"/>
                    </a:lnTo>
                    <a:lnTo>
                      <a:pt x="34441" y="674211"/>
                    </a:lnTo>
                    <a:lnTo>
                      <a:pt x="12566" y="628893"/>
                    </a:lnTo>
                    <a:lnTo>
                      <a:pt x="1414" y="582420"/>
                    </a:lnTo>
                    <a:lnTo>
                      <a:pt x="0" y="558800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3" name="object 31">
                <a:extLst>
                  <a:ext uri="{FF2B5EF4-FFF2-40B4-BE49-F238E27FC236}">
                    <a16:creationId xmlns:a16="http://schemas.microsoft.com/office/drawing/2014/main" id="{280856AE-96BD-6257-7E20-5287CE836CEA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230875" y="3907027"/>
                <a:ext cx="533019" cy="84709"/>
              </a:xfrm>
              <a:prstGeom prst="rect">
                <a:avLst/>
              </a:prstGeom>
            </p:spPr>
          </p:pic>
          <p:sp>
            <p:nvSpPr>
              <p:cNvPr id="34" name="object 32">
                <a:extLst>
                  <a:ext uri="{FF2B5EF4-FFF2-40B4-BE49-F238E27FC236}">
                    <a16:creationId xmlns:a16="http://schemas.microsoft.com/office/drawing/2014/main" id="{2C79DB92-597C-156E-8647-4F32725D5BF2}"/>
                  </a:ext>
                </a:extLst>
              </p:cNvPr>
              <p:cNvSpPr/>
              <p:nvPr/>
            </p:nvSpPr>
            <p:spPr>
              <a:xfrm>
                <a:off x="5230875" y="3907027"/>
                <a:ext cx="533400" cy="8509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85089">
                    <a:moveTo>
                      <a:pt x="0" y="42418"/>
                    </a:moveTo>
                    <a:lnTo>
                      <a:pt x="36373" y="21034"/>
                    </a:lnTo>
                    <a:lnTo>
                      <a:pt x="78041" y="12445"/>
                    </a:lnTo>
                    <a:lnTo>
                      <a:pt x="131985" y="5804"/>
                    </a:lnTo>
                    <a:lnTo>
                      <a:pt x="195674" y="1519"/>
                    </a:lnTo>
                    <a:lnTo>
                      <a:pt x="266573" y="0"/>
                    </a:lnTo>
                    <a:lnTo>
                      <a:pt x="337418" y="1519"/>
                    </a:lnTo>
                    <a:lnTo>
                      <a:pt x="401070" y="5804"/>
                    </a:lnTo>
                    <a:lnTo>
                      <a:pt x="454993" y="12445"/>
                    </a:lnTo>
                    <a:lnTo>
                      <a:pt x="496649" y="21034"/>
                    </a:lnTo>
                    <a:lnTo>
                      <a:pt x="533019" y="42418"/>
                    </a:lnTo>
                    <a:lnTo>
                      <a:pt x="523503" y="53620"/>
                    </a:lnTo>
                    <a:lnTo>
                      <a:pt x="454993" y="72278"/>
                    </a:lnTo>
                    <a:lnTo>
                      <a:pt x="401070" y="78909"/>
                    </a:lnTo>
                    <a:lnTo>
                      <a:pt x="337418" y="83190"/>
                    </a:lnTo>
                    <a:lnTo>
                      <a:pt x="266573" y="84709"/>
                    </a:lnTo>
                    <a:lnTo>
                      <a:pt x="195674" y="83190"/>
                    </a:lnTo>
                    <a:lnTo>
                      <a:pt x="131985" y="78909"/>
                    </a:lnTo>
                    <a:lnTo>
                      <a:pt x="78041" y="72278"/>
                    </a:lnTo>
                    <a:lnTo>
                      <a:pt x="36373" y="63711"/>
                    </a:lnTo>
                    <a:lnTo>
                      <a:pt x="0" y="42418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5" name="object 33">
                <a:extLst>
                  <a:ext uri="{FF2B5EF4-FFF2-40B4-BE49-F238E27FC236}">
                    <a16:creationId xmlns:a16="http://schemas.microsoft.com/office/drawing/2014/main" id="{63DCDCCD-DCC1-07C0-3B17-E3C97B9AC049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229859" y="3841114"/>
                <a:ext cx="537032" cy="108712"/>
              </a:xfrm>
              <a:prstGeom prst="rect">
                <a:avLst/>
              </a:prstGeom>
            </p:spPr>
          </p:pic>
          <p:sp>
            <p:nvSpPr>
              <p:cNvPr id="36" name="object 34">
                <a:extLst>
                  <a:ext uri="{FF2B5EF4-FFF2-40B4-BE49-F238E27FC236}">
                    <a16:creationId xmlns:a16="http://schemas.microsoft.com/office/drawing/2014/main" id="{B5790D95-6C04-F908-A117-005AAD0B58FE}"/>
                  </a:ext>
                </a:extLst>
              </p:cNvPr>
              <p:cNvSpPr/>
              <p:nvPr/>
            </p:nvSpPr>
            <p:spPr>
              <a:xfrm>
                <a:off x="5229859" y="3841114"/>
                <a:ext cx="53340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99060">
                    <a:moveTo>
                      <a:pt x="0" y="49276"/>
                    </a:moveTo>
                    <a:lnTo>
                      <a:pt x="36401" y="24421"/>
                    </a:lnTo>
                    <a:lnTo>
                      <a:pt x="78089" y="14446"/>
                    </a:lnTo>
                    <a:lnTo>
                      <a:pt x="132042" y="6735"/>
                    </a:lnTo>
                    <a:lnTo>
                      <a:pt x="195718" y="1762"/>
                    </a:lnTo>
                    <a:lnTo>
                      <a:pt x="266573" y="0"/>
                    </a:lnTo>
                    <a:lnTo>
                      <a:pt x="337427" y="1762"/>
                    </a:lnTo>
                    <a:lnTo>
                      <a:pt x="401103" y="6735"/>
                    </a:lnTo>
                    <a:lnTo>
                      <a:pt x="455056" y="14446"/>
                    </a:lnTo>
                    <a:lnTo>
                      <a:pt x="496744" y="24421"/>
                    </a:lnTo>
                    <a:lnTo>
                      <a:pt x="533145" y="49276"/>
                    </a:lnTo>
                    <a:lnTo>
                      <a:pt x="523621" y="62362"/>
                    </a:lnTo>
                    <a:lnTo>
                      <a:pt x="455056" y="84105"/>
                    </a:lnTo>
                    <a:lnTo>
                      <a:pt x="401103" y="91816"/>
                    </a:lnTo>
                    <a:lnTo>
                      <a:pt x="337427" y="96789"/>
                    </a:lnTo>
                    <a:lnTo>
                      <a:pt x="266573" y="98552"/>
                    </a:lnTo>
                    <a:lnTo>
                      <a:pt x="195718" y="96789"/>
                    </a:lnTo>
                    <a:lnTo>
                      <a:pt x="132042" y="91816"/>
                    </a:lnTo>
                    <a:lnTo>
                      <a:pt x="78089" y="84105"/>
                    </a:lnTo>
                    <a:lnTo>
                      <a:pt x="36401" y="74130"/>
                    </a:lnTo>
                    <a:lnTo>
                      <a:pt x="0" y="49276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35">
                <a:extLst>
                  <a:ext uri="{FF2B5EF4-FFF2-40B4-BE49-F238E27FC236}">
                    <a16:creationId xmlns:a16="http://schemas.microsoft.com/office/drawing/2014/main" id="{E82D56B2-998B-C486-3362-5962B79DD78B}"/>
                  </a:ext>
                </a:extLst>
              </p:cNvPr>
              <p:cNvSpPr/>
              <p:nvPr/>
            </p:nvSpPr>
            <p:spPr>
              <a:xfrm>
                <a:off x="5338190" y="3865879"/>
                <a:ext cx="30035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300354" h="46989">
                    <a:moveTo>
                      <a:pt x="0" y="46609"/>
                    </a:moveTo>
                    <a:lnTo>
                      <a:pt x="92963" y="46609"/>
                    </a:lnTo>
                    <a:lnTo>
                      <a:pt x="185800" y="0"/>
                    </a:lnTo>
                    <a:lnTo>
                      <a:pt x="299974" y="0"/>
                    </a:lnTo>
                  </a:path>
                  <a:path w="300354" h="46989">
                    <a:moveTo>
                      <a:pt x="13588" y="0"/>
                    </a:moveTo>
                    <a:lnTo>
                      <a:pt x="106425" y="0"/>
                    </a:lnTo>
                    <a:lnTo>
                      <a:pt x="199389" y="46609"/>
                    </a:lnTo>
                    <a:lnTo>
                      <a:pt x="286385" y="46609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6">
                <a:extLst>
                  <a:ext uri="{FF2B5EF4-FFF2-40B4-BE49-F238E27FC236}">
                    <a16:creationId xmlns:a16="http://schemas.microsoft.com/office/drawing/2014/main" id="{2D97EA5B-5841-5AAA-379C-91DB6BDBB287}"/>
                  </a:ext>
                </a:extLst>
              </p:cNvPr>
              <p:cNvSpPr/>
              <p:nvPr/>
            </p:nvSpPr>
            <p:spPr>
              <a:xfrm>
                <a:off x="5230875" y="3889247"/>
                <a:ext cx="533400" cy="65405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65404">
                    <a:moveTo>
                      <a:pt x="0" y="0"/>
                    </a:moveTo>
                    <a:lnTo>
                      <a:pt x="0" y="63626"/>
                    </a:lnTo>
                  </a:path>
                  <a:path w="533400" h="65404">
                    <a:moveTo>
                      <a:pt x="533019" y="1524"/>
                    </a:moveTo>
                    <a:lnTo>
                      <a:pt x="533019" y="65150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37">
                <a:extLst>
                  <a:ext uri="{FF2B5EF4-FFF2-40B4-BE49-F238E27FC236}">
                    <a16:creationId xmlns:a16="http://schemas.microsoft.com/office/drawing/2014/main" id="{D525CC3D-69DE-5B2E-A8EF-4DF5F58A59B5}"/>
                  </a:ext>
                </a:extLst>
              </p:cNvPr>
              <p:cNvSpPr/>
              <p:nvPr/>
            </p:nvSpPr>
            <p:spPr>
              <a:xfrm>
                <a:off x="5434838" y="3890009"/>
                <a:ext cx="1668145" cy="708025"/>
              </a:xfrm>
              <a:custGeom>
                <a:avLst/>
                <a:gdLst/>
                <a:ahLst/>
                <a:cxnLst/>
                <a:rect l="l" t="t" r="r" b="b"/>
                <a:pathLst>
                  <a:path w="1668145" h="708025">
                    <a:moveTo>
                      <a:pt x="328167" y="0"/>
                    </a:moveTo>
                    <a:lnTo>
                      <a:pt x="1311275" y="111251"/>
                    </a:lnTo>
                  </a:path>
                  <a:path w="1668145" h="708025">
                    <a:moveTo>
                      <a:pt x="798576" y="295275"/>
                    </a:moveTo>
                    <a:lnTo>
                      <a:pt x="920369" y="363219"/>
                    </a:lnTo>
                  </a:path>
                  <a:path w="1668145" h="708025">
                    <a:moveTo>
                      <a:pt x="597915" y="498475"/>
                    </a:moveTo>
                    <a:lnTo>
                      <a:pt x="843279" y="461263"/>
                    </a:lnTo>
                  </a:path>
                  <a:path w="1668145" h="708025">
                    <a:moveTo>
                      <a:pt x="300609" y="407796"/>
                    </a:moveTo>
                    <a:lnTo>
                      <a:pt x="494919" y="318388"/>
                    </a:lnTo>
                  </a:path>
                  <a:path w="1668145" h="708025">
                    <a:moveTo>
                      <a:pt x="0" y="650366"/>
                    </a:moveTo>
                    <a:lnTo>
                      <a:pt x="194310" y="561085"/>
                    </a:lnTo>
                  </a:path>
                  <a:path w="1668145" h="708025">
                    <a:moveTo>
                      <a:pt x="814451" y="707516"/>
                    </a:moveTo>
                    <a:lnTo>
                      <a:pt x="1069466" y="501395"/>
                    </a:lnTo>
                  </a:path>
                  <a:path w="1668145" h="708025">
                    <a:moveTo>
                      <a:pt x="1667637" y="591312"/>
                    </a:moveTo>
                    <a:lnTo>
                      <a:pt x="1309878" y="489838"/>
                    </a:lnTo>
                  </a:path>
                  <a:path w="1668145" h="708025">
                    <a:moveTo>
                      <a:pt x="1295527" y="366775"/>
                    </a:moveTo>
                    <a:lnTo>
                      <a:pt x="1581150" y="207263"/>
                    </a:lnTo>
                  </a:path>
                  <a:path w="1668145" h="708025">
                    <a:moveTo>
                      <a:pt x="476758" y="172719"/>
                    </a:moveTo>
                    <a:lnTo>
                      <a:pt x="62611" y="101726"/>
                    </a:lnTo>
                  </a:path>
                </a:pathLst>
              </a:custGeom>
              <a:ln w="1587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1" name="object 39">
              <a:extLst>
                <a:ext uri="{FF2B5EF4-FFF2-40B4-BE49-F238E27FC236}">
                  <a16:creationId xmlns:a16="http://schemas.microsoft.com/office/drawing/2014/main" id="{26B7B90D-867E-756E-7073-72AE1EAA983F}"/>
                </a:ext>
              </a:extLst>
            </p:cNvPr>
            <p:cNvSpPr txBox="1"/>
            <p:nvPr/>
          </p:nvSpPr>
          <p:spPr>
            <a:xfrm>
              <a:off x="4736338" y="4120337"/>
              <a:ext cx="680085" cy="33147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000" b="1" i="1" dirty="0">
                  <a:solidFill>
                    <a:srgbClr val="163793"/>
                  </a:solidFill>
                  <a:latin typeface="Arial"/>
                  <a:cs typeface="Arial"/>
                </a:rPr>
                <a:t>ISP</a:t>
              </a:r>
              <a:r>
                <a:rPr sz="2000" b="1" i="1" spc="-95" dirty="0">
                  <a:solidFill>
                    <a:srgbClr val="163793"/>
                  </a:solidFill>
                  <a:latin typeface="Arial"/>
                  <a:cs typeface="Arial"/>
                </a:rPr>
                <a:t> </a:t>
              </a:r>
              <a:r>
                <a:rPr sz="2000" b="1" i="1" spc="-50" dirty="0">
                  <a:solidFill>
                    <a:srgbClr val="163793"/>
                  </a:solidFill>
                  <a:latin typeface="Arial"/>
                  <a:cs typeface="Arial"/>
                </a:rPr>
                <a:t>B</a:t>
              </a:r>
              <a:endParaRPr sz="2000">
                <a:latin typeface="Arial"/>
                <a:cs typeface="Arial"/>
              </a:endParaRPr>
            </a:p>
          </p:txBody>
        </p:sp>
        <p:grpSp>
          <p:nvGrpSpPr>
            <p:cNvPr id="42" name="object 40">
              <a:extLst>
                <a:ext uri="{FF2B5EF4-FFF2-40B4-BE49-F238E27FC236}">
                  <a16:creationId xmlns:a16="http://schemas.microsoft.com/office/drawing/2014/main" id="{9279DA38-2757-38BB-7F7C-F7FBCA58B16A}"/>
                </a:ext>
              </a:extLst>
            </p:cNvPr>
            <p:cNvGrpSpPr/>
            <p:nvPr/>
          </p:nvGrpSpPr>
          <p:grpSpPr>
            <a:xfrm>
              <a:off x="1798637" y="2751137"/>
              <a:ext cx="5690235" cy="1988820"/>
              <a:chOff x="1798637" y="2751137"/>
              <a:chExt cx="5690235" cy="1988820"/>
            </a:xfrm>
          </p:grpSpPr>
          <p:pic>
            <p:nvPicPr>
              <p:cNvPr id="43" name="object 41">
                <a:extLst>
                  <a:ext uri="{FF2B5EF4-FFF2-40B4-BE49-F238E27FC236}">
                    <a16:creationId xmlns:a16="http://schemas.microsoft.com/office/drawing/2014/main" id="{4AE79DBD-0590-AC79-5B33-246646424DDC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267703" y="4306188"/>
                <a:ext cx="533146" cy="84581"/>
              </a:xfrm>
              <a:prstGeom prst="rect">
                <a:avLst/>
              </a:prstGeom>
            </p:spPr>
          </p:pic>
          <p:sp>
            <p:nvSpPr>
              <p:cNvPr id="44" name="object 42">
                <a:extLst>
                  <a:ext uri="{FF2B5EF4-FFF2-40B4-BE49-F238E27FC236}">
                    <a16:creationId xmlns:a16="http://schemas.microsoft.com/office/drawing/2014/main" id="{314FFAE4-5024-F0BC-3E7F-70EBA576D4B8}"/>
                  </a:ext>
                </a:extLst>
              </p:cNvPr>
              <p:cNvSpPr/>
              <p:nvPr/>
            </p:nvSpPr>
            <p:spPr>
              <a:xfrm>
                <a:off x="6267703" y="4306188"/>
                <a:ext cx="533400" cy="8509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85089">
                    <a:moveTo>
                      <a:pt x="0" y="42291"/>
                    </a:moveTo>
                    <a:lnTo>
                      <a:pt x="36401" y="20940"/>
                    </a:lnTo>
                    <a:lnTo>
                      <a:pt x="78089" y="12382"/>
                    </a:lnTo>
                    <a:lnTo>
                      <a:pt x="132042" y="5771"/>
                    </a:lnTo>
                    <a:lnTo>
                      <a:pt x="195718" y="1509"/>
                    </a:lnTo>
                    <a:lnTo>
                      <a:pt x="266573" y="0"/>
                    </a:lnTo>
                    <a:lnTo>
                      <a:pt x="337427" y="1509"/>
                    </a:lnTo>
                    <a:lnTo>
                      <a:pt x="401103" y="5771"/>
                    </a:lnTo>
                    <a:lnTo>
                      <a:pt x="455056" y="12382"/>
                    </a:lnTo>
                    <a:lnTo>
                      <a:pt x="496744" y="20940"/>
                    </a:lnTo>
                    <a:lnTo>
                      <a:pt x="533146" y="42291"/>
                    </a:lnTo>
                    <a:lnTo>
                      <a:pt x="523621" y="53537"/>
                    </a:lnTo>
                    <a:lnTo>
                      <a:pt x="455056" y="72199"/>
                    </a:lnTo>
                    <a:lnTo>
                      <a:pt x="401103" y="78810"/>
                    </a:lnTo>
                    <a:lnTo>
                      <a:pt x="337427" y="83072"/>
                    </a:lnTo>
                    <a:lnTo>
                      <a:pt x="266573" y="84581"/>
                    </a:lnTo>
                    <a:lnTo>
                      <a:pt x="195718" y="83072"/>
                    </a:lnTo>
                    <a:lnTo>
                      <a:pt x="132042" y="78810"/>
                    </a:lnTo>
                    <a:lnTo>
                      <a:pt x="78089" y="72199"/>
                    </a:lnTo>
                    <a:lnTo>
                      <a:pt x="36401" y="63641"/>
                    </a:lnTo>
                    <a:lnTo>
                      <a:pt x="0" y="42291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5" name="object 43">
                <a:extLst>
                  <a:ext uri="{FF2B5EF4-FFF2-40B4-BE49-F238E27FC236}">
                    <a16:creationId xmlns:a16="http://schemas.microsoft.com/office/drawing/2014/main" id="{4B9FDC08-CEBF-B10C-65E5-B5BF899D6288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266688" y="4240275"/>
                <a:ext cx="537032" cy="108585"/>
              </a:xfrm>
              <a:prstGeom prst="rect">
                <a:avLst/>
              </a:prstGeom>
            </p:spPr>
          </p:pic>
          <p:sp>
            <p:nvSpPr>
              <p:cNvPr id="46" name="object 44">
                <a:extLst>
                  <a:ext uri="{FF2B5EF4-FFF2-40B4-BE49-F238E27FC236}">
                    <a16:creationId xmlns:a16="http://schemas.microsoft.com/office/drawing/2014/main" id="{AE54D255-B596-2277-1851-3AA239A56C4B}"/>
                  </a:ext>
                </a:extLst>
              </p:cNvPr>
              <p:cNvSpPr/>
              <p:nvPr/>
            </p:nvSpPr>
            <p:spPr>
              <a:xfrm>
                <a:off x="6266688" y="4240275"/>
                <a:ext cx="53340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99060">
                    <a:moveTo>
                      <a:pt x="0" y="49275"/>
                    </a:moveTo>
                    <a:lnTo>
                      <a:pt x="36401" y="24365"/>
                    </a:lnTo>
                    <a:lnTo>
                      <a:pt x="78089" y="14398"/>
                    </a:lnTo>
                    <a:lnTo>
                      <a:pt x="132042" y="6707"/>
                    </a:lnTo>
                    <a:lnTo>
                      <a:pt x="195718" y="1753"/>
                    </a:lnTo>
                    <a:lnTo>
                      <a:pt x="266572" y="0"/>
                    </a:lnTo>
                    <a:lnTo>
                      <a:pt x="337471" y="1753"/>
                    </a:lnTo>
                    <a:lnTo>
                      <a:pt x="401160" y="6707"/>
                    </a:lnTo>
                    <a:lnTo>
                      <a:pt x="455104" y="14398"/>
                    </a:lnTo>
                    <a:lnTo>
                      <a:pt x="496772" y="24365"/>
                    </a:lnTo>
                    <a:lnTo>
                      <a:pt x="533145" y="49275"/>
                    </a:lnTo>
                    <a:lnTo>
                      <a:pt x="523630" y="62362"/>
                    </a:lnTo>
                    <a:lnTo>
                      <a:pt x="455104" y="84105"/>
                    </a:lnTo>
                    <a:lnTo>
                      <a:pt x="401160" y="91816"/>
                    </a:lnTo>
                    <a:lnTo>
                      <a:pt x="337471" y="96789"/>
                    </a:lnTo>
                    <a:lnTo>
                      <a:pt x="266572" y="98551"/>
                    </a:lnTo>
                    <a:lnTo>
                      <a:pt x="195718" y="96789"/>
                    </a:lnTo>
                    <a:lnTo>
                      <a:pt x="132042" y="91816"/>
                    </a:lnTo>
                    <a:lnTo>
                      <a:pt x="78089" y="84105"/>
                    </a:lnTo>
                    <a:lnTo>
                      <a:pt x="36401" y="74130"/>
                    </a:lnTo>
                    <a:lnTo>
                      <a:pt x="0" y="49275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45">
                <a:extLst>
                  <a:ext uri="{FF2B5EF4-FFF2-40B4-BE49-F238E27FC236}">
                    <a16:creationId xmlns:a16="http://schemas.microsoft.com/office/drawing/2014/main" id="{32149C6D-BEEB-4B75-8FF2-B4961C50D990}"/>
                  </a:ext>
                </a:extLst>
              </p:cNvPr>
              <p:cNvSpPr/>
              <p:nvPr/>
            </p:nvSpPr>
            <p:spPr>
              <a:xfrm>
                <a:off x="6375146" y="4265041"/>
                <a:ext cx="30035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300354" h="46989">
                    <a:moveTo>
                      <a:pt x="0" y="46608"/>
                    </a:moveTo>
                    <a:lnTo>
                      <a:pt x="92837" y="46608"/>
                    </a:lnTo>
                    <a:lnTo>
                      <a:pt x="185800" y="0"/>
                    </a:lnTo>
                    <a:lnTo>
                      <a:pt x="299847" y="0"/>
                    </a:lnTo>
                  </a:path>
                  <a:path w="300354" h="46989">
                    <a:moveTo>
                      <a:pt x="13462" y="0"/>
                    </a:moveTo>
                    <a:lnTo>
                      <a:pt x="106425" y="0"/>
                    </a:lnTo>
                    <a:lnTo>
                      <a:pt x="199262" y="46608"/>
                    </a:lnTo>
                    <a:lnTo>
                      <a:pt x="286384" y="46608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46">
                <a:extLst>
                  <a:ext uri="{FF2B5EF4-FFF2-40B4-BE49-F238E27FC236}">
                    <a16:creationId xmlns:a16="http://schemas.microsoft.com/office/drawing/2014/main" id="{1B16303E-8B64-B5FF-20EE-75BD1AFE82AB}"/>
                  </a:ext>
                </a:extLst>
              </p:cNvPr>
              <p:cNvSpPr/>
              <p:nvPr/>
            </p:nvSpPr>
            <p:spPr>
              <a:xfrm>
                <a:off x="6268720" y="4287519"/>
                <a:ext cx="532130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532129" h="67310">
                    <a:moveTo>
                      <a:pt x="0" y="0"/>
                    </a:moveTo>
                    <a:lnTo>
                      <a:pt x="0" y="65277"/>
                    </a:lnTo>
                  </a:path>
                  <a:path w="532129" h="67310">
                    <a:moveTo>
                      <a:pt x="532129" y="1650"/>
                    </a:moveTo>
                    <a:lnTo>
                      <a:pt x="532129" y="66801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9" name="object 47">
                <a:extLst>
                  <a:ext uri="{FF2B5EF4-FFF2-40B4-BE49-F238E27FC236}">
                    <a16:creationId xmlns:a16="http://schemas.microsoft.com/office/drawing/2014/main" id="{96E78930-790D-0916-2FAB-E374BBA233AE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478907" y="4367275"/>
                <a:ext cx="533145" cy="84581"/>
              </a:xfrm>
              <a:prstGeom prst="rect">
                <a:avLst/>
              </a:prstGeom>
            </p:spPr>
          </p:pic>
          <p:sp>
            <p:nvSpPr>
              <p:cNvPr id="50" name="object 48">
                <a:extLst>
                  <a:ext uri="{FF2B5EF4-FFF2-40B4-BE49-F238E27FC236}">
                    <a16:creationId xmlns:a16="http://schemas.microsoft.com/office/drawing/2014/main" id="{0A83217B-6631-B548-DC30-342E1712A6FE}"/>
                  </a:ext>
                </a:extLst>
              </p:cNvPr>
              <p:cNvSpPr/>
              <p:nvPr/>
            </p:nvSpPr>
            <p:spPr>
              <a:xfrm>
                <a:off x="5478907" y="4367275"/>
                <a:ext cx="533400" cy="8509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85089">
                    <a:moveTo>
                      <a:pt x="0" y="42291"/>
                    </a:moveTo>
                    <a:lnTo>
                      <a:pt x="36401" y="20940"/>
                    </a:lnTo>
                    <a:lnTo>
                      <a:pt x="78089" y="12382"/>
                    </a:lnTo>
                    <a:lnTo>
                      <a:pt x="132042" y="5771"/>
                    </a:lnTo>
                    <a:lnTo>
                      <a:pt x="195718" y="1509"/>
                    </a:lnTo>
                    <a:lnTo>
                      <a:pt x="266572" y="0"/>
                    </a:lnTo>
                    <a:lnTo>
                      <a:pt x="337427" y="1509"/>
                    </a:lnTo>
                    <a:lnTo>
                      <a:pt x="401103" y="5771"/>
                    </a:lnTo>
                    <a:lnTo>
                      <a:pt x="455056" y="12382"/>
                    </a:lnTo>
                    <a:lnTo>
                      <a:pt x="496744" y="20940"/>
                    </a:lnTo>
                    <a:lnTo>
                      <a:pt x="533145" y="42291"/>
                    </a:lnTo>
                    <a:lnTo>
                      <a:pt x="523621" y="53537"/>
                    </a:lnTo>
                    <a:lnTo>
                      <a:pt x="455056" y="72199"/>
                    </a:lnTo>
                    <a:lnTo>
                      <a:pt x="401103" y="78810"/>
                    </a:lnTo>
                    <a:lnTo>
                      <a:pt x="337427" y="83072"/>
                    </a:lnTo>
                    <a:lnTo>
                      <a:pt x="266572" y="84581"/>
                    </a:lnTo>
                    <a:lnTo>
                      <a:pt x="195718" y="83072"/>
                    </a:lnTo>
                    <a:lnTo>
                      <a:pt x="132042" y="78810"/>
                    </a:lnTo>
                    <a:lnTo>
                      <a:pt x="78089" y="72199"/>
                    </a:lnTo>
                    <a:lnTo>
                      <a:pt x="36401" y="63641"/>
                    </a:lnTo>
                    <a:lnTo>
                      <a:pt x="0" y="42291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1" name="object 49">
                <a:extLst>
                  <a:ext uri="{FF2B5EF4-FFF2-40B4-BE49-F238E27FC236}">
                    <a16:creationId xmlns:a16="http://schemas.microsoft.com/office/drawing/2014/main" id="{313F77CB-679F-1153-AE19-9585ED44597E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477890" y="4301363"/>
                <a:ext cx="537032" cy="108585"/>
              </a:xfrm>
              <a:prstGeom prst="rect">
                <a:avLst/>
              </a:prstGeom>
            </p:spPr>
          </p:pic>
          <p:sp>
            <p:nvSpPr>
              <p:cNvPr id="52" name="object 50">
                <a:extLst>
                  <a:ext uri="{FF2B5EF4-FFF2-40B4-BE49-F238E27FC236}">
                    <a16:creationId xmlns:a16="http://schemas.microsoft.com/office/drawing/2014/main" id="{24E956BD-8624-79D1-EE90-C1F876D3A81E}"/>
                  </a:ext>
                </a:extLst>
              </p:cNvPr>
              <p:cNvSpPr/>
              <p:nvPr/>
            </p:nvSpPr>
            <p:spPr>
              <a:xfrm>
                <a:off x="5477890" y="4301363"/>
                <a:ext cx="53340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99060">
                    <a:moveTo>
                      <a:pt x="0" y="49275"/>
                    </a:moveTo>
                    <a:lnTo>
                      <a:pt x="36401" y="24365"/>
                    </a:lnTo>
                    <a:lnTo>
                      <a:pt x="78089" y="14398"/>
                    </a:lnTo>
                    <a:lnTo>
                      <a:pt x="132042" y="6707"/>
                    </a:lnTo>
                    <a:lnTo>
                      <a:pt x="195718" y="1753"/>
                    </a:lnTo>
                    <a:lnTo>
                      <a:pt x="266573" y="0"/>
                    </a:lnTo>
                    <a:lnTo>
                      <a:pt x="337427" y="1753"/>
                    </a:lnTo>
                    <a:lnTo>
                      <a:pt x="401103" y="6707"/>
                    </a:lnTo>
                    <a:lnTo>
                      <a:pt x="455056" y="14398"/>
                    </a:lnTo>
                    <a:lnTo>
                      <a:pt x="496744" y="24365"/>
                    </a:lnTo>
                    <a:lnTo>
                      <a:pt x="533146" y="49275"/>
                    </a:lnTo>
                    <a:lnTo>
                      <a:pt x="523621" y="62362"/>
                    </a:lnTo>
                    <a:lnTo>
                      <a:pt x="455056" y="84105"/>
                    </a:lnTo>
                    <a:lnTo>
                      <a:pt x="401103" y="91816"/>
                    </a:lnTo>
                    <a:lnTo>
                      <a:pt x="337427" y="96789"/>
                    </a:lnTo>
                    <a:lnTo>
                      <a:pt x="266573" y="98551"/>
                    </a:lnTo>
                    <a:lnTo>
                      <a:pt x="195718" y="96789"/>
                    </a:lnTo>
                    <a:lnTo>
                      <a:pt x="132042" y="91816"/>
                    </a:lnTo>
                    <a:lnTo>
                      <a:pt x="78089" y="84105"/>
                    </a:lnTo>
                    <a:lnTo>
                      <a:pt x="36401" y="74130"/>
                    </a:lnTo>
                    <a:lnTo>
                      <a:pt x="0" y="49275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51">
                <a:extLst>
                  <a:ext uri="{FF2B5EF4-FFF2-40B4-BE49-F238E27FC236}">
                    <a16:creationId xmlns:a16="http://schemas.microsoft.com/office/drawing/2014/main" id="{F6BB4FF6-C263-761C-7443-FC21AEB79EA1}"/>
                  </a:ext>
                </a:extLst>
              </p:cNvPr>
              <p:cNvSpPr/>
              <p:nvPr/>
            </p:nvSpPr>
            <p:spPr>
              <a:xfrm>
                <a:off x="5586348" y="4326127"/>
                <a:ext cx="30035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300354" h="46989">
                    <a:moveTo>
                      <a:pt x="0" y="46609"/>
                    </a:moveTo>
                    <a:lnTo>
                      <a:pt x="92837" y="46609"/>
                    </a:lnTo>
                    <a:lnTo>
                      <a:pt x="185674" y="0"/>
                    </a:lnTo>
                    <a:lnTo>
                      <a:pt x="299847" y="0"/>
                    </a:lnTo>
                  </a:path>
                  <a:path w="300354" h="46989">
                    <a:moveTo>
                      <a:pt x="13462" y="0"/>
                    </a:moveTo>
                    <a:lnTo>
                      <a:pt x="106425" y="0"/>
                    </a:lnTo>
                    <a:lnTo>
                      <a:pt x="199262" y="46609"/>
                    </a:lnTo>
                    <a:lnTo>
                      <a:pt x="286385" y="46609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52">
                <a:extLst>
                  <a:ext uri="{FF2B5EF4-FFF2-40B4-BE49-F238E27FC236}">
                    <a16:creationId xmlns:a16="http://schemas.microsoft.com/office/drawing/2014/main" id="{4B1E222E-04A4-E38F-7126-150D1FC63766}"/>
                  </a:ext>
                </a:extLst>
              </p:cNvPr>
              <p:cNvSpPr/>
              <p:nvPr/>
            </p:nvSpPr>
            <p:spPr>
              <a:xfrm>
                <a:off x="5479922" y="4344797"/>
                <a:ext cx="532130" cy="68580"/>
              </a:xfrm>
              <a:custGeom>
                <a:avLst/>
                <a:gdLst/>
                <a:ahLst/>
                <a:cxnLst/>
                <a:rect l="l" t="t" r="r" b="b"/>
                <a:pathLst>
                  <a:path w="532129" h="68579">
                    <a:moveTo>
                      <a:pt x="0" y="0"/>
                    </a:moveTo>
                    <a:lnTo>
                      <a:pt x="0" y="68325"/>
                    </a:lnTo>
                  </a:path>
                  <a:path w="532129" h="68579">
                    <a:moveTo>
                      <a:pt x="532129" y="1523"/>
                    </a:moveTo>
                    <a:lnTo>
                      <a:pt x="532129" y="68325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5" name="object 53">
                <a:extLst>
                  <a:ext uri="{FF2B5EF4-FFF2-40B4-BE49-F238E27FC236}">
                    <a16:creationId xmlns:a16="http://schemas.microsoft.com/office/drawing/2014/main" id="{4F2BE8FB-A0D4-D2BA-185B-EF2C7963A064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769483" y="4124833"/>
                <a:ext cx="533145" cy="84709"/>
              </a:xfrm>
              <a:prstGeom prst="rect">
                <a:avLst/>
              </a:prstGeom>
            </p:spPr>
          </p:pic>
          <p:sp>
            <p:nvSpPr>
              <p:cNvPr id="56" name="object 54">
                <a:extLst>
                  <a:ext uri="{FF2B5EF4-FFF2-40B4-BE49-F238E27FC236}">
                    <a16:creationId xmlns:a16="http://schemas.microsoft.com/office/drawing/2014/main" id="{5BFB49A8-A876-3F08-FC73-E80C15A98B47}"/>
                  </a:ext>
                </a:extLst>
              </p:cNvPr>
              <p:cNvSpPr/>
              <p:nvPr/>
            </p:nvSpPr>
            <p:spPr>
              <a:xfrm>
                <a:off x="5769483" y="4124833"/>
                <a:ext cx="533400" cy="8509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85089">
                    <a:moveTo>
                      <a:pt x="0" y="42418"/>
                    </a:moveTo>
                    <a:lnTo>
                      <a:pt x="36401" y="21034"/>
                    </a:lnTo>
                    <a:lnTo>
                      <a:pt x="78089" y="12446"/>
                    </a:lnTo>
                    <a:lnTo>
                      <a:pt x="132042" y="5804"/>
                    </a:lnTo>
                    <a:lnTo>
                      <a:pt x="195718" y="1519"/>
                    </a:lnTo>
                    <a:lnTo>
                      <a:pt x="266572" y="0"/>
                    </a:lnTo>
                    <a:lnTo>
                      <a:pt x="337427" y="1519"/>
                    </a:lnTo>
                    <a:lnTo>
                      <a:pt x="401103" y="5804"/>
                    </a:lnTo>
                    <a:lnTo>
                      <a:pt x="455056" y="12446"/>
                    </a:lnTo>
                    <a:lnTo>
                      <a:pt x="496744" y="21034"/>
                    </a:lnTo>
                    <a:lnTo>
                      <a:pt x="533145" y="42418"/>
                    </a:lnTo>
                    <a:lnTo>
                      <a:pt x="523621" y="53620"/>
                    </a:lnTo>
                    <a:lnTo>
                      <a:pt x="455056" y="72278"/>
                    </a:lnTo>
                    <a:lnTo>
                      <a:pt x="401103" y="78909"/>
                    </a:lnTo>
                    <a:lnTo>
                      <a:pt x="337427" y="83190"/>
                    </a:lnTo>
                    <a:lnTo>
                      <a:pt x="266572" y="84709"/>
                    </a:lnTo>
                    <a:lnTo>
                      <a:pt x="195718" y="83190"/>
                    </a:lnTo>
                    <a:lnTo>
                      <a:pt x="132042" y="78909"/>
                    </a:lnTo>
                    <a:lnTo>
                      <a:pt x="78089" y="72278"/>
                    </a:lnTo>
                    <a:lnTo>
                      <a:pt x="36401" y="63711"/>
                    </a:lnTo>
                    <a:lnTo>
                      <a:pt x="0" y="42418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7" name="object 55">
                <a:extLst>
                  <a:ext uri="{FF2B5EF4-FFF2-40B4-BE49-F238E27FC236}">
                    <a16:creationId xmlns:a16="http://schemas.microsoft.com/office/drawing/2014/main" id="{8FFB57A8-19DD-2A04-9CD0-64434096486B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768466" y="4058919"/>
                <a:ext cx="537032" cy="108712"/>
              </a:xfrm>
              <a:prstGeom prst="rect">
                <a:avLst/>
              </a:prstGeom>
            </p:spPr>
          </p:pic>
          <p:sp>
            <p:nvSpPr>
              <p:cNvPr id="58" name="object 56">
                <a:extLst>
                  <a:ext uri="{FF2B5EF4-FFF2-40B4-BE49-F238E27FC236}">
                    <a16:creationId xmlns:a16="http://schemas.microsoft.com/office/drawing/2014/main" id="{96725C00-CE6B-DAC2-737A-14DC8ACE5EE8}"/>
                  </a:ext>
                </a:extLst>
              </p:cNvPr>
              <p:cNvSpPr/>
              <p:nvPr/>
            </p:nvSpPr>
            <p:spPr>
              <a:xfrm>
                <a:off x="5768466" y="4058919"/>
                <a:ext cx="53340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99060">
                    <a:moveTo>
                      <a:pt x="0" y="49275"/>
                    </a:moveTo>
                    <a:lnTo>
                      <a:pt x="36401" y="24421"/>
                    </a:lnTo>
                    <a:lnTo>
                      <a:pt x="78089" y="14446"/>
                    </a:lnTo>
                    <a:lnTo>
                      <a:pt x="132042" y="6735"/>
                    </a:lnTo>
                    <a:lnTo>
                      <a:pt x="195718" y="1762"/>
                    </a:lnTo>
                    <a:lnTo>
                      <a:pt x="266573" y="0"/>
                    </a:lnTo>
                    <a:lnTo>
                      <a:pt x="337471" y="1762"/>
                    </a:lnTo>
                    <a:lnTo>
                      <a:pt x="401160" y="6735"/>
                    </a:lnTo>
                    <a:lnTo>
                      <a:pt x="455104" y="14446"/>
                    </a:lnTo>
                    <a:lnTo>
                      <a:pt x="496772" y="24421"/>
                    </a:lnTo>
                    <a:lnTo>
                      <a:pt x="533146" y="49275"/>
                    </a:lnTo>
                    <a:lnTo>
                      <a:pt x="523630" y="62362"/>
                    </a:lnTo>
                    <a:lnTo>
                      <a:pt x="455104" y="84105"/>
                    </a:lnTo>
                    <a:lnTo>
                      <a:pt x="401160" y="91816"/>
                    </a:lnTo>
                    <a:lnTo>
                      <a:pt x="337471" y="96789"/>
                    </a:lnTo>
                    <a:lnTo>
                      <a:pt x="266573" y="98551"/>
                    </a:lnTo>
                    <a:lnTo>
                      <a:pt x="195718" y="96789"/>
                    </a:lnTo>
                    <a:lnTo>
                      <a:pt x="132042" y="91816"/>
                    </a:lnTo>
                    <a:lnTo>
                      <a:pt x="78089" y="84105"/>
                    </a:lnTo>
                    <a:lnTo>
                      <a:pt x="36401" y="74130"/>
                    </a:lnTo>
                    <a:lnTo>
                      <a:pt x="0" y="49275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57">
                <a:extLst>
                  <a:ext uri="{FF2B5EF4-FFF2-40B4-BE49-F238E27FC236}">
                    <a16:creationId xmlns:a16="http://schemas.microsoft.com/office/drawing/2014/main" id="{3BCF24CE-CC6B-EF3A-30BC-F22BAC515C4C}"/>
                  </a:ext>
                </a:extLst>
              </p:cNvPr>
              <p:cNvSpPr/>
              <p:nvPr/>
            </p:nvSpPr>
            <p:spPr>
              <a:xfrm>
                <a:off x="5876925" y="4083685"/>
                <a:ext cx="30035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300354" h="46989">
                    <a:moveTo>
                      <a:pt x="0" y="46608"/>
                    </a:moveTo>
                    <a:lnTo>
                      <a:pt x="92837" y="46608"/>
                    </a:lnTo>
                    <a:lnTo>
                      <a:pt x="185800" y="0"/>
                    </a:lnTo>
                    <a:lnTo>
                      <a:pt x="299847" y="0"/>
                    </a:lnTo>
                  </a:path>
                  <a:path w="300354" h="46989">
                    <a:moveTo>
                      <a:pt x="13462" y="0"/>
                    </a:moveTo>
                    <a:lnTo>
                      <a:pt x="106425" y="0"/>
                    </a:lnTo>
                    <a:lnTo>
                      <a:pt x="199262" y="46608"/>
                    </a:lnTo>
                    <a:lnTo>
                      <a:pt x="286385" y="46608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58">
                <a:extLst>
                  <a:ext uri="{FF2B5EF4-FFF2-40B4-BE49-F238E27FC236}">
                    <a16:creationId xmlns:a16="http://schemas.microsoft.com/office/drawing/2014/main" id="{24AB63CD-07A3-FE4F-1829-D08D4B2E5303}"/>
                  </a:ext>
                </a:extLst>
              </p:cNvPr>
              <p:cNvSpPr/>
              <p:nvPr/>
            </p:nvSpPr>
            <p:spPr>
              <a:xfrm>
                <a:off x="5770498" y="4107052"/>
                <a:ext cx="53213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532129" h="66675">
                    <a:moveTo>
                      <a:pt x="0" y="0"/>
                    </a:moveTo>
                    <a:lnTo>
                      <a:pt x="0" y="65151"/>
                    </a:lnTo>
                  </a:path>
                  <a:path w="532129" h="66675">
                    <a:moveTo>
                      <a:pt x="532129" y="1524"/>
                    </a:moveTo>
                    <a:lnTo>
                      <a:pt x="532129" y="66675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1" name="object 59">
                <a:extLst>
                  <a:ext uri="{FF2B5EF4-FFF2-40B4-BE49-F238E27FC236}">
                    <a16:creationId xmlns:a16="http://schemas.microsoft.com/office/drawing/2014/main" id="{27CD5DA4-872A-710B-393C-82C650EC2EEA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6721347" y="4012311"/>
                <a:ext cx="533146" cy="84581"/>
              </a:xfrm>
              <a:prstGeom prst="rect">
                <a:avLst/>
              </a:prstGeom>
            </p:spPr>
          </p:pic>
          <p:sp>
            <p:nvSpPr>
              <p:cNvPr id="62" name="object 60">
                <a:extLst>
                  <a:ext uri="{FF2B5EF4-FFF2-40B4-BE49-F238E27FC236}">
                    <a16:creationId xmlns:a16="http://schemas.microsoft.com/office/drawing/2014/main" id="{74F950F6-AF5B-4320-515C-4D674A54535B}"/>
                  </a:ext>
                </a:extLst>
              </p:cNvPr>
              <p:cNvSpPr/>
              <p:nvPr/>
            </p:nvSpPr>
            <p:spPr>
              <a:xfrm>
                <a:off x="6721347" y="4012311"/>
                <a:ext cx="533400" cy="8509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85089">
                    <a:moveTo>
                      <a:pt x="0" y="42290"/>
                    </a:moveTo>
                    <a:lnTo>
                      <a:pt x="36401" y="20940"/>
                    </a:lnTo>
                    <a:lnTo>
                      <a:pt x="78089" y="12382"/>
                    </a:lnTo>
                    <a:lnTo>
                      <a:pt x="132042" y="5771"/>
                    </a:lnTo>
                    <a:lnTo>
                      <a:pt x="195718" y="1509"/>
                    </a:lnTo>
                    <a:lnTo>
                      <a:pt x="266573" y="0"/>
                    </a:lnTo>
                    <a:lnTo>
                      <a:pt x="337427" y="1509"/>
                    </a:lnTo>
                    <a:lnTo>
                      <a:pt x="401103" y="5771"/>
                    </a:lnTo>
                    <a:lnTo>
                      <a:pt x="455056" y="12382"/>
                    </a:lnTo>
                    <a:lnTo>
                      <a:pt x="496744" y="20940"/>
                    </a:lnTo>
                    <a:lnTo>
                      <a:pt x="533146" y="42290"/>
                    </a:lnTo>
                    <a:lnTo>
                      <a:pt x="523621" y="53537"/>
                    </a:lnTo>
                    <a:lnTo>
                      <a:pt x="455056" y="72199"/>
                    </a:lnTo>
                    <a:lnTo>
                      <a:pt x="401103" y="78810"/>
                    </a:lnTo>
                    <a:lnTo>
                      <a:pt x="337427" y="83072"/>
                    </a:lnTo>
                    <a:lnTo>
                      <a:pt x="266573" y="84581"/>
                    </a:lnTo>
                    <a:lnTo>
                      <a:pt x="195718" y="83072"/>
                    </a:lnTo>
                    <a:lnTo>
                      <a:pt x="132042" y="78810"/>
                    </a:lnTo>
                    <a:lnTo>
                      <a:pt x="78089" y="72199"/>
                    </a:lnTo>
                    <a:lnTo>
                      <a:pt x="36401" y="63641"/>
                    </a:lnTo>
                    <a:lnTo>
                      <a:pt x="0" y="42290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3" name="object 61">
                <a:extLst>
                  <a:ext uri="{FF2B5EF4-FFF2-40B4-BE49-F238E27FC236}">
                    <a16:creationId xmlns:a16="http://schemas.microsoft.com/office/drawing/2014/main" id="{7C23565B-73E6-BB7C-AD38-BE0078442CF0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6720459" y="3946397"/>
                <a:ext cx="536905" cy="108584"/>
              </a:xfrm>
              <a:prstGeom prst="rect">
                <a:avLst/>
              </a:prstGeom>
            </p:spPr>
          </p:pic>
          <p:sp>
            <p:nvSpPr>
              <p:cNvPr id="64" name="object 62">
                <a:extLst>
                  <a:ext uri="{FF2B5EF4-FFF2-40B4-BE49-F238E27FC236}">
                    <a16:creationId xmlns:a16="http://schemas.microsoft.com/office/drawing/2014/main" id="{1B7D924E-7C36-E09E-768C-80FDB8292D06}"/>
                  </a:ext>
                </a:extLst>
              </p:cNvPr>
              <p:cNvSpPr/>
              <p:nvPr/>
            </p:nvSpPr>
            <p:spPr>
              <a:xfrm>
                <a:off x="6720459" y="3946397"/>
                <a:ext cx="53340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99060">
                    <a:moveTo>
                      <a:pt x="0" y="49275"/>
                    </a:moveTo>
                    <a:lnTo>
                      <a:pt x="36369" y="24365"/>
                    </a:lnTo>
                    <a:lnTo>
                      <a:pt x="78025" y="14398"/>
                    </a:lnTo>
                    <a:lnTo>
                      <a:pt x="131948" y="6707"/>
                    </a:lnTo>
                    <a:lnTo>
                      <a:pt x="195600" y="1753"/>
                    </a:lnTo>
                    <a:lnTo>
                      <a:pt x="266446" y="0"/>
                    </a:lnTo>
                    <a:lnTo>
                      <a:pt x="337344" y="1753"/>
                    </a:lnTo>
                    <a:lnTo>
                      <a:pt x="401033" y="6707"/>
                    </a:lnTo>
                    <a:lnTo>
                      <a:pt x="454977" y="14398"/>
                    </a:lnTo>
                    <a:lnTo>
                      <a:pt x="496645" y="24365"/>
                    </a:lnTo>
                    <a:lnTo>
                      <a:pt x="533019" y="49275"/>
                    </a:lnTo>
                    <a:lnTo>
                      <a:pt x="523503" y="62362"/>
                    </a:lnTo>
                    <a:lnTo>
                      <a:pt x="454977" y="84105"/>
                    </a:lnTo>
                    <a:lnTo>
                      <a:pt x="401033" y="91816"/>
                    </a:lnTo>
                    <a:lnTo>
                      <a:pt x="337344" y="96789"/>
                    </a:lnTo>
                    <a:lnTo>
                      <a:pt x="266446" y="98551"/>
                    </a:lnTo>
                    <a:lnTo>
                      <a:pt x="195600" y="96789"/>
                    </a:lnTo>
                    <a:lnTo>
                      <a:pt x="131948" y="91816"/>
                    </a:lnTo>
                    <a:lnTo>
                      <a:pt x="78025" y="84105"/>
                    </a:lnTo>
                    <a:lnTo>
                      <a:pt x="36369" y="74130"/>
                    </a:lnTo>
                    <a:lnTo>
                      <a:pt x="0" y="49275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63">
                <a:extLst>
                  <a:ext uri="{FF2B5EF4-FFF2-40B4-BE49-F238E27FC236}">
                    <a16:creationId xmlns:a16="http://schemas.microsoft.com/office/drawing/2014/main" id="{BB7B5340-32F6-1104-ED35-638C7681A575}"/>
                  </a:ext>
                </a:extLst>
              </p:cNvPr>
              <p:cNvSpPr/>
              <p:nvPr/>
            </p:nvSpPr>
            <p:spPr>
              <a:xfrm>
                <a:off x="6828790" y="3971163"/>
                <a:ext cx="30035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300354" h="46989">
                    <a:moveTo>
                      <a:pt x="0" y="46609"/>
                    </a:moveTo>
                    <a:lnTo>
                      <a:pt x="92836" y="46609"/>
                    </a:lnTo>
                    <a:lnTo>
                      <a:pt x="185800" y="0"/>
                    </a:lnTo>
                    <a:lnTo>
                      <a:pt x="299974" y="0"/>
                    </a:lnTo>
                  </a:path>
                  <a:path w="300354" h="46989">
                    <a:moveTo>
                      <a:pt x="13461" y="0"/>
                    </a:moveTo>
                    <a:lnTo>
                      <a:pt x="106425" y="0"/>
                    </a:lnTo>
                    <a:lnTo>
                      <a:pt x="199262" y="46609"/>
                    </a:lnTo>
                    <a:lnTo>
                      <a:pt x="286384" y="46609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64">
                <a:extLst>
                  <a:ext uri="{FF2B5EF4-FFF2-40B4-BE49-F238E27FC236}">
                    <a16:creationId xmlns:a16="http://schemas.microsoft.com/office/drawing/2014/main" id="{62925C31-1C28-D73B-4C4B-8D594F1E3766}"/>
                  </a:ext>
                </a:extLst>
              </p:cNvPr>
              <p:cNvSpPr/>
              <p:nvPr/>
            </p:nvSpPr>
            <p:spPr>
              <a:xfrm>
                <a:off x="6721347" y="3994403"/>
                <a:ext cx="533400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67310">
                    <a:moveTo>
                      <a:pt x="0" y="0"/>
                    </a:moveTo>
                    <a:lnTo>
                      <a:pt x="0" y="65278"/>
                    </a:lnTo>
                  </a:path>
                  <a:path w="533400" h="67310">
                    <a:moveTo>
                      <a:pt x="533146" y="1651"/>
                    </a:moveTo>
                    <a:lnTo>
                      <a:pt x="533146" y="66802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7" name="object 65">
                <a:extLst>
                  <a:ext uri="{FF2B5EF4-FFF2-40B4-BE49-F238E27FC236}">
                    <a16:creationId xmlns:a16="http://schemas.microsoft.com/office/drawing/2014/main" id="{6C2E7102-5D9F-D3C6-BD4C-FBDEE74A630D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950583" y="4495419"/>
                <a:ext cx="533146" cy="84581"/>
              </a:xfrm>
              <a:prstGeom prst="rect">
                <a:avLst/>
              </a:prstGeom>
            </p:spPr>
          </p:pic>
          <p:sp>
            <p:nvSpPr>
              <p:cNvPr id="68" name="object 66">
                <a:extLst>
                  <a:ext uri="{FF2B5EF4-FFF2-40B4-BE49-F238E27FC236}">
                    <a16:creationId xmlns:a16="http://schemas.microsoft.com/office/drawing/2014/main" id="{7A509A6F-61D0-3AE7-239D-856C62AEBD17}"/>
                  </a:ext>
                </a:extLst>
              </p:cNvPr>
              <p:cNvSpPr/>
              <p:nvPr/>
            </p:nvSpPr>
            <p:spPr>
              <a:xfrm>
                <a:off x="6950583" y="4495419"/>
                <a:ext cx="533400" cy="8509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85089">
                    <a:moveTo>
                      <a:pt x="0" y="42290"/>
                    </a:moveTo>
                    <a:lnTo>
                      <a:pt x="36373" y="20940"/>
                    </a:lnTo>
                    <a:lnTo>
                      <a:pt x="78041" y="12382"/>
                    </a:lnTo>
                    <a:lnTo>
                      <a:pt x="131985" y="5771"/>
                    </a:lnTo>
                    <a:lnTo>
                      <a:pt x="195674" y="1509"/>
                    </a:lnTo>
                    <a:lnTo>
                      <a:pt x="266573" y="0"/>
                    </a:lnTo>
                    <a:lnTo>
                      <a:pt x="337427" y="1509"/>
                    </a:lnTo>
                    <a:lnTo>
                      <a:pt x="401103" y="5771"/>
                    </a:lnTo>
                    <a:lnTo>
                      <a:pt x="455056" y="12382"/>
                    </a:lnTo>
                    <a:lnTo>
                      <a:pt x="496744" y="20940"/>
                    </a:lnTo>
                    <a:lnTo>
                      <a:pt x="533146" y="42290"/>
                    </a:lnTo>
                    <a:lnTo>
                      <a:pt x="523621" y="53537"/>
                    </a:lnTo>
                    <a:lnTo>
                      <a:pt x="455056" y="72199"/>
                    </a:lnTo>
                    <a:lnTo>
                      <a:pt x="401103" y="78810"/>
                    </a:lnTo>
                    <a:lnTo>
                      <a:pt x="337427" y="83072"/>
                    </a:lnTo>
                    <a:lnTo>
                      <a:pt x="266573" y="84581"/>
                    </a:lnTo>
                    <a:lnTo>
                      <a:pt x="195674" y="83072"/>
                    </a:lnTo>
                    <a:lnTo>
                      <a:pt x="131985" y="78810"/>
                    </a:lnTo>
                    <a:lnTo>
                      <a:pt x="78041" y="72199"/>
                    </a:lnTo>
                    <a:lnTo>
                      <a:pt x="36373" y="63641"/>
                    </a:lnTo>
                    <a:lnTo>
                      <a:pt x="0" y="42290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9" name="object 67">
                <a:extLst>
                  <a:ext uri="{FF2B5EF4-FFF2-40B4-BE49-F238E27FC236}">
                    <a16:creationId xmlns:a16="http://schemas.microsoft.com/office/drawing/2014/main" id="{53C9A64B-35BA-2C1D-2B09-BEB2F58E2420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6949566" y="4429505"/>
                <a:ext cx="537032" cy="108585"/>
              </a:xfrm>
              <a:prstGeom prst="rect">
                <a:avLst/>
              </a:prstGeom>
            </p:spPr>
          </p:pic>
          <p:sp>
            <p:nvSpPr>
              <p:cNvPr id="70" name="object 68">
                <a:extLst>
                  <a:ext uri="{FF2B5EF4-FFF2-40B4-BE49-F238E27FC236}">
                    <a16:creationId xmlns:a16="http://schemas.microsoft.com/office/drawing/2014/main" id="{991DCFC3-248A-6C7C-F2DF-91DEB31F23EC}"/>
                  </a:ext>
                </a:extLst>
              </p:cNvPr>
              <p:cNvSpPr/>
              <p:nvPr/>
            </p:nvSpPr>
            <p:spPr>
              <a:xfrm>
                <a:off x="6949566" y="4429505"/>
                <a:ext cx="53340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99060">
                    <a:moveTo>
                      <a:pt x="0" y="49276"/>
                    </a:moveTo>
                    <a:lnTo>
                      <a:pt x="36401" y="24365"/>
                    </a:lnTo>
                    <a:lnTo>
                      <a:pt x="78089" y="14398"/>
                    </a:lnTo>
                    <a:lnTo>
                      <a:pt x="132042" y="6707"/>
                    </a:lnTo>
                    <a:lnTo>
                      <a:pt x="195718" y="1753"/>
                    </a:lnTo>
                    <a:lnTo>
                      <a:pt x="266573" y="0"/>
                    </a:lnTo>
                    <a:lnTo>
                      <a:pt x="337427" y="1753"/>
                    </a:lnTo>
                    <a:lnTo>
                      <a:pt x="401103" y="6707"/>
                    </a:lnTo>
                    <a:lnTo>
                      <a:pt x="455056" y="14398"/>
                    </a:lnTo>
                    <a:lnTo>
                      <a:pt x="496744" y="24365"/>
                    </a:lnTo>
                    <a:lnTo>
                      <a:pt x="533146" y="49276"/>
                    </a:lnTo>
                    <a:lnTo>
                      <a:pt x="523621" y="62362"/>
                    </a:lnTo>
                    <a:lnTo>
                      <a:pt x="455056" y="84105"/>
                    </a:lnTo>
                    <a:lnTo>
                      <a:pt x="401103" y="91816"/>
                    </a:lnTo>
                    <a:lnTo>
                      <a:pt x="337427" y="96789"/>
                    </a:lnTo>
                    <a:lnTo>
                      <a:pt x="266573" y="98552"/>
                    </a:lnTo>
                    <a:lnTo>
                      <a:pt x="195718" y="96789"/>
                    </a:lnTo>
                    <a:lnTo>
                      <a:pt x="132042" y="91816"/>
                    </a:lnTo>
                    <a:lnTo>
                      <a:pt x="78089" y="84105"/>
                    </a:lnTo>
                    <a:lnTo>
                      <a:pt x="36401" y="74130"/>
                    </a:lnTo>
                    <a:lnTo>
                      <a:pt x="0" y="49276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69">
                <a:extLst>
                  <a:ext uri="{FF2B5EF4-FFF2-40B4-BE49-F238E27FC236}">
                    <a16:creationId xmlns:a16="http://schemas.microsoft.com/office/drawing/2014/main" id="{02F4E565-377F-55F1-73A0-F5ACE6A2AB1D}"/>
                  </a:ext>
                </a:extLst>
              </p:cNvPr>
              <p:cNvSpPr/>
              <p:nvPr/>
            </p:nvSpPr>
            <p:spPr>
              <a:xfrm>
                <a:off x="7057897" y="4454270"/>
                <a:ext cx="30035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300354" h="46989">
                    <a:moveTo>
                      <a:pt x="0" y="46608"/>
                    </a:moveTo>
                    <a:lnTo>
                      <a:pt x="92963" y="46608"/>
                    </a:lnTo>
                    <a:lnTo>
                      <a:pt x="185800" y="0"/>
                    </a:lnTo>
                    <a:lnTo>
                      <a:pt x="299974" y="0"/>
                    </a:lnTo>
                  </a:path>
                  <a:path w="300354" h="46989">
                    <a:moveTo>
                      <a:pt x="13588" y="0"/>
                    </a:moveTo>
                    <a:lnTo>
                      <a:pt x="106425" y="0"/>
                    </a:lnTo>
                    <a:lnTo>
                      <a:pt x="199390" y="46608"/>
                    </a:lnTo>
                    <a:lnTo>
                      <a:pt x="286384" y="46608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70">
                <a:extLst>
                  <a:ext uri="{FF2B5EF4-FFF2-40B4-BE49-F238E27FC236}">
                    <a16:creationId xmlns:a16="http://schemas.microsoft.com/office/drawing/2014/main" id="{D764AF48-7519-CF80-23C8-5F941794FFB3}"/>
                  </a:ext>
                </a:extLst>
              </p:cNvPr>
              <p:cNvSpPr/>
              <p:nvPr/>
            </p:nvSpPr>
            <p:spPr>
              <a:xfrm>
                <a:off x="6951471" y="4476750"/>
                <a:ext cx="532765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532765" h="67310">
                    <a:moveTo>
                      <a:pt x="0" y="0"/>
                    </a:moveTo>
                    <a:lnTo>
                      <a:pt x="0" y="65277"/>
                    </a:lnTo>
                  </a:path>
                  <a:path w="532765" h="67310">
                    <a:moveTo>
                      <a:pt x="532256" y="1650"/>
                    </a:moveTo>
                    <a:lnTo>
                      <a:pt x="532256" y="66801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3" name="object 71">
                <a:extLst>
                  <a:ext uri="{FF2B5EF4-FFF2-40B4-BE49-F238E27FC236}">
                    <a16:creationId xmlns:a16="http://schemas.microsoft.com/office/drawing/2014/main" id="{AD21CA76-FB84-AAA7-1CB2-0AA4FEEA4912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6041390" y="4650104"/>
                <a:ext cx="533145" cy="84708"/>
              </a:xfrm>
              <a:prstGeom prst="rect">
                <a:avLst/>
              </a:prstGeom>
            </p:spPr>
          </p:pic>
          <p:sp>
            <p:nvSpPr>
              <p:cNvPr id="74" name="object 72">
                <a:extLst>
                  <a:ext uri="{FF2B5EF4-FFF2-40B4-BE49-F238E27FC236}">
                    <a16:creationId xmlns:a16="http://schemas.microsoft.com/office/drawing/2014/main" id="{955CF44F-EC36-469C-4514-ED38EAE0E710}"/>
                  </a:ext>
                </a:extLst>
              </p:cNvPr>
              <p:cNvSpPr/>
              <p:nvPr/>
            </p:nvSpPr>
            <p:spPr>
              <a:xfrm>
                <a:off x="6041390" y="4650104"/>
                <a:ext cx="533400" cy="8509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85089">
                    <a:moveTo>
                      <a:pt x="0" y="42418"/>
                    </a:moveTo>
                    <a:lnTo>
                      <a:pt x="36401" y="21034"/>
                    </a:lnTo>
                    <a:lnTo>
                      <a:pt x="78089" y="12446"/>
                    </a:lnTo>
                    <a:lnTo>
                      <a:pt x="132042" y="5804"/>
                    </a:lnTo>
                    <a:lnTo>
                      <a:pt x="195718" y="1519"/>
                    </a:lnTo>
                    <a:lnTo>
                      <a:pt x="266573" y="0"/>
                    </a:lnTo>
                    <a:lnTo>
                      <a:pt x="337427" y="1519"/>
                    </a:lnTo>
                    <a:lnTo>
                      <a:pt x="401103" y="5804"/>
                    </a:lnTo>
                    <a:lnTo>
                      <a:pt x="455056" y="12446"/>
                    </a:lnTo>
                    <a:lnTo>
                      <a:pt x="496744" y="21034"/>
                    </a:lnTo>
                    <a:lnTo>
                      <a:pt x="533145" y="42418"/>
                    </a:lnTo>
                    <a:lnTo>
                      <a:pt x="523621" y="53664"/>
                    </a:lnTo>
                    <a:lnTo>
                      <a:pt x="455056" y="72326"/>
                    </a:lnTo>
                    <a:lnTo>
                      <a:pt x="401103" y="78937"/>
                    </a:lnTo>
                    <a:lnTo>
                      <a:pt x="337427" y="83199"/>
                    </a:lnTo>
                    <a:lnTo>
                      <a:pt x="266573" y="84709"/>
                    </a:lnTo>
                    <a:lnTo>
                      <a:pt x="195718" y="83199"/>
                    </a:lnTo>
                    <a:lnTo>
                      <a:pt x="132042" y="78937"/>
                    </a:lnTo>
                    <a:lnTo>
                      <a:pt x="78089" y="72326"/>
                    </a:lnTo>
                    <a:lnTo>
                      <a:pt x="36401" y="63768"/>
                    </a:lnTo>
                    <a:lnTo>
                      <a:pt x="0" y="42418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5" name="object 73">
                <a:extLst>
                  <a:ext uri="{FF2B5EF4-FFF2-40B4-BE49-F238E27FC236}">
                    <a16:creationId xmlns:a16="http://schemas.microsoft.com/office/drawing/2014/main" id="{49D66607-AD7C-76D1-2022-CE4EBD48F78B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6040373" y="4584192"/>
                <a:ext cx="537032" cy="108712"/>
              </a:xfrm>
              <a:prstGeom prst="rect">
                <a:avLst/>
              </a:prstGeom>
            </p:spPr>
          </p:pic>
          <p:sp>
            <p:nvSpPr>
              <p:cNvPr id="76" name="object 74">
                <a:extLst>
                  <a:ext uri="{FF2B5EF4-FFF2-40B4-BE49-F238E27FC236}">
                    <a16:creationId xmlns:a16="http://schemas.microsoft.com/office/drawing/2014/main" id="{DAF7E208-BBFB-AC3C-FD36-F3ECF2E82CA6}"/>
                  </a:ext>
                </a:extLst>
              </p:cNvPr>
              <p:cNvSpPr/>
              <p:nvPr/>
            </p:nvSpPr>
            <p:spPr>
              <a:xfrm>
                <a:off x="6040373" y="4584192"/>
                <a:ext cx="53340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99060">
                    <a:moveTo>
                      <a:pt x="0" y="49275"/>
                    </a:moveTo>
                    <a:lnTo>
                      <a:pt x="36401" y="24421"/>
                    </a:lnTo>
                    <a:lnTo>
                      <a:pt x="78089" y="14446"/>
                    </a:lnTo>
                    <a:lnTo>
                      <a:pt x="132042" y="6735"/>
                    </a:lnTo>
                    <a:lnTo>
                      <a:pt x="195718" y="1762"/>
                    </a:lnTo>
                    <a:lnTo>
                      <a:pt x="266573" y="0"/>
                    </a:lnTo>
                    <a:lnTo>
                      <a:pt x="337427" y="1762"/>
                    </a:lnTo>
                    <a:lnTo>
                      <a:pt x="401103" y="6735"/>
                    </a:lnTo>
                    <a:lnTo>
                      <a:pt x="455056" y="14446"/>
                    </a:lnTo>
                    <a:lnTo>
                      <a:pt x="496744" y="24421"/>
                    </a:lnTo>
                    <a:lnTo>
                      <a:pt x="533146" y="49275"/>
                    </a:lnTo>
                    <a:lnTo>
                      <a:pt x="523621" y="62362"/>
                    </a:lnTo>
                    <a:lnTo>
                      <a:pt x="455056" y="84105"/>
                    </a:lnTo>
                    <a:lnTo>
                      <a:pt x="401103" y="91816"/>
                    </a:lnTo>
                    <a:lnTo>
                      <a:pt x="337427" y="96789"/>
                    </a:lnTo>
                    <a:lnTo>
                      <a:pt x="266573" y="98551"/>
                    </a:lnTo>
                    <a:lnTo>
                      <a:pt x="195718" y="96789"/>
                    </a:lnTo>
                    <a:lnTo>
                      <a:pt x="132042" y="91816"/>
                    </a:lnTo>
                    <a:lnTo>
                      <a:pt x="78089" y="84105"/>
                    </a:lnTo>
                    <a:lnTo>
                      <a:pt x="36401" y="74130"/>
                    </a:lnTo>
                    <a:lnTo>
                      <a:pt x="0" y="49275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" name="object 75">
                <a:extLst>
                  <a:ext uri="{FF2B5EF4-FFF2-40B4-BE49-F238E27FC236}">
                    <a16:creationId xmlns:a16="http://schemas.microsoft.com/office/drawing/2014/main" id="{6137884E-130F-ED80-1560-503A48594562}"/>
                  </a:ext>
                </a:extLst>
              </p:cNvPr>
              <p:cNvSpPr/>
              <p:nvPr/>
            </p:nvSpPr>
            <p:spPr>
              <a:xfrm>
                <a:off x="6148832" y="4609083"/>
                <a:ext cx="30035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300354" h="46989">
                    <a:moveTo>
                      <a:pt x="0" y="46482"/>
                    </a:moveTo>
                    <a:lnTo>
                      <a:pt x="92837" y="46482"/>
                    </a:lnTo>
                    <a:lnTo>
                      <a:pt x="185673" y="0"/>
                    </a:lnTo>
                    <a:lnTo>
                      <a:pt x="299846" y="0"/>
                    </a:lnTo>
                  </a:path>
                  <a:path w="300354" h="46989">
                    <a:moveTo>
                      <a:pt x="13462" y="0"/>
                    </a:moveTo>
                    <a:lnTo>
                      <a:pt x="106425" y="0"/>
                    </a:lnTo>
                    <a:lnTo>
                      <a:pt x="199262" y="46482"/>
                    </a:lnTo>
                    <a:lnTo>
                      <a:pt x="286384" y="46482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8" name="object 76">
                <a:extLst>
                  <a:ext uri="{FF2B5EF4-FFF2-40B4-BE49-F238E27FC236}">
                    <a16:creationId xmlns:a16="http://schemas.microsoft.com/office/drawing/2014/main" id="{566E6765-544C-67CE-2999-CFE7BB988B68}"/>
                  </a:ext>
                </a:extLst>
              </p:cNvPr>
              <p:cNvSpPr/>
              <p:nvPr/>
            </p:nvSpPr>
            <p:spPr>
              <a:xfrm>
                <a:off x="6042405" y="4632325"/>
                <a:ext cx="53149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531495" h="66675">
                    <a:moveTo>
                      <a:pt x="0" y="0"/>
                    </a:moveTo>
                    <a:lnTo>
                      <a:pt x="0" y="65150"/>
                    </a:lnTo>
                  </a:path>
                  <a:path w="531495" h="66675">
                    <a:moveTo>
                      <a:pt x="531114" y="1524"/>
                    </a:moveTo>
                    <a:lnTo>
                      <a:pt x="531114" y="66675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9" name="object 77">
                <a:extLst>
                  <a:ext uri="{FF2B5EF4-FFF2-40B4-BE49-F238E27FC236}">
                    <a16:creationId xmlns:a16="http://schemas.microsoft.com/office/drawing/2014/main" id="{0126DE7A-3CDC-D3E3-A8AD-D47D2F62EE80}"/>
                  </a:ext>
                </a:extLst>
              </p:cNvPr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5141721" y="4606289"/>
                <a:ext cx="533018" cy="84582"/>
              </a:xfrm>
              <a:prstGeom prst="rect">
                <a:avLst/>
              </a:prstGeom>
            </p:spPr>
          </p:pic>
          <p:sp>
            <p:nvSpPr>
              <p:cNvPr id="80" name="object 78">
                <a:extLst>
                  <a:ext uri="{FF2B5EF4-FFF2-40B4-BE49-F238E27FC236}">
                    <a16:creationId xmlns:a16="http://schemas.microsoft.com/office/drawing/2014/main" id="{50C97010-A6A0-7092-5439-CA5486F87C1C}"/>
                  </a:ext>
                </a:extLst>
              </p:cNvPr>
              <p:cNvSpPr/>
              <p:nvPr/>
            </p:nvSpPr>
            <p:spPr>
              <a:xfrm>
                <a:off x="5141721" y="4606289"/>
                <a:ext cx="533400" cy="8509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85089">
                    <a:moveTo>
                      <a:pt x="0" y="42291"/>
                    </a:moveTo>
                    <a:lnTo>
                      <a:pt x="36373" y="20940"/>
                    </a:lnTo>
                    <a:lnTo>
                      <a:pt x="78041" y="12382"/>
                    </a:lnTo>
                    <a:lnTo>
                      <a:pt x="131985" y="5771"/>
                    </a:lnTo>
                    <a:lnTo>
                      <a:pt x="195674" y="1509"/>
                    </a:lnTo>
                    <a:lnTo>
                      <a:pt x="266573" y="0"/>
                    </a:lnTo>
                    <a:lnTo>
                      <a:pt x="337418" y="1509"/>
                    </a:lnTo>
                    <a:lnTo>
                      <a:pt x="401070" y="5771"/>
                    </a:lnTo>
                    <a:lnTo>
                      <a:pt x="454993" y="12382"/>
                    </a:lnTo>
                    <a:lnTo>
                      <a:pt x="496649" y="20940"/>
                    </a:lnTo>
                    <a:lnTo>
                      <a:pt x="533018" y="42291"/>
                    </a:lnTo>
                    <a:lnTo>
                      <a:pt x="523503" y="53537"/>
                    </a:lnTo>
                    <a:lnTo>
                      <a:pt x="454993" y="72199"/>
                    </a:lnTo>
                    <a:lnTo>
                      <a:pt x="401070" y="78810"/>
                    </a:lnTo>
                    <a:lnTo>
                      <a:pt x="337418" y="83072"/>
                    </a:lnTo>
                    <a:lnTo>
                      <a:pt x="266573" y="84582"/>
                    </a:lnTo>
                    <a:lnTo>
                      <a:pt x="195674" y="83072"/>
                    </a:lnTo>
                    <a:lnTo>
                      <a:pt x="131985" y="78810"/>
                    </a:lnTo>
                    <a:lnTo>
                      <a:pt x="78041" y="72199"/>
                    </a:lnTo>
                    <a:lnTo>
                      <a:pt x="36373" y="63641"/>
                    </a:lnTo>
                    <a:lnTo>
                      <a:pt x="0" y="42291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1" name="object 79">
                <a:extLst>
                  <a:ext uri="{FF2B5EF4-FFF2-40B4-BE49-F238E27FC236}">
                    <a16:creationId xmlns:a16="http://schemas.microsoft.com/office/drawing/2014/main" id="{EA9E15AA-C2B3-40E6-0EA8-0D38935014B4}"/>
                  </a:ext>
                </a:extLst>
              </p:cNvPr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5140705" y="4540376"/>
                <a:ext cx="537032" cy="108585"/>
              </a:xfrm>
              <a:prstGeom prst="rect">
                <a:avLst/>
              </a:prstGeom>
            </p:spPr>
          </p:pic>
          <p:sp>
            <p:nvSpPr>
              <p:cNvPr id="82" name="object 80">
                <a:extLst>
                  <a:ext uri="{FF2B5EF4-FFF2-40B4-BE49-F238E27FC236}">
                    <a16:creationId xmlns:a16="http://schemas.microsoft.com/office/drawing/2014/main" id="{ADECF7B3-FEDA-35D3-41CF-5A9FB4D3988D}"/>
                  </a:ext>
                </a:extLst>
              </p:cNvPr>
              <p:cNvSpPr/>
              <p:nvPr/>
            </p:nvSpPr>
            <p:spPr>
              <a:xfrm>
                <a:off x="5140705" y="4540376"/>
                <a:ext cx="53340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99060">
                    <a:moveTo>
                      <a:pt x="0" y="49275"/>
                    </a:moveTo>
                    <a:lnTo>
                      <a:pt x="36401" y="24365"/>
                    </a:lnTo>
                    <a:lnTo>
                      <a:pt x="78089" y="14398"/>
                    </a:lnTo>
                    <a:lnTo>
                      <a:pt x="132042" y="6707"/>
                    </a:lnTo>
                    <a:lnTo>
                      <a:pt x="195718" y="1753"/>
                    </a:lnTo>
                    <a:lnTo>
                      <a:pt x="266573" y="0"/>
                    </a:lnTo>
                    <a:lnTo>
                      <a:pt x="337427" y="1753"/>
                    </a:lnTo>
                    <a:lnTo>
                      <a:pt x="401103" y="6707"/>
                    </a:lnTo>
                    <a:lnTo>
                      <a:pt x="455056" y="14398"/>
                    </a:lnTo>
                    <a:lnTo>
                      <a:pt x="496744" y="24365"/>
                    </a:lnTo>
                    <a:lnTo>
                      <a:pt x="533146" y="49275"/>
                    </a:lnTo>
                    <a:lnTo>
                      <a:pt x="523621" y="62362"/>
                    </a:lnTo>
                    <a:lnTo>
                      <a:pt x="455056" y="84105"/>
                    </a:lnTo>
                    <a:lnTo>
                      <a:pt x="401103" y="91816"/>
                    </a:lnTo>
                    <a:lnTo>
                      <a:pt x="337427" y="96789"/>
                    </a:lnTo>
                    <a:lnTo>
                      <a:pt x="266573" y="98552"/>
                    </a:lnTo>
                    <a:lnTo>
                      <a:pt x="195718" y="96789"/>
                    </a:lnTo>
                    <a:lnTo>
                      <a:pt x="132042" y="91816"/>
                    </a:lnTo>
                    <a:lnTo>
                      <a:pt x="78089" y="84105"/>
                    </a:lnTo>
                    <a:lnTo>
                      <a:pt x="36401" y="74130"/>
                    </a:lnTo>
                    <a:lnTo>
                      <a:pt x="0" y="49275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" name="object 81">
                <a:extLst>
                  <a:ext uri="{FF2B5EF4-FFF2-40B4-BE49-F238E27FC236}">
                    <a16:creationId xmlns:a16="http://schemas.microsoft.com/office/drawing/2014/main" id="{E3B276D8-6F47-5DA2-3005-919359151234}"/>
                  </a:ext>
                </a:extLst>
              </p:cNvPr>
              <p:cNvSpPr/>
              <p:nvPr/>
            </p:nvSpPr>
            <p:spPr>
              <a:xfrm>
                <a:off x="5249036" y="4565142"/>
                <a:ext cx="30035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300354" h="46989">
                    <a:moveTo>
                      <a:pt x="0" y="46608"/>
                    </a:moveTo>
                    <a:lnTo>
                      <a:pt x="92963" y="46608"/>
                    </a:lnTo>
                    <a:lnTo>
                      <a:pt x="185800" y="0"/>
                    </a:lnTo>
                    <a:lnTo>
                      <a:pt x="299974" y="0"/>
                    </a:lnTo>
                  </a:path>
                  <a:path w="300354" h="46989">
                    <a:moveTo>
                      <a:pt x="13588" y="0"/>
                    </a:moveTo>
                    <a:lnTo>
                      <a:pt x="106425" y="0"/>
                    </a:lnTo>
                    <a:lnTo>
                      <a:pt x="199389" y="46608"/>
                    </a:lnTo>
                    <a:lnTo>
                      <a:pt x="286385" y="46608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" name="object 82">
                <a:extLst>
                  <a:ext uri="{FF2B5EF4-FFF2-40B4-BE49-F238E27FC236}">
                    <a16:creationId xmlns:a16="http://schemas.microsoft.com/office/drawing/2014/main" id="{DC559053-E01A-7E54-3514-9AFEDACC4707}"/>
                  </a:ext>
                </a:extLst>
              </p:cNvPr>
              <p:cNvSpPr/>
              <p:nvPr/>
            </p:nvSpPr>
            <p:spPr>
              <a:xfrm>
                <a:off x="5141721" y="4587748"/>
                <a:ext cx="53530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535304" h="66675">
                    <a:moveTo>
                      <a:pt x="0" y="0"/>
                    </a:moveTo>
                    <a:lnTo>
                      <a:pt x="0" y="65150"/>
                    </a:lnTo>
                  </a:path>
                  <a:path w="535304" h="66675">
                    <a:moveTo>
                      <a:pt x="535051" y="1524"/>
                    </a:moveTo>
                    <a:lnTo>
                      <a:pt x="535051" y="66675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" name="object 83">
                <a:extLst>
                  <a:ext uri="{FF2B5EF4-FFF2-40B4-BE49-F238E27FC236}">
                    <a16:creationId xmlns:a16="http://schemas.microsoft.com/office/drawing/2014/main" id="{82939377-49AC-D4B4-DB98-5A617316B50C}"/>
                  </a:ext>
                </a:extLst>
              </p:cNvPr>
              <p:cNvSpPr/>
              <p:nvPr/>
            </p:nvSpPr>
            <p:spPr>
              <a:xfrm>
                <a:off x="1803400" y="2755900"/>
                <a:ext cx="3467100" cy="1193800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1193800">
                    <a:moveTo>
                      <a:pt x="1733550" y="0"/>
                    </a:moveTo>
                    <a:lnTo>
                      <a:pt x="1663824" y="473"/>
                    </a:lnTo>
                    <a:lnTo>
                      <a:pt x="1594798" y="1883"/>
                    </a:lnTo>
                    <a:lnTo>
                      <a:pt x="1526523" y="4211"/>
                    </a:lnTo>
                    <a:lnTo>
                      <a:pt x="1459050" y="7439"/>
                    </a:lnTo>
                    <a:lnTo>
                      <a:pt x="1392432" y="11550"/>
                    </a:lnTo>
                    <a:lnTo>
                      <a:pt x="1326720" y="16525"/>
                    </a:lnTo>
                    <a:lnTo>
                      <a:pt x="1261966" y="22347"/>
                    </a:lnTo>
                    <a:lnTo>
                      <a:pt x="1198221" y="28999"/>
                    </a:lnTo>
                    <a:lnTo>
                      <a:pt x="1135539" y="36461"/>
                    </a:lnTo>
                    <a:lnTo>
                      <a:pt x="1073969" y="44716"/>
                    </a:lnTo>
                    <a:lnTo>
                      <a:pt x="1013565" y="53748"/>
                    </a:lnTo>
                    <a:lnTo>
                      <a:pt x="954377" y="63536"/>
                    </a:lnTo>
                    <a:lnTo>
                      <a:pt x="896458" y="74065"/>
                    </a:lnTo>
                    <a:lnTo>
                      <a:pt x="839860" y="85316"/>
                    </a:lnTo>
                    <a:lnTo>
                      <a:pt x="784633" y="97271"/>
                    </a:lnTo>
                    <a:lnTo>
                      <a:pt x="730831" y="109912"/>
                    </a:lnTo>
                    <a:lnTo>
                      <a:pt x="678504" y="123222"/>
                    </a:lnTo>
                    <a:lnTo>
                      <a:pt x="627705" y="137183"/>
                    </a:lnTo>
                    <a:lnTo>
                      <a:pt x="578485" y="151777"/>
                    </a:lnTo>
                    <a:lnTo>
                      <a:pt x="530896" y="166985"/>
                    </a:lnTo>
                    <a:lnTo>
                      <a:pt x="484990" y="182792"/>
                    </a:lnTo>
                    <a:lnTo>
                      <a:pt x="440819" y="199177"/>
                    </a:lnTo>
                    <a:lnTo>
                      <a:pt x="398434" y="216124"/>
                    </a:lnTo>
                    <a:lnTo>
                      <a:pt x="357887" y="233615"/>
                    </a:lnTo>
                    <a:lnTo>
                      <a:pt x="319230" y="251633"/>
                    </a:lnTo>
                    <a:lnTo>
                      <a:pt x="282515" y="270158"/>
                    </a:lnTo>
                    <a:lnTo>
                      <a:pt x="247793" y="289173"/>
                    </a:lnTo>
                    <a:lnTo>
                      <a:pt x="184537" y="328604"/>
                    </a:lnTo>
                    <a:lnTo>
                      <a:pt x="129876" y="369783"/>
                    </a:lnTo>
                    <a:lnTo>
                      <a:pt x="84225" y="412567"/>
                    </a:lnTo>
                    <a:lnTo>
                      <a:pt x="47998" y="456813"/>
                    </a:lnTo>
                    <a:lnTo>
                      <a:pt x="21608" y="502379"/>
                    </a:lnTo>
                    <a:lnTo>
                      <a:pt x="5471" y="549122"/>
                    </a:lnTo>
                    <a:lnTo>
                      <a:pt x="0" y="596900"/>
                    </a:lnTo>
                    <a:lnTo>
                      <a:pt x="1376" y="620909"/>
                    </a:lnTo>
                    <a:lnTo>
                      <a:pt x="12232" y="668187"/>
                    </a:lnTo>
                    <a:lnTo>
                      <a:pt x="33547" y="714359"/>
                    </a:lnTo>
                    <a:lnTo>
                      <a:pt x="64908" y="759283"/>
                    </a:lnTo>
                    <a:lnTo>
                      <a:pt x="105899" y="802816"/>
                    </a:lnTo>
                    <a:lnTo>
                      <a:pt x="156107" y="844815"/>
                    </a:lnTo>
                    <a:lnTo>
                      <a:pt x="215117" y="885137"/>
                    </a:lnTo>
                    <a:lnTo>
                      <a:pt x="282515" y="923641"/>
                    </a:lnTo>
                    <a:lnTo>
                      <a:pt x="319230" y="942166"/>
                    </a:lnTo>
                    <a:lnTo>
                      <a:pt x="357887" y="960184"/>
                    </a:lnTo>
                    <a:lnTo>
                      <a:pt x="398434" y="977675"/>
                    </a:lnTo>
                    <a:lnTo>
                      <a:pt x="440819" y="994622"/>
                    </a:lnTo>
                    <a:lnTo>
                      <a:pt x="484990" y="1011007"/>
                    </a:lnTo>
                    <a:lnTo>
                      <a:pt x="530896" y="1026814"/>
                    </a:lnTo>
                    <a:lnTo>
                      <a:pt x="578485" y="1042022"/>
                    </a:lnTo>
                    <a:lnTo>
                      <a:pt x="627705" y="1056616"/>
                    </a:lnTo>
                    <a:lnTo>
                      <a:pt x="678504" y="1070577"/>
                    </a:lnTo>
                    <a:lnTo>
                      <a:pt x="730831" y="1083887"/>
                    </a:lnTo>
                    <a:lnTo>
                      <a:pt x="784633" y="1096528"/>
                    </a:lnTo>
                    <a:lnTo>
                      <a:pt x="839860" y="1108483"/>
                    </a:lnTo>
                    <a:lnTo>
                      <a:pt x="896458" y="1119734"/>
                    </a:lnTo>
                    <a:lnTo>
                      <a:pt x="954377" y="1130263"/>
                    </a:lnTo>
                    <a:lnTo>
                      <a:pt x="1013565" y="1140051"/>
                    </a:lnTo>
                    <a:lnTo>
                      <a:pt x="1073969" y="1149083"/>
                    </a:lnTo>
                    <a:lnTo>
                      <a:pt x="1135539" y="1157338"/>
                    </a:lnTo>
                    <a:lnTo>
                      <a:pt x="1198221" y="1164800"/>
                    </a:lnTo>
                    <a:lnTo>
                      <a:pt x="1261966" y="1171452"/>
                    </a:lnTo>
                    <a:lnTo>
                      <a:pt x="1326720" y="1177274"/>
                    </a:lnTo>
                    <a:lnTo>
                      <a:pt x="1392432" y="1182249"/>
                    </a:lnTo>
                    <a:lnTo>
                      <a:pt x="1459050" y="1186360"/>
                    </a:lnTo>
                    <a:lnTo>
                      <a:pt x="1526523" y="1189588"/>
                    </a:lnTo>
                    <a:lnTo>
                      <a:pt x="1594798" y="1191916"/>
                    </a:lnTo>
                    <a:lnTo>
                      <a:pt x="1663824" y="1193326"/>
                    </a:lnTo>
                    <a:lnTo>
                      <a:pt x="1733550" y="1193800"/>
                    </a:lnTo>
                    <a:lnTo>
                      <a:pt x="1803275" y="1193326"/>
                    </a:lnTo>
                    <a:lnTo>
                      <a:pt x="1872301" y="1191916"/>
                    </a:lnTo>
                    <a:lnTo>
                      <a:pt x="1940576" y="1189588"/>
                    </a:lnTo>
                    <a:lnTo>
                      <a:pt x="2008049" y="1186360"/>
                    </a:lnTo>
                    <a:lnTo>
                      <a:pt x="2074667" y="1182249"/>
                    </a:lnTo>
                    <a:lnTo>
                      <a:pt x="2140379" y="1177274"/>
                    </a:lnTo>
                    <a:lnTo>
                      <a:pt x="2205133" y="1171452"/>
                    </a:lnTo>
                    <a:lnTo>
                      <a:pt x="2268878" y="1164800"/>
                    </a:lnTo>
                    <a:lnTo>
                      <a:pt x="2331560" y="1157338"/>
                    </a:lnTo>
                    <a:lnTo>
                      <a:pt x="2393130" y="1149083"/>
                    </a:lnTo>
                    <a:lnTo>
                      <a:pt x="2453534" y="1140051"/>
                    </a:lnTo>
                    <a:lnTo>
                      <a:pt x="2512722" y="1130263"/>
                    </a:lnTo>
                    <a:lnTo>
                      <a:pt x="2570641" y="1119734"/>
                    </a:lnTo>
                    <a:lnTo>
                      <a:pt x="2627239" y="1108483"/>
                    </a:lnTo>
                    <a:lnTo>
                      <a:pt x="2682466" y="1096528"/>
                    </a:lnTo>
                    <a:lnTo>
                      <a:pt x="2736268" y="1083887"/>
                    </a:lnTo>
                    <a:lnTo>
                      <a:pt x="2788595" y="1070577"/>
                    </a:lnTo>
                    <a:lnTo>
                      <a:pt x="2839394" y="1056616"/>
                    </a:lnTo>
                    <a:lnTo>
                      <a:pt x="2888614" y="1042022"/>
                    </a:lnTo>
                    <a:lnTo>
                      <a:pt x="2936203" y="1026814"/>
                    </a:lnTo>
                    <a:lnTo>
                      <a:pt x="2982109" y="1011007"/>
                    </a:lnTo>
                    <a:lnTo>
                      <a:pt x="3026280" y="994622"/>
                    </a:lnTo>
                    <a:lnTo>
                      <a:pt x="3068665" y="977675"/>
                    </a:lnTo>
                    <a:lnTo>
                      <a:pt x="3109212" y="960184"/>
                    </a:lnTo>
                    <a:lnTo>
                      <a:pt x="3147869" y="942166"/>
                    </a:lnTo>
                    <a:lnTo>
                      <a:pt x="3184584" y="923641"/>
                    </a:lnTo>
                    <a:lnTo>
                      <a:pt x="3219306" y="904626"/>
                    </a:lnTo>
                    <a:lnTo>
                      <a:pt x="3282562" y="865195"/>
                    </a:lnTo>
                    <a:lnTo>
                      <a:pt x="3337223" y="824016"/>
                    </a:lnTo>
                    <a:lnTo>
                      <a:pt x="3382874" y="781232"/>
                    </a:lnTo>
                    <a:lnTo>
                      <a:pt x="3419101" y="736986"/>
                    </a:lnTo>
                    <a:lnTo>
                      <a:pt x="3445491" y="691420"/>
                    </a:lnTo>
                    <a:lnTo>
                      <a:pt x="3461628" y="644677"/>
                    </a:lnTo>
                    <a:lnTo>
                      <a:pt x="3467100" y="596900"/>
                    </a:lnTo>
                    <a:lnTo>
                      <a:pt x="3465723" y="572890"/>
                    </a:lnTo>
                    <a:lnTo>
                      <a:pt x="3454867" y="525612"/>
                    </a:lnTo>
                    <a:lnTo>
                      <a:pt x="3433552" y="479440"/>
                    </a:lnTo>
                    <a:lnTo>
                      <a:pt x="3402191" y="434516"/>
                    </a:lnTo>
                    <a:lnTo>
                      <a:pt x="3361200" y="390983"/>
                    </a:lnTo>
                    <a:lnTo>
                      <a:pt x="3310992" y="348984"/>
                    </a:lnTo>
                    <a:lnTo>
                      <a:pt x="3251982" y="308662"/>
                    </a:lnTo>
                    <a:lnTo>
                      <a:pt x="3184584" y="270158"/>
                    </a:lnTo>
                    <a:lnTo>
                      <a:pt x="3147869" y="251633"/>
                    </a:lnTo>
                    <a:lnTo>
                      <a:pt x="3109212" y="233615"/>
                    </a:lnTo>
                    <a:lnTo>
                      <a:pt x="3068665" y="216124"/>
                    </a:lnTo>
                    <a:lnTo>
                      <a:pt x="3026280" y="199177"/>
                    </a:lnTo>
                    <a:lnTo>
                      <a:pt x="2982109" y="182792"/>
                    </a:lnTo>
                    <a:lnTo>
                      <a:pt x="2936203" y="166985"/>
                    </a:lnTo>
                    <a:lnTo>
                      <a:pt x="2888614" y="151777"/>
                    </a:lnTo>
                    <a:lnTo>
                      <a:pt x="2839394" y="137183"/>
                    </a:lnTo>
                    <a:lnTo>
                      <a:pt x="2788595" y="123222"/>
                    </a:lnTo>
                    <a:lnTo>
                      <a:pt x="2736268" y="109912"/>
                    </a:lnTo>
                    <a:lnTo>
                      <a:pt x="2682466" y="97271"/>
                    </a:lnTo>
                    <a:lnTo>
                      <a:pt x="2627239" y="85316"/>
                    </a:lnTo>
                    <a:lnTo>
                      <a:pt x="2570641" y="74065"/>
                    </a:lnTo>
                    <a:lnTo>
                      <a:pt x="2512722" y="63536"/>
                    </a:lnTo>
                    <a:lnTo>
                      <a:pt x="2453534" y="53748"/>
                    </a:lnTo>
                    <a:lnTo>
                      <a:pt x="2393130" y="44716"/>
                    </a:lnTo>
                    <a:lnTo>
                      <a:pt x="2331560" y="36461"/>
                    </a:lnTo>
                    <a:lnTo>
                      <a:pt x="2268878" y="28999"/>
                    </a:lnTo>
                    <a:lnTo>
                      <a:pt x="2205133" y="22347"/>
                    </a:lnTo>
                    <a:lnTo>
                      <a:pt x="2140379" y="16525"/>
                    </a:lnTo>
                    <a:lnTo>
                      <a:pt x="2074667" y="11550"/>
                    </a:lnTo>
                    <a:lnTo>
                      <a:pt x="2008049" y="7439"/>
                    </a:lnTo>
                    <a:lnTo>
                      <a:pt x="1940576" y="4211"/>
                    </a:lnTo>
                    <a:lnTo>
                      <a:pt x="1872301" y="1883"/>
                    </a:lnTo>
                    <a:lnTo>
                      <a:pt x="1803275" y="473"/>
                    </a:lnTo>
                    <a:lnTo>
                      <a:pt x="1733550" y="0"/>
                    </a:lnTo>
                    <a:close/>
                  </a:path>
                </a:pathLst>
              </a:custGeom>
              <a:solidFill>
                <a:srgbClr val="00999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6" name="object 84">
                <a:extLst>
                  <a:ext uri="{FF2B5EF4-FFF2-40B4-BE49-F238E27FC236}">
                    <a16:creationId xmlns:a16="http://schemas.microsoft.com/office/drawing/2014/main" id="{9DCA2AA8-DA03-8868-EDE4-683DBBEF33B4}"/>
                  </a:ext>
                </a:extLst>
              </p:cNvPr>
              <p:cNvSpPr/>
              <p:nvPr/>
            </p:nvSpPr>
            <p:spPr>
              <a:xfrm>
                <a:off x="1803400" y="2755900"/>
                <a:ext cx="3467100" cy="1193800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1193800">
                    <a:moveTo>
                      <a:pt x="0" y="596900"/>
                    </a:moveTo>
                    <a:lnTo>
                      <a:pt x="5471" y="549122"/>
                    </a:lnTo>
                    <a:lnTo>
                      <a:pt x="21608" y="502379"/>
                    </a:lnTo>
                    <a:lnTo>
                      <a:pt x="47998" y="456813"/>
                    </a:lnTo>
                    <a:lnTo>
                      <a:pt x="84225" y="412567"/>
                    </a:lnTo>
                    <a:lnTo>
                      <a:pt x="129876" y="369783"/>
                    </a:lnTo>
                    <a:lnTo>
                      <a:pt x="184537" y="328604"/>
                    </a:lnTo>
                    <a:lnTo>
                      <a:pt x="247793" y="289173"/>
                    </a:lnTo>
                    <a:lnTo>
                      <a:pt x="282515" y="270158"/>
                    </a:lnTo>
                    <a:lnTo>
                      <a:pt x="319230" y="251633"/>
                    </a:lnTo>
                    <a:lnTo>
                      <a:pt x="357887" y="233615"/>
                    </a:lnTo>
                    <a:lnTo>
                      <a:pt x="398434" y="216124"/>
                    </a:lnTo>
                    <a:lnTo>
                      <a:pt x="440819" y="199177"/>
                    </a:lnTo>
                    <a:lnTo>
                      <a:pt x="484990" y="182792"/>
                    </a:lnTo>
                    <a:lnTo>
                      <a:pt x="530896" y="166985"/>
                    </a:lnTo>
                    <a:lnTo>
                      <a:pt x="578485" y="151777"/>
                    </a:lnTo>
                    <a:lnTo>
                      <a:pt x="627705" y="137183"/>
                    </a:lnTo>
                    <a:lnTo>
                      <a:pt x="678504" y="123222"/>
                    </a:lnTo>
                    <a:lnTo>
                      <a:pt x="730831" y="109912"/>
                    </a:lnTo>
                    <a:lnTo>
                      <a:pt x="784633" y="97271"/>
                    </a:lnTo>
                    <a:lnTo>
                      <a:pt x="839860" y="85316"/>
                    </a:lnTo>
                    <a:lnTo>
                      <a:pt x="896458" y="74065"/>
                    </a:lnTo>
                    <a:lnTo>
                      <a:pt x="954377" y="63536"/>
                    </a:lnTo>
                    <a:lnTo>
                      <a:pt x="1013565" y="53748"/>
                    </a:lnTo>
                    <a:lnTo>
                      <a:pt x="1073969" y="44716"/>
                    </a:lnTo>
                    <a:lnTo>
                      <a:pt x="1135539" y="36461"/>
                    </a:lnTo>
                    <a:lnTo>
                      <a:pt x="1198221" y="28999"/>
                    </a:lnTo>
                    <a:lnTo>
                      <a:pt x="1261966" y="22347"/>
                    </a:lnTo>
                    <a:lnTo>
                      <a:pt x="1326720" y="16525"/>
                    </a:lnTo>
                    <a:lnTo>
                      <a:pt x="1392432" y="11550"/>
                    </a:lnTo>
                    <a:lnTo>
                      <a:pt x="1459050" y="7439"/>
                    </a:lnTo>
                    <a:lnTo>
                      <a:pt x="1526523" y="4211"/>
                    </a:lnTo>
                    <a:lnTo>
                      <a:pt x="1594798" y="1883"/>
                    </a:lnTo>
                    <a:lnTo>
                      <a:pt x="1663824" y="473"/>
                    </a:lnTo>
                    <a:lnTo>
                      <a:pt x="1733550" y="0"/>
                    </a:lnTo>
                    <a:lnTo>
                      <a:pt x="1803275" y="473"/>
                    </a:lnTo>
                    <a:lnTo>
                      <a:pt x="1872301" y="1883"/>
                    </a:lnTo>
                    <a:lnTo>
                      <a:pt x="1940576" y="4211"/>
                    </a:lnTo>
                    <a:lnTo>
                      <a:pt x="2008049" y="7439"/>
                    </a:lnTo>
                    <a:lnTo>
                      <a:pt x="2074667" y="11550"/>
                    </a:lnTo>
                    <a:lnTo>
                      <a:pt x="2140379" y="16525"/>
                    </a:lnTo>
                    <a:lnTo>
                      <a:pt x="2205133" y="22347"/>
                    </a:lnTo>
                    <a:lnTo>
                      <a:pt x="2268878" y="28999"/>
                    </a:lnTo>
                    <a:lnTo>
                      <a:pt x="2331560" y="36461"/>
                    </a:lnTo>
                    <a:lnTo>
                      <a:pt x="2393130" y="44716"/>
                    </a:lnTo>
                    <a:lnTo>
                      <a:pt x="2453534" y="53748"/>
                    </a:lnTo>
                    <a:lnTo>
                      <a:pt x="2512722" y="63536"/>
                    </a:lnTo>
                    <a:lnTo>
                      <a:pt x="2570641" y="74065"/>
                    </a:lnTo>
                    <a:lnTo>
                      <a:pt x="2627239" y="85316"/>
                    </a:lnTo>
                    <a:lnTo>
                      <a:pt x="2682466" y="97271"/>
                    </a:lnTo>
                    <a:lnTo>
                      <a:pt x="2736268" y="109912"/>
                    </a:lnTo>
                    <a:lnTo>
                      <a:pt x="2788595" y="123222"/>
                    </a:lnTo>
                    <a:lnTo>
                      <a:pt x="2839394" y="137183"/>
                    </a:lnTo>
                    <a:lnTo>
                      <a:pt x="2888614" y="151777"/>
                    </a:lnTo>
                    <a:lnTo>
                      <a:pt x="2936203" y="166985"/>
                    </a:lnTo>
                    <a:lnTo>
                      <a:pt x="2982109" y="182792"/>
                    </a:lnTo>
                    <a:lnTo>
                      <a:pt x="3026280" y="199177"/>
                    </a:lnTo>
                    <a:lnTo>
                      <a:pt x="3068665" y="216124"/>
                    </a:lnTo>
                    <a:lnTo>
                      <a:pt x="3109212" y="233615"/>
                    </a:lnTo>
                    <a:lnTo>
                      <a:pt x="3147869" y="251633"/>
                    </a:lnTo>
                    <a:lnTo>
                      <a:pt x="3184584" y="270158"/>
                    </a:lnTo>
                    <a:lnTo>
                      <a:pt x="3219306" y="289173"/>
                    </a:lnTo>
                    <a:lnTo>
                      <a:pt x="3282562" y="328604"/>
                    </a:lnTo>
                    <a:lnTo>
                      <a:pt x="3337223" y="369783"/>
                    </a:lnTo>
                    <a:lnTo>
                      <a:pt x="3382874" y="412567"/>
                    </a:lnTo>
                    <a:lnTo>
                      <a:pt x="3419101" y="456813"/>
                    </a:lnTo>
                    <a:lnTo>
                      <a:pt x="3445491" y="502379"/>
                    </a:lnTo>
                    <a:lnTo>
                      <a:pt x="3461628" y="549122"/>
                    </a:lnTo>
                    <a:lnTo>
                      <a:pt x="3467100" y="596900"/>
                    </a:lnTo>
                    <a:lnTo>
                      <a:pt x="3465723" y="620909"/>
                    </a:lnTo>
                    <a:lnTo>
                      <a:pt x="3454867" y="668187"/>
                    </a:lnTo>
                    <a:lnTo>
                      <a:pt x="3433552" y="714359"/>
                    </a:lnTo>
                    <a:lnTo>
                      <a:pt x="3402191" y="759283"/>
                    </a:lnTo>
                    <a:lnTo>
                      <a:pt x="3361200" y="802816"/>
                    </a:lnTo>
                    <a:lnTo>
                      <a:pt x="3310992" y="844815"/>
                    </a:lnTo>
                    <a:lnTo>
                      <a:pt x="3251982" y="885137"/>
                    </a:lnTo>
                    <a:lnTo>
                      <a:pt x="3184584" y="923641"/>
                    </a:lnTo>
                    <a:lnTo>
                      <a:pt x="3147869" y="942166"/>
                    </a:lnTo>
                    <a:lnTo>
                      <a:pt x="3109212" y="960184"/>
                    </a:lnTo>
                    <a:lnTo>
                      <a:pt x="3068665" y="977675"/>
                    </a:lnTo>
                    <a:lnTo>
                      <a:pt x="3026280" y="994622"/>
                    </a:lnTo>
                    <a:lnTo>
                      <a:pt x="2982109" y="1011007"/>
                    </a:lnTo>
                    <a:lnTo>
                      <a:pt x="2936203" y="1026814"/>
                    </a:lnTo>
                    <a:lnTo>
                      <a:pt x="2888614" y="1042022"/>
                    </a:lnTo>
                    <a:lnTo>
                      <a:pt x="2839394" y="1056616"/>
                    </a:lnTo>
                    <a:lnTo>
                      <a:pt x="2788595" y="1070577"/>
                    </a:lnTo>
                    <a:lnTo>
                      <a:pt x="2736268" y="1083887"/>
                    </a:lnTo>
                    <a:lnTo>
                      <a:pt x="2682466" y="1096528"/>
                    </a:lnTo>
                    <a:lnTo>
                      <a:pt x="2627239" y="1108483"/>
                    </a:lnTo>
                    <a:lnTo>
                      <a:pt x="2570641" y="1119734"/>
                    </a:lnTo>
                    <a:lnTo>
                      <a:pt x="2512722" y="1130263"/>
                    </a:lnTo>
                    <a:lnTo>
                      <a:pt x="2453534" y="1140051"/>
                    </a:lnTo>
                    <a:lnTo>
                      <a:pt x="2393130" y="1149083"/>
                    </a:lnTo>
                    <a:lnTo>
                      <a:pt x="2331560" y="1157338"/>
                    </a:lnTo>
                    <a:lnTo>
                      <a:pt x="2268878" y="1164800"/>
                    </a:lnTo>
                    <a:lnTo>
                      <a:pt x="2205133" y="1171452"/>
                    </a:lnTo>
                    <a:lnTo>
                      <a:pt x="2140379" y="1177274"/>
                    </a:lnTo>
                    <a:lnTo>
                      <a:pt x="2074667" y="1182249"/>
                    </a:lnTo>
                    <a:lnTo>
                      <a:pt x="2008049" y="1186360"/>
                    </a:lnTo>
                    <a:lnTo>
                      <a:pt x="1940576" y="1189588"/>
                    </a:lnTo>
                    <a:lnTo>
                      <a:pt x="1872301" y="1191916"/>
                    </a:lnTo>
                    <a:lnTo>
                      <a:pt x="1803275" y="1193326"/>
                    </a:lnTo>
                    <a:lnTo>
                      <a:pt x="1733550" y="1193800"/>
                    </a:lnTo>
                    <a:lnTo>
                      <a:pt x="1663824" y="1193326"/>
                    </a:lnTo>
                    <a:lnTo>
                      <a:pt x="1594798" y="1191916"/>
                    </a:lnTo>
                    <a:lnTo>
                      <a:pt x="1526523" y="1189588"/>
                    </a:lnTo>
                    <a:lnTo>
                      <a:pt x="1459050" y="1186360"/>
                    </a:lnTo>
                    <a:lnTo>
                      <a:pt x="1392432" y="1182249"/>
                    </a:lnTo>
                    <a:lnTo>
                      <a:pt x="1326720" y="1177274"/>
                    </a:lnTo>
                    <a:lnTo>
                      <a:pt x="1261966" y="1171452"/>
                    </a:lnTo>
                    <a:lnTo>
                      <a:pt x="1198221" y="1164800"/>
                    </a:lnTo>
                    <a:lnTo>
                      <a:pt x="1135539" y="1157338"/>
                    </a:lnTo>
                    <a:lnTo>
                      <a:pt x="1073969" y="1149083"/>
                    </a:lnTo>
                    <a:lnTo>
                      <a:pt x="1013565" y="1140051"/>
                    </a:lnTo>
                    <a:lnTo>
                      <a:pt x="954377" y="1130263"/>
                    </a:lnTo>
                    <a:lnTo>
                      <a:pt x="896458" y="1119734"/>
                    </a:lnTo>
                    <a:lnTo>
                      <a:pt x="839860" y="1108483"/>
                    </a:lnTo>
                    <a:lnTo>
                      <a:pt x="784633" y="1096528"/>
                    </a:lnTo>
                    <a:lnTo>
                      <a:pt x="730831" y="1083887"/>
                    </a:lnTo>
                    <a:lnTo>
                      <a:pt x="678504" y="1070577"/>
                    </a:lnTo>
                    <a:lnTo>
                      <a:pt x="627705" y="1056616"/>
                    </a:lnTo>
                    <a:lnTo>
                      <a:pt x="578485" y="1042022"/>
                    </a:lnTo>
                    <a:lnTo>
                      <a:pt x="530896" y="1026814"/>
                    </a:lnTo>
                    <a:lnTo>
                      <a:pt x="484990" y="1011007"/>
                    </a:lnTo>
                    <a:lnTo>
                      <a:pt x="440819" y="994622"/>
                    </a:lnTo>
                    <a:lnTo>
                      <a:pt x="398434" y="977675"/>
                    </a:lnTo>
                    <a:lnTo>
                      <a:pt x="357887" y="960184"/>
                    </a:lnTo>
                    <a:lnTo>
                      <a:pt x="319230" y="942166"/>
                    </a:lnTo>
                    <a:lnTo>
                      <a:pt x="282515" y="923641"/>
                    </a:lnTo>
                    <a:lnTo>
                      <a:pt x="247793" y="904626"/>
                    </a:lnTo>
                    <a:lnTo>
                      <a:pt x="184537" y="865195"/>
                    </a:lnTo>
                    <a:lnTo>
                      <a:pt x="129876" y="824016"/>
                    </a:lnTo>
                    <a:lnTo>
                      <a:pt x="84225" y="781232"/>
                    </a:lnTo>
                    <a:lnTo>
                      <a:pt x="47998" y="736986"/>
                    </a:lnTo>
                    <a:lnTo>
                      <a:pt x="21608" y="691420"/>
                    </a:lnTo>
                    <a:lnTo>
                      <a:pt x="5471" y="644677"/>
                    </a:lnTo>
                    <a:lnTo>
                      <a:pt x="0" y="596900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7" name="object 85">
                <a:extLst>
                  <a:ext uri="{FF2B5EF4-FFF2-40B4-BE49-F238E27FC236}">
                    <a16:creationId xmlns:a16="http://schemas.microsoft.com/office/drawing/2014/main" id="{F43BA181-C77E-CFEE-8394-C453DACBB992}"/>
                  </a:ext>
                </a:extLst>
              </p:cNvPr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2538856" y="2927477"/>
                <a:ext cx="572897" cy="90297"/>
              </a:xfrm>
              <a:prstGeom prst="rect">
                <a:avLst/>
              </a:prstGeom>
            </p:spPr>
          </p:pic>
          <p:sp>
            <p:nvSpPr>
              <p:cNvPr id="88" name="object 86">
                <a:extLst>
                  <a:ext uri="{FF2B5EF4-FFF2-40B4-BE49-F238E27FC236}">
                    <a16:creationId xmlns:a16="http://schemas.microsoft.com/office/drawing/2014/main" id="{AC1025A4-45D7-F32F-0610-377F186A424F}"/>
                  </a:ext>
                </a:extLst>
              </p:cNvPr>
              <p:cNvSpPr/>
              <p:nvPr/>
            </p:nvSpPr>
            <p:spPr>
              <a:xfrm>
                <a:off x="2538856" y="2927477"/>
                <a:ext cx="573405" cy="90805"/>
              </a:xfrm>
              <a:custGeom>
                <a:avLst/>
                <a:gdLst/>
                <a:ahLst/>
                <a:cxnLst/>
                <a:rect l="l" t="t" r="r" b="b"/>
                <a:pathLst>
                  <a:path w="573405" h="90805">
                    <a:moveTo>
                      <a:pt x="0" y="45085"/>
                    </a:moveTo>
                    <a:lnTo>
                      <a:pt x="39116" y="22333"/>
                    </a:lnTo>
                    <a:lnTo>
                      <a:pt x="83915" y="13208"/>
                    </a:lnTo>
                    <a:lnTo>
                      <a:pt x="141901" y="6157"/>
                    </a:lnTo>
                    <a:lnTo>
                      <a:pt x="210343" y="1611"/>
                    </a:lnTo>
                    <a:lnTo>
                      <a:pt x="286512" y="0"/>
                    </a:lnTo>
                    <a:lnTo>
                      <a:pt x="362626" y="1611"/>
                    </a:lnTo>
                    <a:lnTo>
                      <a:pt x="431033" y="6157"/>
                    </a:lnTo>
                    <a:lnTo>
                      <a:pt x="488997" y="13208"/>
                    </a:lnTo>
                    <a:lnTo>
                      <a:pt x="533785" y="22333"/>
                    </a:lnTo>
                    <a:lnTo>
                      <a:pt x="572897" y="45085"/>
                    </a:lnTo>
                    <a:lnTo>
                      <a:pt x="562663" y="57121"/>
                    </a:lnTo>
                    <a:lnTo>
                      <a:pt x="488997" y="77073"/>
                    </a:lnTo>
                    <a:lnTo>
                      <a:pt x="431033" y="84135"/>
                    </a:lnTo>
                    <a:lnTo>
                      <a:pt x="362626" y="88685"/>
                    </a:lnTo>
                    <a:lnTo>
                      <a:pt x="286512" y="90297"/>
                    </a:lnTo>
                    <a:lnTo>
                      <a:pt x="210343" y="88685"/>
                    </a:lnTo>
                    <a:lnTo>
                      <a:pt x="141901" y="84135"/>
                    </a:lnTo>
                    <a:lnTo>
                      <a:pt x="83915" y="77073"/>
                    </a:lnTo>
                    <a:lnTo>
                      <a:pt x="39116" y="67926"/>
                    </a:lnTo>
                    <a:lnTo>
                      <a:pt x="0" y="45085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9" name="object 87">
                <a:extLst>
                  <a:ext uri="{FF2B5EF4-FFF2-40B4-BE49-F238E27FC236}">
                    <a16:creationId xmlns:a16="http://schemas.microsoft.com/office/drawing/2014/main" id="{31AA8D3D-5902-2DE5-67BB-DA8C491D09BF}"/>
                  </a:ext>
                </a:extLst>
              </p:cNvPr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2537713" y="2856992"/>
                <a:ext cx="577253" cy="116078"/>
              </a:xfrm>
              <a:prstGeom prst="rect">
                <a:avLst/>
              </a:prstGeom>
            </p:spPr>
          </p:pic>
          <p:sp>
            <p:nvSpPr>
              <p:cNvPr id="90" name="object 88">
                <a:extLst>
                  <a:ext uri="{FF2B5EF4-FFF2-40B4-BE49-F238E27FC236}">
                    <a16:creationId xmlns:a16="http://schemas.microsoft.com/office/drawing/2014/main" id="{D5AAB3FA-EBB7-0F04-2933-B974E8F65D6F}"/>
                  </a:ext>
                </a:extLst>
              </p:cNvPr>
              <p:cNvSpPr/>
              <p:nvPr/>
            </p:nvSpPr>
            <p:spPr>
              <a:xfrm>
                <a:off x="2537713" y="2856992"/>
                <a:ext cx="57340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573405" h="105410">
                    <a:moveTo>
                      <a:pt x="0" y="52578"/>
                    </a:moveTo>
                    <a:lnTo>
                      <a:pt x="39116" y="26020"/>
                    </a:lnTo>
                    <a:lnTo>
                      <a:pt x="83915" y="15382"/>
                    </a:lnTo>
                    <a:lnTo>
                      <a:pt x="141901" y="7168"/>
                    </a:lnTo>
                    <a:lnTo>
                      <a:pt x="210343" y="1875"/>
                    </a:lnTo>
                    <a:lnTo>
                      <a:pt x="286512" y="0"/>
                    </a:lnTo>
                    <a:lnTo>
                      <a:pt x="362680" y="1875"/>
                    </a:lnTo>
                    <a:lnTo>
                      <a:pt x="431122" y="7168"/>
                    </a:lnTo>
                    <a:lnTo>
                      <a:pt x="489108" y="15382"/>
                    </a:lnTo>
                    <a:lnTo>
                      <a:pt x="533907" y="26020"/>
                    </a:lnTo>
                    <a:lnTo>
                      <a:pt x="573024" y="52578"/>
                    </a:lnTo>
                    <a:lnTo>
                      <a:pt x="562789" y="66580"/>
                    </a:lnTo>
                    <a:lnTo>
                      <a:pt x="489108" y="89836"/>
                    </a:lnTo>
                    <a:lnTo>
                      <a:pt x="431122" y="98081"/>
                    </a:lnTo>
                    <a:lnTo>
                      <a:pt x="362680" y="103398"/>
                    </a:lnTo>
                    <a:lnTo>
                      <a:pt x="286512" y="105283"/>
                    </a:lnTo>
                    <a:lnTo>
                      <a:pt x="210343" y="103398"/>
                    </a:lnTo>
                    <a:lnTo>
                      <a:pt x="141901" y="98081"/>
                    </a:lnTo>
                    <a:lnTo>
                      <a:pt x="83915" y="89836"/>
                    </a:lnTo>
                    <a:lnTo>
                      <a:pt x="39116" y="79168"/>
                    </a:lnTo>
                    <a:lnTo>
                      <a:pt x="0" y="52578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" name="object 89">
                <a:extLst>
                  <a:ext uri="{FF2B5EF4-FFF2-40B4-BE49-F238E27FC236}">
                    <a16:creationId xmlns:a16="http://schemas.microsoft.com/office/drawing/2014/main" id="{0C1423A5-636E-6047-712E-58879948B1C6}"/>
                  </a:ext>
                </a:extLst>
              </p:cNvPr>
              <p:cNvSpPr/>
              <p:nvPr/>
            </p:nvSpPr>
            <p:spPr>
              <a:xfrm>
                <a:off x="2654300" y="2883535"/>
                <a:ext cx="322580" cy="50165"/>
              </a:xfrm>
              <a:custGeom>
                <a:avLst/>
                <a:gdLst/>
                <a:ahLst/>
                <a:cxnLst/>
                <a:rect l="l" t="t" r="r" b="b"/>
                <a:pathLst>
                  <a:path w="322580" h="50164">
                    <a:moveTo>
                      <a:pt x="0" y="49656"/>
                    </a:moveTo>
                    <a:lnTo>
                      <a:pt x="99822" y="49656"/>
                    </a:lnTo>
                    <a:lnTo>
                      <a:pt x="199644" y="0"/>
                    </a:lnTo>
                    <a:lnTo>
                      <a:pt x="322325" y="0"/>
                    </a:lnTo>
                  </a:path>
                  <a:path w="322580" h="50164">
                    <a:moveTo>
                      <a:pt x="14477" y="0"/>
                    </a:moveTo>
                    <a:lnTo>
                      <a:pt x="114300" y="0"/>
                    </a:lnTo>
                    <a:lnTo>
                      <a:pt x="214122" y="49656"/>
                    </a:lnTo>
                    <a:lnTo>
                      <a:pt x="307720" y="49656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" name="object 90">
                <a:extLst>
                  <a:ext uri="{FF2B5EF4-FFF2-40B4-BE49-F238E27FC236}">
                    <a16:creationId xmlns:a16="http://schemas.microsoft.com/office/drawing/2014/main" id="{9B3DC7E3-23CB-763A-7CB6-36CA22632C9B}"/>
                  </a:ext>
                </a:extLst>
              </p:cNvPr>
              <p:cNvSpPr/>
              <p:nvPr/>
            </p:nvSpPr>
            <p:spPr>
              <a:xfrm>
                <a:off x="2539873" y="2908300"/>
                <a:ext cx="570230" cy="71755"/>
              </a:xfrm>
              <a:custGeom>
                <a:avLst/>
                <a:gdLst/>
                <a:ahLst/>
                <a:cxnLst/>
                <a:rect l="l" t="t" r="r" b="b"/>
                <a:pathLst>
                  <a:path w="570230" h="71755">
                    <a:moveTo>
                      <a:pt x="0" y="0"/>
                    </a:moveTo>
                    <a:lnTo>
                      <a:pt x="0" y="68072"/>
                    </a:lnTo>
                  </a:path>
                  <a:path w="570230" h="71755">
                    <a:moveTo>
                      <a:pt x="569849" y="1777"/>
                    </a:moveTo>
                    <a:lnTo>
                      <a:pt x="569849" y="71374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3" name="object 91">
                <a:extLst>
                  <a:ext uri="{FF2B5EF4-FFF2-40B4-BE49-F238E27FC236}">
                    <a16:creationId xmlns:a16="http://schemas.microsoft.com/office/drawing/2014/main" id="{804AA68F-EDF4-DB0A-76C8-D52E415E767A}"/>
                  </a:ext>
                </a:extLst>
              </p:cNvPr>
              <p:cNvSpPr/>
              <p:nvPr/>
            </p:nvSpPr>
            <p:spPr>
              <a:xfrm>
                <a:off x="2758058" y="2909188"/>
                <a:ext cx="1792605" cy="756285"/>
              </a:xfrm>
              <a:custGeom>
                <a:avLst/>
                <a:gdLst/>
                <a:ahLst/>
                <a:cxnLst/>
                <a:rect l="l" t="t" r="r" b="b"/>
                <a:pathLst>
                  <a:path w="1792604" h="756285">
                    <a:moveTo>
                      <a:pt x="352679" y="0"/>
                    </a:moveTo>
                    <a:lnTo>
                      <a:pt x="1409319" y="118872"/>
                    </a:lnTo>
                  </a:path>
                  <a:path w="1792604" h="756285">
                    <a:moveTo>
                      <a:pt x="858393" y="315340"/>
                    </a:moveTo>
                    <a:lnTo>
                      <a:pt x="989203" y="387985"/>
                    </a:lnTo>
                  </a:path>
                  <a:path w="1792604" h="756285">
                    <a:moveTo>
                      <a:pt x="642746" y="532511"/>
                    </a:moveTo>
                    <a:lnTo>
                      <a:pt x="906271" y="492760"/>
                    </a:lnTo>
                  </a:path>
                  <a:path w="1792604" h="756285">
                    <a:moveTo>
                      <a:pt x="323215" y="435483"/>
                    </a:moveTo>
                    <a:lnTo>
                      <a:pt x="532003" y="340106"/>
                    </a:lnTo>
                  </a:path>
                  <a:path w="1792604" h="756285">
                    <a:moveTo>
                      <a:pt x="0" y="694816"/>
                    </a:moveTo>
                    <a:lnTo>
                      <a:pt x="208915" y="599439"/>
                    </a:lnTo>
                  </a:path>
                  <a:path w="1792604" h="756285">
                    <a:moveTo>
                      <a:pt x="875411" y="755777"/>
                    </a:moveTo>
                    <a:lnTo>
                      <a:pt x="1149477" y="535686"/>
                    </a:lnTo>
                  </a:path>
                  <a:path w="1792604" h="756285">
                    <a:moveTo>
                      <a:pt x="1792351" y="631571"/>
                    </a:moveTo>
                    <a:lnTo>
                      <a:pt x="1407795" y="523366"/>
                    </a:lnTo>
                  </a:path>
                  <a:path w="1792604" h="756285">
                    <a:moveTo>
                      <a:pt x="1392428" y="391795"/>
                    </a:moveTo>
                    <a:lnTo>
                      <a:pt x="1699514" y="221487"/>
                    </a:lnTo>
                  </a:path>
                  <a:path w="1792604" h="756285">
                    <a:moveTo>
                      <a:pt x="512444" y="184531"/>
                    </a:moveTo>
                    <a:lnTo>
                      <a:pt x="67310" y="108585"/>
                    </a:lnTo>
                  </a:path>
                </a:pathLst>
              </a:custGeom>
              <a:ln w="1587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4" name="object 92">
              <a:extLst>
                <a:ext uri="{FF2B5EF4-FFF2-40B4-BE49-F238E27FC236}">
                  <a16:creationId xmlns:a16="http://schemas.microsoft.com/office/drawing/2014/main" id="{492B21C8-D9CC-DA08-96C4-F2A5AAA86621}"/>
                </a:ext>
              </a:extLst>
            </p:cNvPr>
            <p:cNvSpPr txBox="1"/>
            <p:nvPr/>
          </p:nvSpPr>
          <p:spPr>
            <a:xfrm>
              <a:off x="2001139" y="3153232"/>
              <a:ext cx="669925" cy="33147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000" b="1" i="1" spc="-10" dirty="0">
                  <a:solidFill>
                    <a:srgbClr val="163793"/>
                  </a:solidFill>
                  <a:latin typeface="Arial"/>
                  <a:cs typeface="Arial"/>
                </a:rPr>
                <a:t>ISP</a:t>
              </a:r>
              <a:r>
                <a:rPr sz="2000" b="1" i="1" spc="-140" dirty="0">
                  <a:solidFill>
                    <a:srgbClr val="163793"/>
                  </a:solidFill>
                  <a:latin typeface="Arial"/>
                  <a:cs typeface="Arial"/>
                </a:rPr>
                <a:t> </a:t>
              </a:r>
              <a:r>
                <a:rPr sz="2000" b="1" i="1" spc="-50" dirty="0">
                  <a:solidFill>
                    <a:srgbClr val="163793"/>
                  </a:solidFill>
                  <a:latin typeface="Arial"/>
                  <a:cs typeface="Arial"/>
                </a:rPr>
                <a:t>A</a:t>
              </a:r>
              <a:endParaRPr sz="2000" dirty="0">
                <a:latin typeface="Arial"/>
                <a:cs typeface="Arial"/>
              </a:endParaRPr>
            </a:p>
          </p:txBody>
        </p:sp>
        <p:grpSp>
          <p:nvGrpSpPr>
            <p:cNvPr id="95" name="object 93">
              <a:extLst>
                <a:ext uri="{FF2B5EF4-FFF2-40B4-BE49-F238E27FC236}">
                  <a16:creationId xmlns:a16="http://schemas.microsoft.com/office/drawing/2014/main" id="{5F36FFBD-9C22-1AFE-7991-016173AF4BC3}"/>
                </a:ext>
              </a:extLst>
            </p:cNvPr>
            <p:cNvGrpSpPr/>
            <p:nvPr/>
          </p:nvGrpSpPr>
          <p:grpSpPr>
            <a:xfrm>
              <a:off x="1493837" y="2964624"/>
              <a:ext cx="3471545" cy="2374265"/>
              <a:chOff x="1493837" y="2964624"/>
              <a:chExt cx="3471545" cy="2374265"/>
            </a:xfrm>
          </p:grpSpPr>
          <p:pic>
            <p:nvPicPr>
              <p:cNvPr id="96" name="object 94">
                <a:extLst>
                  <a:ext uri="{FF2B5EF4-FFF2-40B4-BE49-F238E27FC236}">
                    <a16:creationId xmlns:a16="http://schemas.microsoft.com/office/drawing/2014/main" id="{BEF7F188-6446-C88E-1251-A3A156CC8058}"/>
                  </a:ext>
                </a:extLst>
              </p:cNvPr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3653282" y="3353815"/>
                <a:ext cx="573023" cy="90297"/>
              </a:xfrm>
              <a:prstGeom prst="rect">
                <a:avLst/>
              </a:prstGeom>
            </p:spPr>
          </p:pic>
          <p:sp>
            <p:nvSpPr>
              <p:cNvPr id="97" name="object 95">
                <a:extLst>
                  <a:ext uri="{FF2B5EF4-FFF2-40B4-BE49-F238E27FC236}">
                    <a16:creationId xmlns:a16="http://schemas.microsoft.com/office/drawing/2014/main" id="{549C8C11-2842-8D04-E7A6-F82CC28F2ADE}"/>
                  </a:ext>
                </a:extLst>
              </p:cNvPr>
              <p:cNvSpPr/>
              <p:nvPr/>
            </p:nvSpPr>
            <p:spPr>
              <a:xfrm>
                <a:off x="3653282" y="3353815"/>
                <a:ext cx="573405" cy="90805"/>
              </a:xfrm>
              <a:custGeom>
                <a:avLst/>
                <a:gdLst/>
                <a:ahLst/>
                <a:cxnLst/>
                <a:rect l="l" t="t" r="r" b="b"/>
                <a:pathLst>
                  <a:path w="573404" h="90804">
                    <a:moveTo>
                      <a:pt x="0" y="45085"/>
                    </a:moveTo>
                    <a:lnTo>
                      <a:pt x="39115" y="22333"/>
                    </a:lnTo>
                    <a:lnTo>
                      <a:pt x="83915" y="13208"/>
                    </a:lnTo>
                    <a:lnTo>
                      <a:pt x="141901" y="6157"/>
                    </a:lnTo>
                    <a:lnTo>
                      <a:pt x="210343" y="1611"/>
                    </a:lnTo>
                    <a:lnTo>
                      <a:pt x="286512" y="0"/>
                    </a:lnTo>
                    <a:lnTo>
                      <a:pt x="362680" y="1611"/>
                    </a:lnTo>
                    <a:lnTo>
                      <a:pt x="431122" y="6157"/>
                    </a:lnTo>
                    <a:lnTo>
                      <a:pt x="489108" y="13208"/>
                    </a:lnTo>
                    <a:lnTo>
                      <a:pt x="533907" y="22333"/>
                    </a:lnTo>
                    <a:lnTo>
                      <a:pt x="573023" y="45085"/>
                    </a:lnTo>
                    <a:lnTo>
                      <a:pt x="562789" y="57121"/>
                    </a:lnTo>
                    <a:lnTo>
                      <a:pt x="489108" y="77073"/>
                    </a:lnTo>
                    <a:lnTo>
                      <a:pt x="431122" y="84135"/>
                    </a:lnTo>
                    <a:lnTo>
                      <a:pt x="362680" y="88685"/>
                    </a:lnTo>
                    <a:lnTo>
                      <a:pt x="286512" y="90297"/>
                    </a:lnTo>
                    <a:lnTo>
                      <a:pt x="210343" y="88685"/>
                    </a:lnTo>
                    <a:lnTo>
                      <a:pt x="141901" y="84135"/>
                    </a:lnTo>
                    <a:lnTo>
                      <a:pt x="83915" y="77073"/>
                    </a:lnTo>
                    <a:lnTo>
                      <a:pt x="39116" y="67926"/>
                    </a:lnTo>
                    <a:lnTo>
                      <a:pt x="0" y="45085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8" name="object 96">
                <a:extLst>
                  <a:ext uri="{FF2B5EF4-FFF2-40B4-BE49-F238E27FC236}">
                    <a16:creationId xmlns:a16="http://schemas.microsoft.com/office/drawing/2014/main" id="{56C1546C-FD5B-FE4F-F3EC-F82A98F0FB5E}"/>
                  </a:ext>
                </a:extLst>
              </p:cNvPr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3652266" y="3283330"/>
                <a:ext cx="577126" cy="116078"/>
              </a:xfrm>
              <a:prstGeom prst="rect">
                <a:avLst/>
              </a:prstGeom>
            </p:spPr>
          </p:pic>
          <p:sp>
            <p:nvSpPr>
              <p:cNvPr id="99" name="object 97">
                <a:extLst>
                  <a:ext uri="{FF2B5EF4-FFF2-40B4-BE49-F238E27FC236}">
                    <a16:creationId xmlns:a16="http://schemas.microsoft.com/office/drawing/2014/main" id="{65D84657-0569-7479-386A-7426E447A8F4}"/>
                  </a:ext>
                </a:extLst>
              </p:cNvPr>
              <p:cNvSpPr/>
              <p:nvPr/>
            </p:nvSpPr>
            <p:spPr>
              <a:xfrm>
                <a:off x="3652266" y="3283330"/>
                <a:ext cx="57340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573404" h="105410">
                    <a:moveTo>
                      <a:pt x="0" y="52578"/>
                    </a:moveTo>
                    <a:lnTo>
                      <a:pt x="39115" y="26020"/>
                    </a:lnTo>
                    <a:lnTo>
                      <a:pt x="83915" y="15382"/>
                    </a:lnTo>
                    <a:lnTo>
                      <a:pt x="141901" y="7168"/>
                    </a:lnTo>
                    <a:lnTo>
                      <a:pt x="210343" y="1875"/>
                    </a:lnTo>
                    <a:lnTo>
                      <a:pt x="286512" y="0"/>
                    </a:lnTo>
                    <a:lnTo>
                      <a:pt x="362626" y="1875"/>
                    </a:lnTo>
                    <a:lnTo>
                      <a:pt x="431033" y="7168"/>
                    </a:lnTo>
                    <a:lnTo>
                      <a:pt x="488997" y="15382"/>
                    </a:lnTo>
                    <a:lnTo>
                      <a:pt x="533785" y="26020"/>
                    </a:lnTo>
                    <a:lnTo>
                      <a:pt x="572897" y="52578"/>
                    </a:lnTo>
                    <a:lnTo>
                      <a:pt x="562663" y="66580"/>
                    </a:lnTo>
                    <a:lnTo>
                      <a:pt x="488997" y="89836"/>
                    </a:lnTo>
                    <a:lnTo>
                      <a:pt x="431033" y="98081"/>
                    </a:lnTo>
                    <a:lnTo>
                      <a:pt x="362626" y="103398"/>
                    </a:lnTo>
                    <a:lnTo>
                      <a:pt x="286512" y="105283"/>
                    </a:lnTo>
                    <a:lnTo>
                      <a:pt x="210343" y="103398"/>
                    </a:lnTo>
                    <a:lnTo>
                      <a:pt x="141901" y="98081"/>
                    </a:lnTo>
                    <a:lnTo>
                      <a:pt x="83915" y="89836"/>
                    </a:lnTo>
                    <a:lnTo>
                      <a:pt x="39115" y="79168"/>
                    </a:lnTo>
                    <a:lnTo>
                      <a:pt x="0" y="52578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" name="object 98">
                <a:extLst>
                  <a:ext uri="{FF2B5EF4-FFF2-40B4-BE49-F238E27FC236}">
                    <a16:creationId xmlns:a16="http://schemas.microsoft.com/office/drawing/2014/main" id="{B7BC1529-1E7F-BF4F-16A1-0994E1B2CD7D}"/>
                  </a:ext>
                </a:extLst>
              </p:cNvPr>
              <p:cNvSpPr/>
              <p:nvPr/>
            </p:nvSpPr>
            <p:spPr>
              <a:xfrm>
                <a:off x="3768725" y="3309873"/>
                <a:ext cx="322580" cy="50165"/>
              </a:xfrm>
              <a:custGeom>
                <a:avLst/>
                <a:gdLst/>
                <a:ahLst/>
                <a:cxnLst/>
                <a:rect l="l" t="t" r="r" b="b"/>
                <a:pathLst>
                  <a:path w="322579" h="50164">
                    <a:moveTo>
                      <a:pt x="0" y="49656"/>
                    </a:moveTo>
                    <a:lnTo>
                      <a:pt x="99822" y="49656"/>
                    </a:lnTo>
                    <a:lnTo>
                      <a:pt x="199644" y="0"/>
                    </a:lnTo>
                    <a:lnTo>
                      <a:pt x="322325" y="0"/>
                    </a:lnTo>
                  </a:path>
                  <a:path w="322579" h="50164">
                    <a:moveTo>
                      <a:pt x="14477" y="0"/>
                    </a:moveTo>
                    <a:lnTo>
                      <a:pt x="114300" y="0"/>
                    </a:lnTo>
                    <a:lnTo>
                      <a:pt x="214249" y="49656"/>
                    </a:lnTo>
                    <a:lnTo>
                      <a:pt x="307848" y="49656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" name="object 99">
                <a:extLst>
                  <a:ext uri="{FF2B5EF4-FFF2-40B4-BE49-F238E27FC236}">
                    <a16:creationId xmlns:a16="http://schemas.microsoft.com/office/drawing/2014/main" id="{9CD9ABA8-A67D-E97E-970D-42B5A72A7D9A}"/>
                  </a:ext>
                </a:extLst>
              </p:cNvPr>
              <p:cNvSpPr/>
              <p:nvPr/>
            </p:nvSpPr>
            <p:spPr>
              <a:xfrm>
                <a:off x="3654298" y="3333876"/>
                <a:ext cx="570230" cy="71755"/>
              </a:xfrm>
              <a:custGeom>
                <a:avLst/>
                <a:gdLst/>
                <a:ahLst/>
                <a:cxnLst/>
                <a:rect l="l" t="t" r="r" b="b"/>
                <a:pathLst>
                  <a:path w="570229" h="71754">
                    <a:moveTo>
                      <a:pt x="0" y="0"/>
                    </a:moveTo>
                    <a:lnTo>
                      <a:pt x="0" y="69596"/>
                    </a:lnTo>
                  </a:path>
                  <a:path w="570229" h="71754">
                    <a:moveTo>
                      <a:pt x="569849" y="1650"/>
                    </a:moveTo>
                    <a:lnTo>
                      <a:pt x="569849" y="71247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2" name="object 100">
                <a:extLst>
                  <a:ext uri="{FF2B5EF4-FFF2-40B4-BE49-F238E27FC236}">
                    <a16:creationId xmlns:a16="http://schemas.microsoft.com/office/drawing/2014/main" id="{906E9258-D662-DD24-C63C-7A8243E78C96}"/>
                  </a:ext>
                </a:extLst>
              </p:cNvPr>
              <p:cNvPicPr/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2805430" y="3418966"/>
                <a:ext cx="573023" cy="90424"/>
              </a:xfrm>
              <a:prstGeom prst="rect">
                <a:avLst/>
              </a:prstGeom>
            </p:spPr>
          </p:pic>
          <p:sp>
            <p:nvSpPr>
              <p:cNvPr id="103" name="object 101">
                <a:extLst>
                  <a:ext uri="{FF2B5EF4-FFF2-40B4-BE49-F238E27FC236}">
                    <a16:creationId xmlns:a16="http://schemas.microsoft.com/office/drawing/2014/main" id="{02F61463-68A8-1D4D-7D3F-63F9A3031CF0}"/>
                  </a:ext>
                </a:extLst>
              </p:cNvPr>
              <p:cNvSpPr/>
              <p:nvPr/>
            </p:nvSpPr>
            <p:spPr>
              <a:xfrm>
                <a:off x="2805430" y="3418966"/>
                <a:ext cx="573405" cy="90805"/>
              </a:xfrm>
              <a:custGeom>
                <a:avLst/>
                <a:gdLst/>
                <a:ahLst/>
                <a:cxnLst/>
                <a:rect l="l" t="t" r="r" b="b"/>
                <a:pathLst>
                  <a:path w="573404" h="90804">
                    <a:moveTo>
                      <a:pt x="0" y="45212"/>
                    </a:moveTo>
                    <a:lnTo>
                      <a:pt x="39116" y="22427"/>
                    </a:lnTo>
                    <a:lnTo>
                      <a:pt x="83915" y="13271"/>
                    </a:lnTo>
                    <a:lnTo>
                      <a:pt x="141901" y="6190"/>
                    </a:lnTo>
                    <a:lnTo>
                      <a:pt x="210343" y="1620"/>
                    </a:lnTo>
                    <a:lnTo>
                      <a:pt x="286512" y="0"/>
                    </a:lnTo>
                    <a:lnTo>
                      <a:pt x="362680" y="1620"/>
                    </a:lnTo>
                    <a:lnTo>
                      <a:pt x="431122" y="6190"/>
                    </a:lnTo>
                    <a:lnTo>
                      <a:pt x="489108" y="13271"/>
                    </a:lnTo>
                    <a:lnTo>
                      <a:pt x="533907" y="22427"/>
                    </a:lnTo>
                    <a:lnTo>
                      <a:pt x="573023" y="45212"/>
                    </a:lnTo>
                    <a:lnTo>
                      <a:pt x="562789" y="57248"/>
                    </a:lnTo>
                    <a:lnTo>
                      <a:pt x="489108" y="77200"/>
                    </a:lnTo>
                    <a:lnTo>
                      <a:pt x="431122" y="84262"/>
                    </a:lnTo>
                    <a:lnTo>
                      <a:pt x="362680" y="88812"/>
                    </a:lnTo>
                    <a:lnTo>
                      <a:pt x="286512" y="90424"/>
                    </a:lnTo>
                    <a:lnTo>
                      <a:pt x="210343" y="88812"/>
                    </a:lnTo>
                    <a:lnTo>
                      <a:pt x="141901" y="84262"/>
                    </a:lnTo>
                    <a:lnTo>
                      <a:pt x="83915" y="77200"/>
                    </a:lnTo>
                    <a:lnTo>
                      <a:pt x="39116" y="68053"/>
                    </a:lnTo>
                    <a:lnTo>
                      <a:pt x="0" y="45212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4" name="object 102">
                <a:extLst>
                  <a:ext uri="{FF2B5EF4-FFF2-40B4-BE49-F238E27FC236}">
                    <a16:creationId xmlns:a16="http://schemas.microsoft.com/office/drawing/2014/main" id="{8DAAA624-D220-00C4-6DF0-AA15A851848D}"/>
                  </a:ext>
                </a:extLst>
              </p:cNvPr>
              <p:cNvPicPr/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2804413" y="3348481"/>
                <a:ext cx="577126" cy="116077"/>
              </a:xfrm>
              <a:prstGeom prst="rect">
                <a:avLst/>
              </a:prstGeom>
            </p:spPr>
          </p:pic>
          <p:sp>
            <p:nvSpPr>
              <p:cNvPr id="105" name="object 103">
                <a:extLst>
                  <a:ext uri="{FF2B5EF4-FFF2-40B4-BE49-F238E27FC236}">
                    <a16:creationId xmlns:a16="http://schemas.microsoft.com/office/drawing/2014/main" id="{AE2A393F-3620-C4F7-7D35-AAF24314B531}"/>
                  </a:ext>
                </a:extLst>
              </p:cNvPr>
              <p:cNvSpPr/>
              <p:nvPr/>
            </p:nvSpPr>
            <p:spPr>
              <a:xfrm>
                <a:off x="2804413" y="3348481"/>
                <a:ext cx="57340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573404" h="105410">
                    <a:moveTo>
                      <a:pt x="0" y="52704"/>
                    </a:moveTo>
                    <a:lnTo>
                      <a:pt x="39116" y="26114"/>
                    </a:lnTo>
                    <a:lnTo>
                      <a:pt x="83915" y="15446"/>
                    </a:lnTo>
                    <a:lnTo>
                      <a:pt x="141901" y="7201"/>
                    </a:lnTo>
                    <a:lnTo>
                      <a:pt x="210343" y="1884"/>
                    </a:lnTo>
                    <a:lnTo>
                      <a:pt x="286512" y="0"/>
                    </a:lnTo>
                    <a:lnTo>
                      <a:pt x="362680" y="1884"/>
                    </a:lnTo>
                    <a:lnTo>
                      <a:pt x="431122" y="7201"/>
                    </a:lnTo>
                    <a:lnTo>
                      <a:pt x="489108" y="15446"/>
                    </a:lnTo>
                    <a:lnTo>
                      <a:pt x="533908" y="26114"/>
                    </a:lnTo>
                    <a:lnTo>
                      <a:pt x="573024" y="52704"/>
                    </a:lnTo>
                    <a:lnTo>
                      <a:pt x="562789" y="66707"/>
                    </a:lnTo>
                    <a:lnTo>
                      <a:pt x="489108" y="89963"/>
                    </a:lnTo>
                    <a:lnTo>
                      <a:pt x="431122" y="98208"/>
                    </a:lnTo>
                    <a:lnTo>
                      <a:pt x="362680" y="103525"/>
                    </a:lnTo>
                    <a:lnTo>
                      <a:pt x="286512" y="105409"/>
                    </a:lnTo>
                    <a:lnTo>
                      <a:pt x="210343" y="103525"/>
                    </a:lnTo>
                    <a:lnTo>
                      <a:pt x="141901" y="98208"/>
                    </a:lnTo>
                    <a:lnTo>
                      <a:pt x="83915" y="89963"/>
                    </a:lnTo>
                    <a:lnTo>
                      <a:pt x="39116" y="79295"/>
                    </a:lnTo>
                    <a:lnTo>
                      <a:pt x="0" y="52704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6" name="object 104">
                <a:extLst>
                  <a:ext uri="{FF2B5EF4-FFF2-40B4-BE49-F238E27FC236}">
                    <a16:creationId xmlns:a16="http://schemas.microsoft.com/office/drawing/2014/main" id="{C399E32C-C9DC-4BAB-EEC8-62D3454C58B1}"/>
                  </a:ext>
                </a:extLst>
              </p:cNvPr>
              <p:cNvSpPr/>
              <p:nvPr/>
            </p:nvSpPr>
            <p:spPr>
              <a:xfrm>
                <a:off x="2920872" y="3375024"/>
                <a:ext cx="322580" cy="50165"/>
              </a:xfrm>
              <a:custGeom>
                <a:avLst/>
                <a:gdLst/>
                <a:ahLst/>
                <a:cxnLst/>
                <a:rect l="l" t="t" r="r" b="b"/>
                <a:pathLst>
                  <a:path w="322580" h="50164">
                    <a:moveTo>
                      <a:pt x="0" y="49784"/>
                    </a:moveTo>
                    <a:lnTo>
                      <a:pt x="99821" y="49784"/>
                    </a:lnTo>
                    <a:lnTo>
                      <a:pt x="199644" y="0"/>
                    </a:lnTo>
                    <a:lnTo>
                      <a:pt x="322325" y="0"/>
                    </a:lnTo>
                  </a:path>
                  <a:path w="322580" h="50164">
                    <a:moveTo>
                      <a:pt x="14604" y="0"/>
                    </a:moveTo>
                    <a:lnTo>
                      <a:pt x="114426" y="0"/>
                    </a:lnTo>
                    <a:lnTo>
                      <a:pt x="214249" y="49784"/>
                    </a:lnTo>
                    <a:lnTo>
                      <a:pt x="307847" y="49784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7" name="object 105">
                <a:extLst>
                  <a:ext uri="{FF2B5EF4-FFF2-40B4-BE49-F238E27FC236}">
                    <a16:creationId xmlns:a16="http://schemas.microsoft.com/office/drawing/2014/main" id="{E409D132-B853-515B-3865-86B088CF2655}"/>
                  </a:ext>
                </a:extLst>
              </p:cNvPr>
              <p:cNvSpPr/>
              <p:nvPr/>
            </p:nvSpPr>
            <p:spPr>
              <a:xfrm>
                <a:off x="2806446" y="3399154"/>
                <a:ext cx="570230" cy="71755"/>
              </a:xfrm>
              <a:custGeom>
                <a:avLst/>
                <a:gdLst/>
                <a:ahLst/>
                <a:cxnLst/>
                <a:rect l="l" t="t" r="r" b="b"/>
                <a:pathLst>
                  <a:path w="570229" h="71754">
                    <a:moveTo>
                      <a:pt x="0" y="0"/>
                    </a:moveTo>
                    <a:lnTo>
                      <a:pt x="0" y="69596"/>
                    </a:lnTo>
                  </a:path>
                  <a:path w="570229" h="71754">
                    <a:moveTo>
                      <a:pt x="569976" y="1650"/>
                    </a:moveTo>
                    <a:lnTo>
                      <a:pt x="569976" y="71247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8" name="object 106">
                <a:extLst>
                  <a:ext uri="{FF2B5EF4-FFF2-40B4-BE49-F238E27FC236}">
                    <a16:creationId xmlns:a16="http://schemas.microsoft.com/office/drawing/2014/main" id="{C3F1A040-B5AF-60EE-00D6-9932DFBDE09B}"/>
                  </a:ext>
                </a:extLst>
              </p:cNvPr>
              <p:cNvPicPr/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3117722" y="3160140"/>
                <a:ext cx="573024" cy="90297"/>
              </a:xfrm>
              <a:prstGeom prst="rect">
                <a:avLst/>
              </a:prstGeom>
            </p:spPr>
          </p:pic>
          <p:sp>
            <p:nvSpPr>
              <p:cNvPr id="109" name="object 107">
                <a:extLst>
                  <a:ext uri="{FF2B5EF4-FFF2-40B4-BE49-F238E27FC236}">
                    <a16:creationId xmlns:a16="http://schemas.microsoft.com/office/drawing/2014/main" id="{02874918-73FA-A967-6EB8-ED117388F70E}"/>
                  </a:ext>
                </a:extLst>
              </p:cNvPr>
              <p:cNvSpPr/>
              <p:nvPr/>
            </p:nvSpPr>
            <p:spPr>
              <a:xfrm>
                <a:off x="3117722" y="3160140"/>
                <a:ext cx="573405" cy="90805"/>
              </a:xfrm>
              <a:custGeom>
                <a:avLst/>
                <a:gdLst/>
                <a:ahLst/>
                <a:cxnLst/>
                <a:rect l="l" t="t" r="r" b="b"/>
                <a:pathLst>
                  <a:path w="573404" h="90805">
                    <a:moveTo>
                      <a:pt x="0" y="45085"/>
                    </a:moveTo>
                    <a:lnTo>
                      <a:pt x="39116" y="22333"/>
                    </a:lnTo>
                    <a:lnTo>
                      <a:pt x="83915" y="13208"/>
                    </a:lnTo>
                    <a:lnTo>
                      <a:pt x="141901" y="6157"/>
                    </a:lnTo>
                    <a:lnTo>
                      <a:pt x="210343" y="1611"/>
                    </a:lnTo>
                    <a:lnTo>
                      <a:pt x="286512" y="0"/>
                    </a:lnTo>
                    <a:lnTo>
                      <a:pt x="362680" y="1611"/>
                    </a:lnTo>
                    <a:lnTo>
                      <a:pt x="431122" y="6157"/>
                    </a:lnTo>
                    <a:lnTo>
                      <a:pt x="489108" y="13208"/>
                    </a:lnTo>
                    <a:lnTo>
                      <a:pt x="533908" y="22333"/>
                    </a:lnTo>
                    <a:lnTo>
                      <a:pt x="573024" y="45085"/>
                    </a:lnTo>
                    <a:lnTo>
                      <a:pt x="562789" y="57121"/>
                    </a:lnTo>
                    <a:lnTo>
                      <a:pt x="489108" y="77073"/>
                    </a:lnTo>
                    <a:lnTo>
                      <a:pt x="431122" y="84135"/>
                    </a:lnTo>
                    <a:lnTo>
                      <a:pt x="362680" y="88685"/>
                    </a:lnTo>
                    <a:lnTo>
                      <a:pt x="286512" y="90297"/>
                    </a:lnTo>
                    <a:lnTo>
                      <a:pt x="210343" y="88685"/>
                    </a:lnTo>
                    <a:lnTo>
                      <a:pt x="141901" y="84135"/>
                    </a:lnTo>
                    <a:lnTo>
                      <a:pt x="83915" y="77073"/>
                    </a:lnTo>
                    <a:lnTo>
                      <a:pt x="39116" y="67926"/>
                    </a:lnTo>
                    <a:lnTo>
                      <a:pt x="0" y="45085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10" name="object 108">
                <a:extLst>
                  <a:ext uri="{FF2B5EF4-FFF2-40B4-BE49-F238E27FC236}">
                    <a16:creationId xmlns:a16="http://schemas.microsoft.com/office/drawing/2014/main" id="{CEF63EB4-B01C-3FE3-C4F8-26574024F5A8}"/>
                  </a:ext>
                </a:extLst>
              </p:cNvPr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3116707" y="3089655"/>
                <a:ext cx="577126" cy="116078"/>
              </a:xfrm>
              <a:prstGeom prst="rect">
                <a:avLst/>
              </a:prstGeom>
            </p:spPr>
          </p:pic>
          <p:sp>
            <p:nvSpPr>
              <p:cNvPr id="111" name="object 109">
                <a:extLst>
                  <a:ext uri="{FF2B5EF4-FFF2-40B4-BE49-F238E27FC236}">
                    <a16:creationId xmlns:a16="http://schemas.microsoft.com/office/drawing/2014/main" id="{C189111C-3875-A21E-0CB6-C4E70DE9A183}"/>
                  </a:ext>
                </a:extLst>
              </p:cNvPr>
              <p:cNvSpPr/>
              <p:nvPr/>
            </p:nvSpPr>
            <p:spPr>
              <a:xfrm>
                <a:off x="3116707" y="3089655"/>
                <a:ext cx="57340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573404" h="105410">
                    <a:moveTo>
                      <a:pt x="0" y="52578"/>
                    </a:moveTo>
                    <a:lnTo>
                      <a:pt x="39116" y="26020"/>
                    </a:lnTo>
                    <a:lnTo>
                      <a:pt x="83915" y="15382"/>
                    </a:lnTo>
                    <a:lnTo>
                      <a:pt x="141901" y="7168"/>
                    </a:lnTo>
                    <a:lnTo>
                      <a:pt x="210343" y="1875"/>
                    </a:lnTo>
                    <a:lnTo>
                      <a:pt x="286512" y="0"/>
                    </a:lnTo>
                    <a:lnTo>
                      <a:pt x="362680" y="1875"/>
                    </a:lnTo>
                    <a:lnTo>
                      <a:pt x="431122" y="7168"/>
                    </a:lnTo>
                    <a:lnTo>
                      <a:pt x="489108" y="15382"/>
                    </a:lnTo>
                    <a:lnTo>
                      <a:pt x="533907" y="26020"/>
                    </a:lnTo>
                    <a:lnTo>
                      <a:pt x="573023" y="52578"/>
                    </a:lnTo>
                    <a:lnTo>
                      <a:pt x="562789" y="66580"/>
                    </a:lnTo>
                    <a:lnTo>
                      <a:pt x="489108" y="89836"/>
                    </a:lnTo>
                    <a:lnTo>
                      <a:pt x="431122" y="98081"/>
                    </a:lnTo>
                    <a:lnTo>
                      <a:pt x="362680" y="103398"/>
                    </a:lnTo>
                    <a:lnTo>
                      <a:pt x="286512" y="105283"/>
                    </a:lnTo>
                    <a:lnTo>
                      <a:pt x="210343" y="103398"/>
                    </a:lnTo>
                    <a:lnTo>
                      <a:pt x="141901" y="98081"/>
                    </a:lnTo>
                    <a:lnTo>
                      <a:pt x="83915" y="89836"/>
                    </a:lnTo>
                    <a:lnTo>
                      <a:pt x="39116" y="79168"/>
                    </a:lnTo>
                    <a:lnTo>
                      <a:pt x="0" y="52578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2" name="object 110">
                <a:extLst>
                  <a:ext uri="{FF2B5EF4-FFF2-40B4-BE49-F238E27FC236}">
                    <a16:creationId xmlns:a16="http://schemas.microsoft.com/office/drawing/2014/main" id="{A226ADF0-67E6-E10F-54CE-5E59EBF86E03}"/>
                  </a:ext>
                </a:extLst>
              </p:cNvPr>
              <p:cNvSpPr/>
              <p:nvPr/>
            </p:nvSpPr>
            <p:spPr>
              <a:xfrm>
                <a:off x="3233166" y="3116198"/>
                <a:ext cx="322580" cy="50165"/>
              </a:xfrm>
              <a:custGeom>
                <a:avLst/>
                <a:gdLst/>
                <a:ahLst/>
                <a:cxnLst/>
                <a:rect l="l" t="t" r="r" b="b"/>
                <a:pathLst>
                  <a:path w="322579" h="50164">
                    <a:moveTo>
                      <a:pt x="0" y="49656"/>
                    </a:moveTo>
                    <a:lnTo>
                      <a:pt x="99821" y="49656"/>
                    </a:lnTo>
                    <a:lnTo>
                      <a:pt x="199644" y="0"/>
                    </a:lnTo>
                    <a:lnTo>
                      <a:pt x="322453" y="0"/>
                    </a:lnTo>
                  </a:path>
                  <a:path w="322579" h="50164">
                    <a:moveTo>
                      <a:pt x="14604" y="0"/>
                    </a:moveTo>
                    <a:lnTo>
                      <a:pt x="114426" y="0"/>
                    </a:lnTo>
                    <a:lnTo>
                      <a:pt x="214248" y="49656"/>
                    </a:lnTo>
                    <a:lnTo>
                      <a:pt x="307847" y="49656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3" name="object 111">
                <a:extLst>
                  <a:ext uri="{FF2B5EF4-FFF2-40B4-BE49-F238E27FC236}">
                    <a16:creationId xmlns:a16="http://schemas.microsoft.com/office/drawing/2014/main" id="{F7CB7483-7FE7-D195-C404-13CEA0C2D4B5}"/>
                  </a:ext>
                </a:extLst>
              </p:cNvPr>
              <p:cNvSpPr/>
              <p:nvPr/>
            </p:nvSpPr>
            <p:spPr>
              <a:xfrm>
                <a:off x="3117722" y="3140201"/>
                <a:ext cx="572135" cy="71755"/>
              </a:xfrm>
              <a:custGeom>
                <a:avLst/>
                <a:gdLst/>
                <a:ahLst/>
                <a:cxnLst/>
                <a:rect l="l" t="t" r="r" b="b"/>
                <a:pathLst>
                  <a:path w="572135" h="71755">
                    <a:moveTo>
                      <a:pt x="0" y="0"/>
                    </a:moveTo>
                    <a:lnTo>
                      <a:pt x="0" y="69596"/>
                    </a:lnTo>
                  </a:path>
                  <a:path w="572135" h="71755">
                    <a:moveTo>
                      <a:pt x="572007" y="1650"/>
                    </a:moveTo>
                    <a:lnTo>
                      <a:pt x="572007" y="71247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14" name="object 112">
                <a:extLst>
                  <a:ext uri="{FF2B5EF4-FFF2-40B4-BE49-F238E27FC236}">
                    <a16:creationId xmlns:a16="http://schemas.microsoft.com/office/drawing/2014/main" id="{D228FAFA-CA88-EB41-30F2-E3657946E7A2}"/>
                  </a:ext>
                </a:extLst>
              </p:cNvPr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4140835" y="3039871"/>
                <a:ext cx="573024" cy="90297"/>
              </a:xfrm>
              <a:prstGeom prst="rect">
                <a:avLst/>
              </a:prstGeom>
            </p:spPr>
          </p:pic>
          <p:sp>
            <p:nvSpPr>
              <p:cNvPr id="115" name="object 113">
                <a:extLst>
                  <a:ext uri="{FF2B5EF4-FFF2-40B4-BE49-F238E27FC236}">
                    <a16:creationId xmlns:a16="http://schemas.microsoft.com/office/drawing/2014/main" id="{27313794-EFA7-3E52-E564-C0C9F665E5C0}"/>
                  </a:ext>
                </a:extLst>
              </p:cNvPr>
              <p:cNvSpPr/>
              <p:nvPr/>
            </p:nvSpPr>
            <p:spPr>
              <a:xfrm>
                <a:off x="4140835" y="3039871"/>
                <a:ext cx="573405" cy="90805"/>
              </a:xfrm>
              <a:custGeom>
                <a:avLst/>
                <a:gdLst/>
                <a:ahLst/>
                <a:cxnLst/>
                <a:rect l="l" t="t" r="r" b="b"/>
                <a:pathLst>
                  <a:path w="573404" h="90805">
                    <a:moveTo>
                      <a:pt x="0" y="45212"/>
                    </a:moveTo>
                    <a:lnTo>
                      <a:pt x="39115" y="22370"/>
                    </a:lnTo>
                    <a:lnTo>
                      <a:pt x="83915" y="13223"/>
                    </a:lnTo>
                    <a:lnTo>
                      <a:pt x="141901" y="6161"/>
                    </a:lnTo>
                    <a:lnTo>
                      <a:pt x="210343" y="1611"/>
                    </a:lnTo>
                    <a:lnTo>
                      <a:pt x="286512" y="0"/>
                    </a:lnTo>
                    <a:lnTo>
                      <a:pt x="362680" y="1611"/>
                    </a:lnTo>
                    <a:lnTo>
                      <a:pt x="431122" y="6161"/>
                    </a:lnTo>
                    <a:lnTo>
                      <a:pt x="489108" y="13223"/>
                    </a:lnTo>
                    <a:lnTo>
                      <a:pt x="533908" y="22370"/>
                    </a:lnTo>
                    <a:lnTo>
                      <a:pt x="573024" y="45212"/>
                    </a:lnTo>
                    <a:lnTo>
                      <a:pt x="562789" y="57194"/>
                    </a:lnTo>
                    <a:lnTo>
                      <a:pt x="489108" y="77088"/>
                    </a:lnTo>
                    <a:lnTo>
                      <a:pt x="431122" y="84139"/>
                    </a:lnTo>
                    <a:lnTo>
                      <a:pt x="362680" y="88685"/>
                    </a:lnTo>
                    <a:lnTo>
                      <a:pt x="286512" y="90297"/>
                    </a:lnTo>
                    <a:lnTo>
                      <a:pt x="210343" y="88685"/>
                    </a:lnTo>
                    <a:lnTo>
                      <a:pt x="141901" y="84139"/>
                    </a:lnTo>
                    <a:lnTo>
                      <a:pt x="83915" y="77088"/>
                    </a:lnTo>
                    <a:lnTo>
                      <a:pt x="39116" y="67963"/>
                    </a:lnTo>
                    <a:lnTo>
                      <a:pt x="0" y="45212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16" name="object 114">
                <a:extLst>
                  <a:ext uri="{FF2B5EF4-FFF2-40B4-BE49-F238E27FC236}">
                    <a16:creationId xmlns:a16="http://schemas.microsoft.com/office/drawing/2014/main" id="{CD08DC84-ABC1-A927-0D0B-955A951A1E90}"/>
                  </a:ext>
                </a:extLst>
              </p:cNvPr>
              <p:cNvPicPr/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4139819" y="2969386"/>
                <a:ext cx="577126" cy="116077"/>
              </a:xfrm>
              <a:prstGeom prst="rect">
                <a:avLst/>
              </a:prstGeom>
            </p:spPr>
          </p:pic>
          <p:sp>
            <p:nvSpPr>
              <p:cNvPr id="117" name="object 115">
                <a:extLst>
                  <a:ext uri="{FF2B5EF4-FFF2-40B4-BE49-F238E27FC236}">
                    <a16:creationId xmlns:a16="http://schemas.microsoft.com/office/drawing/2014/main" id="{C11A68C9-F49F-D95C-1F48-5C32A6E3EE2D}"/>
                  </a:ext>
                </a:extLst>
              </p:cNvPr>
              <p:cNvSpPr/>
              <p:nvPr/>
            </p:nvSpPr>
            <p:spPr>
              <a:xfrm>
                <a:off x="4139819" y="2969386"/>
                <a:ext cx="57340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573404" h="105410">
                    <a:moveTo>
                      <a:pt x="0" y="52577"/>
                    </a:moveTo>
                    <a:lnTo>
                      <a:pt x="39115" y="26020"/>
                    </a:lnTo>
                    <a:lnTo>
                      <a:pt x="83915" y="15382"/>
                    </a:lnTo>
                    <a:lnTo>
                      <a:pt x="141901" y="7168"/>
                    </a:lnTo>
                    <a:lnTo>
                      <a:pt x="210343" y="1875"/>
                    </a:lnTo>
                    <a:lnTo>
                      <a:pt x="286511" y="0"/>
                    </a:lnTo>
                    <a:lnTo>
                      <a:pt x="362680" y="1875"/>
                    </a:lnTo>
                    <a:lnTo>
                      <a:pt x="431122" y="7168"/>
                    </a:lnTo>
                    <a:lnTo>
                      <a:pt x="489108" y="15382"/>
                    </a:lnTo>
                    <a:lnTo>
                      <a:pt x="533907" y="26020"/>
                    </a:lnTo>
                    <a:lnTo>
                      <a:pt x="573023" y="52577"/>
                    </a:lnTo>
                    <a:lnTo>
                      <a:pt x="562789" y="66580"/>
                    </a:lnTo>
                    <a:lnTo>
                      <a:pt x="489108" y="89836"/>
                    </a:lnTo>
                    <a:lnTo>
                      <a:pt x="431122" y="98081"/>
                    </a:lnTo>
                    <a:lnTo>
                      <a:pt x="362680" y="103398"/>
                    </a:lnTo>
                    <a:lnTo>
                      <a:pt x="286511" y="105283"/>
                    </a:lnTo>
                    <a:lnTo>
                      <a:pt x="210343" y="103398"/>
                    </a:lnTo>
                    <a:lnTo>
                      <a:pt x="141901" y="98081"/>
                    </a:lnTo>
                    <a:lnTo>
                      <a:pt x="83915" y="89836"/>
                    </a:lnTo>
                    <a:lnTo>
                      <a:pt x="39115" y="79168"/>
                    </a:lnTo>
                    <a:lnTo>
                      <a:pt x="0" y="52577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8" name="object 116">
                <a:extLst>
                  <a:ext uri="{FF2B5EF4-FFF2-40B4-BE49-F238E27FC236}">
                    <a16:creationId xmlns:a16="http://schemas.microsoft.com/office/drawing/2014/main" id="{B14F11BB-3A41-3D7E-89D8-25D0EE6D3CD3}"/>
                  </a:ext>
                </a:extLst>
              </p:cNvPr>
              <p:cNvSpPr/>
              <p:nvPr/>
            </p:nvSpPr>
            <p:spPr>
              <a:xfrm>
                <a:off x="4256277" y="2995929"/>
                <a:ext cx="322580" cy="50165"/>
              </a:xfrm>
              <a:custGeom>
                <a:avLst/>
                <a:gdLst/>
                <a:ahLst/>
                <a:cxnLst/>
                <a:rect l="l" t="t" r="r" b="b"/>
                <a:pathLst>
                  <a:path w="322579" h="50164">
                    <a:moveTo>
                      <a:pt x="0" y="49657"/>
                    </a:moveTo>
                    <a:lnTo>
                      <a:pt x="99822" y="49657"/>
                    </a:lnTo>
                    <a:lnTo>
                      <a:pt x="199644" y="0"/>
                    </a:lnTo>
                    <a:lnTo>
                      <a:pt x="322325" y="0"/>
                    </a:lnTo>
                  </a:path>
                  <a:path w="322579" h="50164">
                    <a:moveTo>
                      <a:pt x="14605" y="0"/>
                    </a:moveTo>
                    <a:lnTo>
                      <a:pt x="114426" y="0"/>
                    </a:lnTo>
                    <a:lnTo>
                      <a:pt x="214249" y="49657"/>
                    </a:lnTo>
                    <a:lnTo>
                      <a:pt x="307848" y="49657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9" name="object 117">
                <a:extLst>
                  <a:ext uri="{FF2B5EF4-FFF2-40B4-BE49-F238E27FC236}">
                    <a16:creationId xmlns:a16="http://schemas.microsoft.com/office/drawing/2014/main" id="{9775B7A8-9B4B-2752-EE65-00A284A1418E}"/>
                  </a:ext>
                </a:extLst>
              </p:cNvPr>
              <p:cNvSpPr/>
              <p:nvPr/>
            </p:nvSpPr>
            <p:spPr>
              <a:xfrm>
                <a:off x="4141851" y="3019170"/>
                <a:ext cx="570230" cy="71755"/>
              </a:xfrm>
              <a:custGeom>
                <a:avLst/>
                <a:gdLst/>
                <a:ahLst/>
                <a:cxnLst/>
                <a:rect l="l" t="t" r="r" b="b"/>
                <a:pathLst>
                  <a:path w="570229" h="71755">
                    <a:moveTo>
                      <a:pt x="0" y="0"/>
                    </a:moveTo>
                    <a:lnTo>
                      <a:pt x="0" y="69595"/>
                    </a:lnTo>
                  </a:path>
                  <a:path w="570229" h="71755">
                    <a:moveTo>
                      <a:pt x="569849" y="1650"/>
                    </a:moveTo>
                    <a:lnTo>
                      <a:pt x="569849" y="71246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0" name="object 118">
                <a:extLst>
                  <a:ext uri="{FF2B5EF4-FFF2-40B4-BE49-F238E27FC236}">
                    <a16:creationId xmlns:a16="http://schemas.microsoft.com/office/drawing/2014/main" id="{B72DB4FB-C871-972F-9B6E-BC075D0B3FBA}"/>
                  </a:ext>
                </a:extLst>
              </p:cNvPr>
              <p:cNvPicPr/>
              <p:nvPr/>
            </p:nvPicPr>
            <p:blipFill>
              <a:blip r:embed="rId27" cstate="print"/>
              <a:stretch>
                <a:fillRect/>
              </a:stretch>
            </p:blipFill>
            <p:spPr>
              <a:xfrm>
                <a:off x="4387214" y="3555872"/>
                <a:ext cx="572897" cy="90424"/>
              </a:xfrm>
              <a:prstGeom prst="rect">
                <a:avLst/>
              </a:prstGeom>
            </p:spPr>
          </p:pic>
          <p:sp>
            <p:nvSpPr>
              <p:cNvPr id="121" name="object 119">
                <a:extLst>
                  <a:ext uri="{FF2B5EF4-FFF2-40B4-BE49-F238E27FC236}">
                    <a16:creationId xmlns:a16="http://schemas.microsoft.com/office/drawing/2014/main" id="{B9815307-8BDA-6EB6-6D2F-3BF0147DB021}"/>
                  </a:ext>
                </a:extLst>
              </p:cNvPr>
              <p:cNvSpPr/>
              <p:nvPr/>
            </p:nvSpPr>
            <p:spPr>
              <a:xfrm>
                <a:off x="4387214" y="3555872"/>
                <a:ext cx="573405" cy="90805"/>
              </a:xfrm>
              <a:custGeom>
                <a:avLst/>
                <a:gdLst/>
                <a:ahLst/>
                <a:cxnLst/>
                <a:rect l="l" t="t" r="r" b="b"/>
                <a:pathLst>
                  <a:path w="573404" h="90804">
                    <a:moveTo>
                      <a:pt x="0" y="45212"/>
                    </a:moveTo>
                    <a:lnTo>
                      <a:pt x="39115" y="22427"/>
                    </a:lnTo>
                    <a:lnTo>
                      <a:pt x="83915" y="13271"/>
                    </a:lnTo>
                    <a:lnTo>
                      <a:pt x="141901" y="6190"/>
                    </a:lnTo>
                    <a:lnTo>
                      <a:pt x="210343" y="1620"/>
                    </a:lnTo>
                    <a:lnTo>
                      <a:pt x="286512" y="0"/>
                    </a:lnTo>
                    <a:lnTo>
                      <a:pt x="362626" y="1620"/>
                    </a:lnTo>
                    <a:lnTo>
                      <a:pt x="431033" y="6190"/>
                    </a:lnTo>
                    <a:lnTo>
                      <a:pt x="488997" y="13271"/>
                    </a:lnTo>
                    <a:lnTo>
                      <a:pt x="533785" y="22427"/>
                    </a:lnTo>
                    <a:lnTo>
                      <a:pt x="572897" y="45212"/>
                    </a:lnTo>
                    <a:lnTo>
                      <a:pt x="562663" y="57248"/>
                    </a:lnTo>
                    <a:lnTo>
                      <a:pt x="488997" y="77200"/>
                    </a:lnTo>
                    <a:lnTo>
                      <a:pt x="431033" y="84262"/>
                    </a:lnTo>
                    <a:lnTo>
                      <a:pt x="362626" y="88812"/>
                    </a:lnTo>
                    <a:lnTo>
                      <a:pt x="286512" y="90424"/>
                    </a:lnTo>
                    <a:lnTo>
                      <a:pt x="210343" y="88812"/>
                    </a:lnTo>
                    <a:lnTo>
                      <a:pt x="141901" y="84262"/>
                    </a:lnTo>
                    <a:lnTo>
                      <a:pt x="83915" y="77200"/>
                    </a:lnTo>
                    <a:lnTo>
                      <a:pt x="39115" y="68053"/>
                    </a:lnTo>
                    <a:lnTo>
                      <a:pt x="0" y="45212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2" name="object 120">
                <a:extLst>
                  <a:ext uri="{FF2B5EF4-FFF2-40B4-BE49-F238E27FC236}">
                    <a16:creationId xmlns:a16="http://schemas.microsoft.com/office/drawing/2014/main" id="{3FD26AC1-86AF-44D5-3100-178B0E294868}"/>
                  </a:ext>
                </a:extLst>
              </p:cNvPr>
              <p:cNvPicPr/>
              <p:nvPr/>
            </p:nvPicPr>
            <p:blipFill>
              <a:blip r:embed="rId28" cstate="print"/>
              <a:stretch>
                <a:fillRect/>
              </a:stretch>
            </p:blipFill>
            <p:spPr>
              <a:xfrm>
                <a:off x="4386072" y="3485387"/>
                <a:ext cx="577253" cy="116077"/>
              </a:xfrm>
              <a:prstGeom prst="rect">
                <a:avLst/>
              </a:prstGeom>
            </p:spPr>
          </p:pic>
          <p:sp>
            <p:nvSpPr>
              <p:cNvPr id="123" name="object 121">
                <a:extLst>
                  <a:ext uri="{FF2B5EF4-FFF2-40B4-BE49-F238E27FC236}">
                    <a16:creationId xmlns:a16="http://schemas.microsoft.com/office/drawing/2014/main" id="{B012BD13-5C3D-9114-B9DA-28B18EB78557}"/>
                  </a:ext>
                </a:extLst>
              </p:cNvPr>
              <p:cNvSpPr/>
              <p:nvPr/>
            </p:nvSpPr>
            <p:spPr>
              <a:xfrm>
                <a:off x="4386072" y="3485387"/>
                <a:ext cx="57340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573404" h="105410">
                    <a:moveTo>
                      <a:pt x="0" y="52704"/>
                    </a:moveTo>
                    <a:lnTo>
                      <a:pt x="39115" y="26114"/>
                    </a:lnTo>
                    <a:lnTo>
                      <a:pt x="83915" y="15446"/>
                    </a:lnTo>
                    <a:lnTo>
                      <a:pt x="141901" y="7201"/>
                    </a:lnTo>
                    <a:lnTo>
                      <a:pt x="210343" y="1884"/>
                    </a:lnTo>
                    <a:lnTo>
                      <a:pt x="286512" y="0"/>
                    </a:lnTo>
                    <a:lnTo>
                      <a:pt x="362680" y="1884"/>
                    </a:lnTo>
                    <a:lnTo>
                      <a:pt x="431122" y="7201"/>
                    </a:lnTo>
                    <a:lnTo>
                      <a:pt x="489108" y="15446"/>
                    </a:lnTo>
                    <a:lnTo>
                      <a:pt x="533908" y="26114"/>
                    </a:lnTo>
                    <a:lnTo>
                      <a:pt x="573024" y="52704"/>
                    </a:lnTo>
                    <a:lnTo>
                      <a:pt x="562789" y="66697"/>
                    </a:lnTo>
                    <a:lnTo>
                      <a:pt x="489108" y="89900"/>
                    </a:lnTo>
                    <a:lnTo>
                      <a:pt x="431122" y="98114"/>
                    </a:lnTo>
                    <a:lnTo>
                      <a:pt x="362680" y="103407"/>
                    </a:lnTo>
                    <a:lnTo>
                      <a:pt x="286512" y="105283"/>
                    </a:lnTo>
                    <a:lnTo>
                      <a:pt x="210343" y="103407"/>
                    </a:lnTo>
                    <a:lnTo>
                      <a:pt x="141901" y="98114"/>
                    </a:lnTo>
                    <a:lnTo>
                      <a:pt x="83915" y="89900"/>
                    </a:lnTo>
                    <a:lnTo>
                      <a:pt x="39116" y="79262"/>
                    </a:lnTo>
                    <a:lnTo>
                      <a:pt x="0" y="52704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4" name="object 122">
                <a:extLst>
                  <a:ext uri="{FF2B5EF4-FFF2-40B4-BE49-F238E27FC236}">
                    <a16:creationId xmlns:a16="http://schemas.microsoft.com/office/drawing/2014/main" id="{7DEB685D-8120-53CF-53CF-17F3844B3F4C}"/>
                  </a:ext>
                </a:extLst>
              </p:cNvPr>
              <p:cNvSpPr/>
              <p:nvPr/>
            </p:nvSpPr>
            <p:spPr>
              <a:xfrm>
                <a:off x="4502657" y="3511930"/>
                <a:ext cx="322580" cy="50165"/>
              </a:xfrm>
              <a:custGeom>
                <a:avLst/>
                <a:gdLst/>
                <a:ahLst/>
                <a:cxnLst/>
                <a:rect l="l" t="t" r="r" b="b"/>
                <a:pathLst>
                  <a:path w="322579" h="50164">
                    <a:moveTo>
                      <a:pt x="0" y="49784"/>
                    </a:moveTo>
                    <a:lnTo>
                      <a:pt x="99821" y="49784"/>
                    </a:lnTo>
                    <a:lnTo>
                      <a:pt x="199643" y="0"/>
                    </a:lnTo>
                    <a:lnTo>
                      <a:pt x="322325" y="0"/>
                    </a:lnTo>
                  </a:path>
                  <a:path w="322579" h="50164">
                    <a:moveTo>
                      <a:pt x="14477" y="0"/>
                    </a:moveTo>
                    <a:lnTo>
                      <a:pt x="114300" y="0"/>
                    </a:lnTo>
                    <a:lnTo>
                      <a:pt x="214121" y="49784"/>
                    </a:lnTo>
                    <a:lnTo>
                      <a:pt x="307720" y="49784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5" name="object 123">
                <a:extLst>
                  <a:ext uri="{FF2B5EF4-FFF2-40B4-BE49-F238E27FC236}">
                    <a16:creationId xmlns:a16="http://schemas.microsoft.com/office/drawing/2014/main" id="{0AC7BDE4-735C-CA2D-C6B6-BC2F5D2ACB81}"/>
                  </a:ext>
                </a:extLst>
              </p:cNvPr>
              <p:cNvSpPr/>
              <p:nvPr/>
            </p:nvSpPr>
            <p:spPr>
              <a:xfrm>
                <a:off x="4388230" y="3536822"/>
                <a:ext cx="570230" cy="71755"/>
              </a:xfrm>
              <a:custGeom>
                <a:avLst/>
                <a:gdLst/>
                <a:ahLst/>
                <a:cxnLst/>
                <a:rect l="l" t="t" r="r" b="b"/>
                <a:pathLst>
                  <a:path w="570229" h="71754">
                    <a:moveTo>
                      <a:pt x="0" y="0"/>
                    </a:moveTo>
                    <a:lnTo>
                      <a:pt x="0" y="67944"/>
                    </a:lnTo>
                  </a:path>
                  <a:path w="570229" h="71754">
                    <a:moveTo>
                      <a:pt x="569849" y="1650"/>
                    </a:moveTo>
                    <a:lnTo>
                      <a:pt x="569849" y="71374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6" name="object 124">
                <a:extLst>
                  <a:ext uri="{FF2B5EF4-FFF2-40B4-BE49-F238E27FC236}">
                    <a16:creationId xmlns:a16="http://schemas.microsoft.com/office/drawing/2014/main" id="{E0DAB801-C761-6A31-53DF-7B1B254599A9}"/>
                  </a:ext>
                </a:extLst>
              </p:cNvPr>
              <p:cNvPicPr/>
              <p:nvPr/>
            </p:nvPicPr>
            <p:blipFill>
              <a:blip r:embed="rId29" cstate="print"/>
              <a:stretch>
                <a:fillRect/>
              </a:stretch>
            </p:blipFill>
            <p:spPr>
              <a:xfrm>
                <a:off x="3409950" y="3721226"/>
                <a:ext cx="573024" cy="90297"/>
              </a:xfrm>
              <a:prstGeom prst="rect">
                <a:avLst/>
              </a:prstGeom>
            </p:spPr>
          </p:pic>
          <p:sp>
            <p:nvSpPr>
              <p:cNvPr id="127" name="object 125">
                <a:extLst>
                  <a:ext uri="{FF2B5EF4-FFF2-40B4-BE49-F238E27FC236}">
                    <a16:creationId xmlns:a16="http://schemas.microsoft.com/office/drawing/2014/main" id="{6BDD1F12-0BB3-48D6-CF2C-15804EE0EE4E}"/>
                  </a:ext>
                </a:extLst>
              </p:cNvPr>
              <p:cNvSpPr/>
              <p:nvPr/>
            </p:nvSpPr>
            <p:spPr>
              <a:xfrm>
                <a:off x="3409950" y="3721226"/>
                <a:ext cx="573405" cy="90805"/>
              </a:xfrm>
              <a:custGeom>
                <a:avLst/>
                <a:gdLst/>
                <a:ahLst/>
                <a:cxnLst/>
                <a:rect l="l" t="t" r="r" b="b"/>
                <a:pathLst>
                  <a:path w="573404" h="90804">
                    <a:moveTo>
                      <a:pt x="0" y="45085"/>
                    </a:moveTo>
                    <a:lnTo>
                      <a:pt x="39115" y="22333"/>
                    </a:lnTo>
                    <a:lnTo>
                      <a:pt x="83915" y="13208"/>
                    </a:lnTo>
                    <a:lnTo>
                      <a:pt x="141901" y="6157"/>
                    </a:lnTo>
                    <a:lnTo>
                      <a:pt x="210343" y="1611"/>
                    </a:lnTo>
                    <a:lnTo>
                      <a:pt x="286512" y="0"/>
                    </a:lnTo>
                    <a:lnTo>
                      <a:pt x="362680" y="1611"/>
                    </a:lnTo>
                    <a:lnTo>
                      <a:pt x="431122" y="6157"/>
                    </a:lnTo>
                    <a:lnTo>
                      <a:pt x="489108" y="13208"/>
                    </a:lnTo>
                    <a:lnTo>
                      <a:pt x="533908" y="22333"/>
                    </a:lnTo>
                    <a:lnTo>
                      <a:pt x="573024" y="45085"/>
                    </a:lnTo>
                    <a:lnTo>
                      <a:pt x="562789" y="57121"/>
                    </a:lnTo>
                    <a:lnTo>
                      <a:pt x="489108" y="77073"/>
                    </a:lnTo>
                    <a:lnTo>
                      <a:pt x="431122" y="84135"/>
                    </a:lnTo>
                    <a:lnTo>
                      <a:pt x="362680" y="88685"/>
                    </a:lnTo>
                    <a:lnTo>
                      <a:pt x="286512" y="90297"/>
                    </a:lnTo>
                    <a:lnTo>
                      <a:pt x="210343" y="88685"/>
                    </a:lnTo>
                    <a:lnTo>
                      <a:pt x="141901" y="84135"/>
                    </a:lnTo>
                    <a:lnTo>
                      <a:pt x="83915" y="77073"/>
                    </a:lnTo>
                    <a:lnTo>
                      <a:pt x="39115" y="67926"/>
                    </a:lnTo>
                    <a:lnTo>
                      <a:pt x="0" y="45085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8" name="object 126">
                <a:extLst>
                  <a:ext uri="{FF2B5EF4-FFF2-40B4-BE49-F238E27FC236}">
                    <a16:creationId xmlns:a16="http://schemas.microsoft.com/office/drawing/2014/main" id="{256B925E-C695-C2BE-E801-6B8842BDEC0B}"/>
                  </a:ext>
                </a:extLst>
              </p:cNvPr>
              <p:cNvPicPr/>
              <p:nvPr/>
            </p:nvPicPr>
            <p:blipFill>
              <a:blip r:embed="rId30" cstate="print"/>
              <a:stretch>
                <a:fillRect/>
              </a:stretch>
            </p:blipFill>
            <p:spPr>
              <a:xfrm>
                <a:off x="3408933" y="3650741"/>
                <a:ext cx="577126" cy="116077"/>
              </a:xfrm>
              <a:prstGeom prst="rect">
                <a:avLst/>
              </a:prstGeom>
            </p:spPr>
          </p:pic>
          <p:sp>
            <p:nvSpPr>
              <p:cNvPr id="129" name="object 127">
                <a:extLst>
                  <a:ext uri="{FF2B5EF4-FFF2-40B4-BE49-F238E27FC236}">
                    <a16:creationId xmlns:a16="http://schemas.microsoft.com/office/drawing/2014/main" id="{3B371854-0EF7-D4FA-66F5-5A7D331C3491}"/>
                  </a:ext>
                </a:extLst>
              </p:cNvPr>
              <p:cNvSpPr/>
              <p:nvPr/>
            </p:nvSpPr>
            <p:spPr>
              <a:xfrm>
                <a:off x="3408933" y="3650741"/>
                <a:ext cx="57340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573404" h="105410">
                    <a:moveTo>
                      <a:pt x="0" y="52577"/>
                    </a:moveTo>
                    <a:lnTo>
                      <a:pt x="39115" y="26020"/>
                    </a:lnTo>
                    <a:lnTo>
                      <a:pt x="83915" y="15382"/>
                    </a:lnTo>
                    <a:lnTo>
                      <a:pt x="141901" y="7168"/>
                    </a:lnTo>
                    <a:lnTo>
                      <a:pt x="210343" y="1875"/>
                    </a:lnTo>
                    <a:lnTo>
                      <a:pt x="286512" y="0"/>
                    </a:lnTo>
                    <a:lnTo>
                      <a:pt x="362680" y="1875"/>
                    </a:lnTo>
                    <a:lnTo>
                      <a:pt x="431122" y="7168"/>
                    </a:lnTo>
                    <a:lnTo>
                      <a:pt x="489108" y="15382"/>
                    </a:lnTo>
                    <a:lnTo>
                      <a:pt x="533908" y="26020"/>
                    </a:lnTo>
                    <a:lnTo>
                      <a:pt x="573024" y="52577"/>
                    </a:lnTo>
                    <a:lnTo>
                      <a:pt x="562789" y="66580"/>
                    </a:lnTo>
                    <a:lnTo>
                      <a:pt x="489108" y="89836"/>
                    </a:lnTo>
                    <a:lnTo>
                      <a:pt x="431122" y="98081"/>
                    </a:lnTo>
                    <a:lnTo>
                      <a:pt x="362680" y="103398"/>
                    </a:lnTo>
                    <a:lnTo>
                      <a:pt x="286512" y="105282"/>
                    </a:lnTo>
                    <a:lnTo>
                      <a:pt x="210343" y="103398"/>
                    </a:lnTo>
                    <a:lnTo>
                      <a:pt x="141901" y="98081"/>
                    </a:lnTo>
                    <a:lnTo>
                      <a:pt x="83915" y="89836"/>
                    </a:lnTo>
                    <a:lnTo>
                      <a:pt x="39116" y="79168"/>
                    </a:lnTo>
                    <a:lnTo>
                      <a:pt x="0" y="52577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0" name="object 128">
                <a:extLst>
                  <a:ext uri="{FF2B5EF4-FFF2-40B4-BE49-F238E27FC236}">
                    <a16:creationId xmlns:a16="http://schemas.microsoft.com/office/drawing/2014/main" id="{31A4E73C-9C14-50D0-BFD2-67EBC276E2ED}"/>
                  </a:ext>
                </a:extLst>
              </p:cNvPr>
              <p:cNvSpPr/>
              <p:nvPr/>
            </p:nvSpPr>
            <p:spPr>
              <a:xfrm>
                <a:off x="3525392" y="3677284"/>
                <a:ext cx="322580" cy="50165"/>
              </a:xfrm>
              <a:custGeom>
                <a:avLst/>
                <a:gdLst/>
                <a:ahLst/>
                <a:cxnLst/>
                <a:rect l="l" t="t" r="r" b="b"/>
                <a:pathLst>
                  <a:path w="322579" h="50164">
                    <a:moveTo>
                      <a:pt x="0" y="49656"/>
                    </a:moveTo>
                    <a:lnTo>
                      <a:pt x="99822" y="49656"/>
                    </a:lnTo>
                    <a:lnTo>
                      <a:pt x="199771" y="0"/>
                    </a:lnTo>
                    <a:lnTo>
                      <a:pt x="322453" y="0"/>
                    </a:lnTo>
                  </a:path>
                  <a:path w="322579" h="50164">
                    <a:moveTo>
                      <a:pt x="14605" y="0"/>
                    </a:moveTo>
                    <a:lnTo>
                      <a:pt x="114427" y="0"/>
                    </a:lnTo>
                    <a:lnTo>
                      <a:pt x="214249" y="49656"/>
                    </a:lnTo>
                    <a:lnTo>
                      <a:pt x="307848" y="49656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1" name="object 129">
                <a:extLst>
                  <a:ext uri="{FF2B5EF4-FFF2-40B4-BE49-F238E27FC236}">
                    <a16:creationId xmlns:a16="http://schemas.microsoft.com/office/drawing/2014/main" id="{D1D724A1-2B67-FF9F-A76B-8A2C00D69537}"/>
                  </a:ext>
                </a:extLst>
              </p:cNvPr>
              <p:cNvSpPr/>
              <p:nvPr/>
            </p:nvSpPr>
            <p:spPr>
              <a:xfrm>
                <a:off x="3409950" y="3702049"/>
                <a:ext cx="572135" cy="71755"/>
              </a:xfrm>
              <a:custGeom>
                <a:avLst/>
                <a:gdLst/>
                <a:ahLst/>
                <a:cxnLst/>
                <a:rect l="l" t="t" r="r" b="b"/>
                <a:pathLst>
                  <a:path w="572135" h="71754">
                    <a:moveTo>
                      <a:pt x="0" y="0"/>
                    </a:moveTo>
                    <a:lnTo>
                      <a:pt x="0" y="68072"/>
                    </a:lnTo>
                  </a:path>
                  <a:path w="572135" h="71754">
                    <a:moveTo>
                      <a:pt x="572008" y="1650"/>
                    </a:moveTo>
                    <a:lnTo>
                      <a:pt x="572008" y="71374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2" name="object 130">
                <a:extLst>
                  <a:ext uri="{FF2B5EF4-FFF2-40B4-BE49-F238E27FC236}">
                    <a16:creationId xmlns:a16="http://schemas.microsoft.com/office/drawing/2014/main" id="{75F57A65-4C19-D647-1752-AB442E3D7130}"/>
                  </a:ext>
                </a:extLst>
              </p:cNvPr>
              <p:cNvPicPr/>
              <p:nvPr/>
            </p:nvPicPr>
            <p:blipFill>
              <a:blip r:embed="rId31" cstate="print"/>
              <a:stretch>
                <a:fillRect/>
              </a:stretch>
            </p:blipFill>
            <p:spPr>
              <a:xfrm>
                <a:off x="2442972" y="3674363"/>
                <a:ext cx="573023" cy="90297"/>
              </a:xfrm>
              <a:prstGeom prst="rect">
                <a:avLst/>
              </a:prstGeom>
            </p:spPr>
          </p:pic>
          <p:sp>
            <p:nvSpPr>
              <p:cNvPr id="133" name="object 131">
                <a:extLst>
                  <a:ext uri="{FF2B5EF4-FFF2-40B4-BE49-F238E27FC236}">
                    <a16:creationId xmlns:a16="http://schemas.microsoft.com/office/drawing/2014/main" id="{08F4947D-23C8-9257-12D5-9B2C043AF1A8}"/>
                  </a:ext>
                </a:extLst>
              </p:cNvPr>
              <p:cNvSpPr/>
              <p:nvPr/>
            </p:nvSpPr>
            <p:spPr>
              <a:xfrm>
                <a:off x="2442972" y="3674363"/>
                <a:ext cx="573405" cy="90805"/>
              </a:xfrm>
              <a:custGeom>
                <a:avLst/>
                <a:gdLst/>
                <a:ahLst/>
                <a:cxnLst/>
                <a:rect l="l" t="t" r="r" b="b"/>
                <a:pathLst>
                  <a:path w="573405" h="90804">
                    <a:moveTo>
                      <a:pt x="0" y="45212"/>
                    </a:moveTo>
                    <a:lnTo>
                      <a:pt x="39116" y="22370"/>
                    </a:lnTo>
                    <a:lnTo>
                      <a:pt x="83915" y="13223"/>
                    </a:lnTo>
                    <a:lnTo>
                      <a:pt x="141901" y="6161"/>
                    </a:lnTo>
                    <a:lnTo>
                      <a:pt x="210343" y="1611"/>
                    </a:lnTo>
                    <a:lnTo>
                      <a:pt x="286511" y="0"/>
                    </a:lnTo>
                    <a:lnTo>
                      <a:pt x="362680" y="1611"/>
                    </a:lnTo>
                    <a:lnTo>
                      <a:pt x="431122" y="6161"/>
                    </a:lnTo>
                    <a:lnTo>
                      <a:pt x="489108" y="13223"/>
                    </a:lnTo>
                    <a:lnTo>
                      <a:pt x="533907" y="22370"/>
                    </a:lnTo>
                    <a:lnTo>
                      <a:pt x="573023" y="45212"/>
                    </a:lnTo>
                    <a:lnTo>
                      <a:pt x="562789" y="57194"/>
                    </a:lnTo>
                    <a:lnTo>
                      <a:pt x="489108" y="77088"/>
                    </a:lnTo>
                    <a:lnTo>
                      <a:pt x="431122" y="84139"/>
                    </a:lnTo>
                    <a:lnTo>
                      <a:pt x="362680" y="88685"/>
                    </a:lnTo>
                    <a:lnTo>
                      <a:pt x="286511" y="90297"/>
                    </a:lnTo>
                    <a:lnTo>
                      <a:pt x="210343" y="88685"/>
                    </a:lnTo>
                    <a:lnTo>
                      <a:pt x="141901" y="84139"/>
                    </a:lnTo>
                    <a:lnTo>
                      <a:pt x="83915" y="77088"/>
                    </a:lnTo>
                    <a:lnTo>
                      <a:pt x="39115" y="67963"/>
                    </a:lnTo>
                    <a:lnTo>
                      <a:pt x="0" y="45212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4" name="object 132">
                <a:extLst>
                  <a:ext uri="{FF2B5EF4-FFF2-40B4-BE49-F238E27FC236}">
                    <a16:creationId xmlns:a16="http://schemas.microsoft.com/office/drawing/2014/main" id="{3D28043F-F73A-CDA9-0239-81153262C1B9}"/>
                  </a:ext>
                </a:extLst>
              </p:cNvPr>
              <p:cNvPicPr/>
              <p:nvPr/>
            </p:nvPicPr>
            <p:blipFill>
              <a:blip r:embed="rId32" cstate="print"/>
              <a:stretch>
                <a:fillRect/>
              </a:stretch>
            </p:blipFill>
            <p:spPr>
              <a:xfrm>
                <a:off x="2441955" y="3603878"/>
                <a:ext cx="577126" cy="116078"/>
              </a:xfrm>
              <a:prstGeom prst="rect">
                <a:avLst/>
              </a:prstGeom>
            </p:spPr>
          </p:pic>
          <p:sp>
            <p:nvSpPr>
              <p:cNvPr id="135" name="object 133">
                <a:extLst>
                  <a:ext uri="{FF2B5EF4-FFF2-40B4-BE49-F238E27FC236}">
                    <a16:creationId xmlns:a16="http://schemas.microsoft.com/office/drawing/2014/main" id="{D2B1964E-9105-A028-2E5A-70F5459D04FA}"/>
                  </a:ext>
                </a:extLst>
              </p:cNvPr>
              <p:cNvSpPr/>
              <p:nvPr/>
            </p:nvSpPr>
            <p:spPr>
              <a:xfrm>
                <a:off x="2441955" y="3603878"/>
                <a:ext cx="57340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573405" h="105410">
                    <a:moveTo>
                      <a:pt x="0" y="52578"/>
                    </a:moveTo>
                    <a:lnTo>
                      <a:pt x="39116" y="26077"/>
                    </a:lnTo>
                    <a:lnTo>
                      <a:pt x="83915" y="15430"/>
                    </a:lnTo>
                    <a:lnTo>
                      <a:pt x="141901" y="7196"/>
                    </a:lnTo>
                    <a:lnTo>
                      <a:pt x="210343" y="1883"/>
                    </a:lnTo>
                    <a:lnTo>
                      <a:pt x="286512" y="0"/>
                    </a:lnTo>
                    <a:lnTo>
                      <a:pt x="362680" y="1883"/>
                    </a:lnTo>
                    <a:lnTo>
                      <a:pt x="431122" y="7196"/>
                    </a:lnTo>
                    <a:lnTo>
                      <a:pt x="489108" y="15430"/>
                    </a:lnTo>
                    <a:lnTo>
                      <a:pt x="533907" y="26077"/>
                    </a:lnTo>
                    <a:lnTo>
                      <a:pt x="573024" y="52578"/>
                    </a:lnTo>
                    <a:lnTo>
                      <a:pt x="562789" y="66580"/>
                    </a:lnTo>
                    <a:lnTo>
                      <a:pt x="489108" y="89836"/>
                    </a:lnTo>
                    <a:lnTo>
                      <a:pt x="431122" y="98081"/>
                    </a:lnTo>
                    <a:lnTo>
                      <a:pt x="362680" y="103398"/>
                    </a:lnTo>
                    <a:lnTo>
                      <a:pt x="286512" y="105283"/>
                    </a:lnTo>
                    <a:lnTo>
                      <a:pt x="210343" y="103398"/>
                    </a:lnTo>
                    <a:lnTo>
                      <a:pt x="141901" y="98081"/>
                    </a:lnTo>
                    <a:lnTo>
                      <a:pt x="83915" y="89836"/>
                    </a:lnTo>
                    <a:lnTo>
                      <a:pt x="39116" y="79168"/>
                    </a:lnTo>
                    <a:lnTo>
                      <a:pt x="0" y="52578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6" name="object 134">
                <a:extLst>
                  <a:ext uri="{FF2B5EF4-FFF2-40B4-BE49-F238E27FC236}">
                    <a16:creationId xmlns:a16="http://schemas.microsoft.com/office/drawing/2014/main" id="{79023DE6-22AF-91F5-74E5-9D090B373C55}"/>
                  </a:ext>
                </a:extLst>
              </p:cNvPr>
              <p:cNvSpPr/>
              <p:nvPr/>
            </p:nvSpPr>
            <p:spPr>
              <a:xfrm>
                <a:off x="2558414" y="3630421"/>
                <a:ext cx="322580" cy="50165"/>
              </a:xfrm>
              <a:custGeom>
                <a:avLst/>
                <a:gdLst/>
                <a:ahLst/>
                <a:cxnLst/>
                <a:rect l="l" t="t" r="r" b="b"/>
                <a:pathLst>
                  <a:path w="322580" h="50164">
                    <a:moveTo>
                      <a:pt x="0" y="49783"/>
                    </a:moveTo>
                    <a:lnTo>
                      <a:pt x="99822" y="49783"/>
                    </a:lnTo>
                    <a:lnTo>
                      <a:pt x="199644" y="0"/>
                    </a:lnTo>
                    <a:lnTo>
                      <a:pt x="322326" y="0"/>
                    </a:lnTo>
                  </a:path>
                  <a:path w="322580" h="50164">
                    <a:moveTo>
                      <a:pt x="14605" y="0"/>
                    </a:moveTo>
                    <a:lnTo>
                      <a:pt x="114427" y="0"/>
                    </a:lnTo>
                    <a:lnTo>
                      <a:pt x="214249" y="49783"/>
                    </a:lnTo>
                    <a:lnTo>
                      <a:pt x="307848" y="49783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7" name="object 135">
                <a:extLst>
                  <a:ext uri="{FF2B5EF4-FFF2-40B4-BE49-F238E27FC236}">
                    <a16:creationId xmlns:a16="http://schemas.microsoft.com/office/drawing/2014/main" id="{4F5DED23-3124-7209-13CE-7C2B3D3574D3}"/>
                  </a:ext>
                </a:extLst>
              </p:cNvPr>
              <p:cNvSpPr/>
              <p:nvPr/>
            </p:nvSpPr>
            <p:spPr>
              <a:xfrm>
                <a:off x="2442972" y="3654424"/>
                <a:ext cx="572135" cy="71755"/>
              </a:xfrm>
              <a:custGeom>
                <a:avLst/>
                <a:gdLst/>
                <a:ahLst/>
                <a:cxnLst/>
                <a:rect l="l" t="t" r="r" b="b"/>
                <a:pathLst>
                  <a:path w="572135" h="71754">
                    <a:moveTo>
                      <a:pt x="0" y="0"/>
                    </a:moveTo>
                    <a:lnTo>
                      <a:pt x="0" y="65531"/>
                    </a:lnTo>
                  </a:path>
                  <a:path w="572135" h="71754">
                    <a:moveTo>
                      <a:pt x="572007" y="1650"/>
                    </a:moveTo>
                    <a:lnTo>
                      <a:pt x="572007" y="71374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8" name="object 136">
                <a:extLst>
                  <a:ext uri="{FF2B5EF4-FFF2-40B4-BE49-F238E27FC236}">
                    <a16:creationId xmlns:a16="http://schemas.microsoft.com/office/drawing/2014/main" id="{61612A01-ED32-6AF4-A833-5A2D61A81033}"/>
                  </a:ext>
                </a:extLst>
              </p:cNvPr>
              <p:cNvSpPr/>
              <p:nvPr/>
            </p:nvSpPr>
            <p:spPr>
              <a:xfrm>
                <a:off x="1498600" y="4165600"/>
                <a:ext cx="30861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1168400">
                    <a:moveTo>
                      <a:pt x="1543050" y="0"/>
                    </a:moveTo>
                    <a:lnTo>
                      <a:pt x="1476118" y="539"/>
                    </a:lnTo>
                    <a:lnTo>
                      <a:pt x="1409914" y="2143"/>
                    </a:lnTo>
                    <a:lnTo>
                      <a:pt x="1344496" y="4790"/>
                    </a:lnTo>
                    <a:lnTo>
                      <a:pt x="1279922" y="8458"/>
                    </a:lnTo>
                    <a:lnTo>
                      <a:pt x="1216250" y="13125"/>
                    </a:lnTo>
                    <a:lnTo>
                      <a:pt x="1153538" y="18769"/>
                    </a:lnTo>
                    <a:lnTo>
                      <a:pt x="1091843" y="25368"/>
                    </a:lnTo>
                    <a:lnTo>
                      <a:pt x="1031224" y="32900"/>
                    </a:lnTo>
                    <a:lnTo>
                      <a:pt x="971738" y="41343"/>
                    </a:lnTo>
                    <a:lnTo>
                      <a:pt x="913444" y="50676"/>
                    </a:lnTo>
                    <a:lnTo>
                      <a:pt x="856399" y="60877"/>
                    </a:lnTo>
                    <a:lnTo>
                      <a:pt x="800661" y="71923"/>
                    </a:lnTo>
                    <a:lnTo>
                      <a:pt x="746288" y="83793"/>
                    </a:lnTo>
                    <a:lnTo>
                      <a:pt x="693338" y="96465"/>
                    </a:lnTo>
                    <a:lnTo>
                      <a:pt x="641869" y="109916"/>
                    </a:lnTo>
                    <a:lnTo>
                      <a:pt x="591939" y="124126"/>
                    </a:lnTo>
                    <a:lnTo>
                      <a:pt x="543606" y="139072"/>
                    </a:lnTo>
                    <a:lnTo>
                      <a:pt x="496927" y="154732"/>
                    </a:lnTo>
                    <a:lnTo>
                      <a:pt x="451961" y="171084"/>
                    </a:lnTo>
                    <a:lnTo>
                      <a:pt x="408765" y="188107"/>
                    </a:lnTo>
                    <a:lnTo>
                      <a:pt x="367397" y="205779"/>
                    </a:lnTo>
                    <a:lnTo>
                      <a:pt x="327916" y="224077"/>
                    </a:lnTo>
                    <a:lnTo>
                      <a:pt x="290379" y="242980"/>
                    </a:lnTo>
                    <a:lnTo>
                      <a:pt x="254844" y="262465"/>
                    </a:lnTo>
                    <a:lnTo>
                      <a:pt x="221369" y="282512"/>
                    </a:lnTo>
                    <a:lnTo>
                      <a:pt x="160830" y="324200"/>
                    </a:lnTo>
                    <a:lnTo>
                      <a:pt x="109227" y="367870"/>
                    </a:lnTo>
                    <a:lnTo>
                      <a:pt x="67021" y="413345"/>
                    </a:lnTo>
                    <a:lnTo>
                      <a:pt x="34677" y="460451"/>
                    </a:lnTo>
                    <a:lnTo>
                      <a:pt x="12657" y="509012"/>
                    </a:lnTo>
                    <a:lnTo>
                      <a:pt x="1425" y="558853"/>
                    </a:lnTo>
                    <a:lnTo>
                      <a:pt x="0" y="584200"/>
                    </a:lnTo>
                    <a:lnTo>
                      <a:pt x="1425" y="609546"/>
                    </a:lnTo>
                    <a:lnTo>
                      <a:pt x="12657" y="659387"/>
                    </a:lnTo>
                    <a:lnTo>
                      <a:pt x="34677" y="707948"/>
                    </a:lnTo>
                    <a:lnTo>
                      <a:pt x="67021" y="755054"/>
                    </a:lnTo>
                    <a:lnTo>
                      <a:pt x="109227" y="800529"/>
                    </a:lnTo>
                    <a:lnTo>
                      <a:pt x="160830" y="844199"/>
                    </a:lnTo>
                    <a:lnTo>
                      <a:pt x="221369" y="885887"/>
                    </a:lnTo>
                    <a:lnTo>
                      <a:pt x="254844" y="905934"/>
                    </a:lnTo>
                    <a:lnTo>
                      <a:pt x="290379" y="925419"/>
                    </a:lnTo>
                    <a:lnTo>
                      <a:pt x="327916" y="944322"/>
                    </a:lnTo>
                    <a:lnTo>
                      <a:pt x="367397" y="962620"/>
                    </a:lnTo>
                    <a:lnTo>
                      <a:pt x="408765" y="980292"/>
                    </a:lnTo>
                    <a:lnTo>
                      <a:pt x="451961" y="997315"/>
                    </a:lnTo>
                    <a:lnTo>
                      <a:pt x="496927" y="1013667"/>
                    </a:lnTo>
                    <a:lnTo>
                      <a:pt x="543606" y="1029327"/>
                    </a:lnTo>
                    <a:lnTo>
                      <a:pt x="591939" y="1044273"/>
                    </a:lnTo>
                    <a:lnTo>
                      <a:pt x="641869" y="1058483"/>
                    </a:lnTo>
                    <a:lnTo>
                      <a:pt x="693338" y="1071934"/>
                    </a:lnTo>
                    <a:lnTo>
                      <a:pt x="746288" y="1084606"/>
                    </a:lnTo>
                    <a:lnTo>
                      <a:pt x="800661" y="1096476"/>
                    </a:lnTo>
                    <a:lnTo>
                      <a:pt x="856399" y="1107522"/>
                    </a:lnTo>
                    <a:lnTo>
                      <a:pt x="913444" y="1117723"/>
                    </a:lnTo>
                    <a:lnTo>
                      <a:pt x="971738" y="1127056"/>
                    </a:lnTo>
                    <a:lnTo>
                      <a:pt x="1031224" y="1135499"/>
                    </a:lnTo>
                    <a:lnTo>
                      <a:pt x="1091843" y="1143031"/>
                    </a:lnTo>
                    <a:lnTo>
                      <a:pt x="1153538" y="1149630"/>
                    </a:lnTo>
                    <a:lnTo>
                      <a:pt x="1216250" y="1155274"/>
                    </a:lnTo>
                    <a:lnTo>
                      <a:pt x="1279922" y="1159941"/>
                    </a:lnTo>
                    <a:lnTo>
                      <a:pt x="1344496" y="1163609"/>
                    </a:lnTo>
                    <a:lnTo>
                      <a:pt x="1409914" y="1166256"/>
                    </a:lnTo>
                    <a:lnTo>
                      <a:pt x="1476118" y="1167860"/>
                    </a:lnTo>
                    <a:lnTo>
                      <a:pt x="1543050" y="1168400"/>
                    </a:lnTo>
                    <a:lnTo>
                      <a:pt x="1609981" y="1167860"/>
                    </a:lnTo>
                    <a:lnTo>
                      <a:pt x="1676185" y="1166256"/>
                    </a:lnTo>
                    <a:lnTo>
                      <a:pt x="1741603" y="1163609"/>
                    </a:lnTo>
                    <a:lnTo>
                      <a:pt x="1806177" y="1159941"/>
                    </a:lnTo>
                    <a:lnTo>
                      <a:pt x="1869849" y="1155274"/>
                    </a:lnTo>
                    <a:lnTo>
                      <a:pt x="1932561" y="1149630"/>
                    </a:lnTo>
                    <a:lnTo>
                      <a:pt x="1994256" y="1143031"/>
                    </a:lnTo>
                    <a:lnTo>
                      <a:pt x="2054875" y="1135499"/>
                    </a:lnTo>
                    <a:lnTo>
                      <a:pt x="2114361" y="1127056"/>
                    </a:lnTo>
                    <a:lnTo>
                      <a:pt x="2172655" y="1117723"/>
                    </a:lnTo>
                    <a:lnTo>
                      <a:pt x="2229700" y="1107522"/>
                    </a:lnTo>
                    <a:lnTo>
                      <a:pt x="2285438" y="1096476"/>
                    </a:lnTo>
                    <a:lnTo>
                      <a:pt x="2339811" y="1084606"/>
                    </a:lnTo>
                    <a:lnTo>
                      <a:pt x="2392761" y="1071934"/>
                    </a:lnTo>
                    <a:lnTo>
                      <a:pt x="2444230" y="1058483"/>
                    </a:lnTo>
                    <a:lnTo>
                      <a:pt x="2494160" y="1044273"/>
                    </a:lnTo>
                    <a:lnTo>
                      <a:pt x="2542493" y="1029327"/>
                    </a:lnTo>
                    <a:lnTo>
                      <a:pt x="2589172" y="1013667"/>
                    </a:lnTo>
                    <a:lnTo>
                      <a:pt x="2634138" y="997315"/>
                    </a:lnTo>
                    <a:lnTo>
                      <a:pt x="2677334" y="980292"/>
                    </a:lnTo>
                    <a:lnTo>
                      <a:pt x="2718702" y="962620"/>
                    </a:lnTo>
                    <a:lnTo>
                      <a:pt x="2758183" y="944322"/>
                    </a:lnTo>
                    <a:lnTo>
                      <a:pt x="2795720" y="925419"/>
                    </a:lnTo>
                    <a:lnTo>
                      <a:pt x="2831255" y="905934"/>
                    </a:lnTo>
                    <a:lnTo>
                      <a:pt x="2864730" y="885887"/>
                    </a:lnTo>
                    <a:lnTo>
                      <a:pt x="2925269" y="844199"/>
                    </a:lnTo>
                    <a:lnTo>
                      <a:pt x="2976872" y="800529"/>
                    </a:lnTo>
                    <a:lnTo>
                      <a:pt x="3019078" y="755054"/>
                    </a:lnTo>
                    <a:lnTo>
                      <a:pt x="3051422" y="707948"/>
                    </a:lnTo>
                    <a:lnTo>
                      <a:pt x="3073442" y="659387"/>
                    </a:lnTo>
                    <a:lnTo>
                      <a:pt x="3084674" y="609546"/>
                    </a:lnTo>
                    <a:lnTo>
                      <a:pt x="3086100" y="584200"/>
                    </a:lnTo>
                    <a:lnTo>
                      <a:pt x="3084674" y="558853"/>
                    </a:lnTo>
                    <a:lnTo>
                      <a:pt x="3073442" y="509012"/>
                    </a:lnTo>
                    <a:lnTo>
                      <a:pt x="3051422" y="460451"/>
                    </a:lnTo>
                    <a:lnTo>
                      <a:pt x="3019078" y="413345"/>
                    </a:lnTo>
                    <a:lnTo>
                      <a:pt x="2976872" y="367870"/>
                    </a:lnTo>
                    <a:lnTo>
                      <a:pt x="2925269" y="324200"/>
                    </a:lnTo>
                    <a:lnTo>
                      <a:pt x="2864730" y="282512"/>
                    </a:lnTo>
                    <a:lnTo>
                      <a:pt x="2831255" y="262465"/>
                    </a:lnTo>
                    <a:lnTo>
                      <a:pt x="2795720" y="242980"/>
                    </a:lnTo>
                    <a:lnTo>
                      <a:pt x="2758183" y="224077"/>
                    </a:lnTo>
                    <a:lnTo>
                      <a:pt x="2718702" y="205779"/>
                    </a:lnTo>
                    <a:lnTo>
                      <a:pt x="2677334" y="188107"/>
                    </a:lnTo>
                    <a:lnTo>
                      <a:pt x="2634138" y="171084"/>
                    </a:lnTo>
                    <a:lnTo>
                      <a:pt x="2589172" y="154732"/>
                    </a:lnTo>
                    <a:lnTo>
                      <a:pt x="2542493" y="139072"/>
                    </a:lnTo>
                    <a:lnTo>
                      <a:pt x="2494160" y="124126"/>
                    </a:lnTo>
                    <a:lnTo>
                      <a:pt x="2444230" y="109916"/>
                    </a:lnTo>
                    <a:lnTo>
                      <a:pt x="2392761" y="96465"/>
                    </a:lnTo>
                    <a:lnTo>
                      <a:pt x="2339811" y="83793"/>
                    </a:lnTo>
                    <a:lnTo>
                      <a:pt x="2285438" y="71923"/>
                    </a:lnTo>
                    <a:lnTo>
                      <a:pt x="2229700" y="60877"/>
                    </a:lnTo>
                    <a:lnTo>
                      <a:pt x="2172655" y="50676"/>
                    </a:lnTo>
                    <a:lnTo>
                      <a:pt x="2114361" y="41343"/>
                    </a:lnTo>
                    <a:lnTo>
                      <a:pt x="2054875" y="32900"/>
                    </a:lnTo>
                    <a:lnTo>
                      <a:pt x="1994256" y="25368"/>
                    </a:lnTo>
                    <a:lnTo>
                      <a:pt x="1932561" y="18769"/>
                    </a:lnTo>
                    <a:lnTo>
                      <a:pt x="1869849" y="13125"/>
                    </a:lnTo>
                    <a:lnTo>
                      <a:pt x="1806177" y="8458"/>
                    </a:lnTo>
                    <a:lnTo>
                      <a:pt x="1741603" y="4790"/>
                    </a:lnTo>
                    <a:lnTo>
                      <a:pt x="1676185" y="2143"/>
                    </a:lnTo>
                    <a:lnTo>
                      <a:pt x="1609981" y="539"/>
                    </a:lnTo>
                    <a:lnTo>
                      <a:pt x="1543050" y="0"/>
                    </a:lnTo>
                    <a:close/>
                  </a:path>
                </a:pathLst>
              </a:custGeom>
              <a:solidFill>
                <a:srgbClr val="00999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9" name="object 137">
                <a:extLst>
                  <a:ext uri="{FF2B5EF4-FFF2-40B4-BE49-F238E27FC236}">
                    <a16:creationId xmlns:a16="http://schemas.microsoft.com/office/drawing/2014/main" id="{AA13C421-DFF4-B21E-EE74-3037EF81A21C}"/>
                  </a:ext>
                </a:extLst>
              </p:cNvPr>
              <p:cNvSpPr/>
              <p:nvPr/>
            </p:nvSpPr>
            <p:spPr>
              <a:xfrm>
                <a:off x="1498600" y="4165600"/>
                <a:ext cx="30861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1168400">
                    <a:moveTo>
                      <a:pt x="0" y="584200"/>
                    </a:moveTo>
                    <a:lnTo>
                      <a:pt x="5664" y="533784"/>
                    </a:lnTo>
                    <a:lnTo>
                      <a:pt x="22347" y="484560"/>
                    </a:lnTo>
                    <a:lnTo>
                      <a:pt x="49587" y="436705"/>
                    </a:lnTo>
                    <a:lnTo>
                      <a:pt x="86920" y="390393"/>
                    </a:lnTo>
                    <a:lnTo>
                      <a:pt x="133883" y="345798"/>
                    </a:lnTo>
                    <a:lnTo>
                      <a:pt x="190012" y="303097"/>
                    </a:lnTo>
                    <a:lnTo>
                      <a:pt x="254844" y="262465"/>
                    </a:lnTo>
                    <a:lnTo>
                      <a:pt x="290379" y="242980"/>
                    </a:lnTo>
                    <a:lnTo>
                      <a:pt x="327916" y="224077"/>
                    </a:lnTo>
                    <a:lnTo>
                      <a:pt x="367397" y="205779"/>
                    </a:lnTo>
                    <a:lnTo>
                      <a:pt x="408765" y="188107"/>
                    </a:lnTo>
                    <a:lnTo>
                      <a:pt x="451961" y="171084"/>
                    </a:lnTo>
                    <a:lnTo>
                      <a:pt x="496927" y="154732"/>
                    </a:lnTo>
                    <a:lnTo>
                      <a:pt x="543606" y="139072"/>
                    </a:lnTo>
                    <a:lnTo>
                      <a:pt x="591939" y="124126"/>
                    </a:lnTo>
                    <a:lnTo>
                      <a:pt x="641869" y="109916"/>
                    </a:lnTo>
                    <a:lnTo>
                      <a:pt x="693338" y="96465"/>
                    </a:lnTo>
                    <a:lnTo>
                      <a:pt x="746288" y="83793"/>
                    </a:lnTo>
                    <a:lnTo>
                      <a:pt x="800661" y="71923"/>
                    </a:lnTo>
                    <a:lnTo>
                      <a:pt x="856399" y="60877"/>
                    </a:lnTo>
                    <a:lnTo>
                      <a:pt x="913444" y="50676"/>
                    </a:lnTo>
                    <a:lnTo>
                      <a:pt x="971738" y="41343"/>
                    </a:lnTo>
                    <a:lnTo>
                      <a:pt x="1031224" y="32900"/>
                    </a:lnTo>
                    <a:lnTo>
                      <a:pt x="1091843" y="25368"/>
                    </a:lnTo>
                    <a:lnTo>
                      <a:pt x="1153538" y="18769"/>
                    </a:lnTo>
                    <a:lnTo>
                      <a:pt x="1216250" y="13125"/>
                    </a:lnTo>
                    <a:lnTo>
                      <a:pt x="1279922" y="8458"/>
                    </a:lnTo>
                    <a:lnTo>
                      <a:pt x="1344496" y="4790"/>
                    </a:lnTo>
                    <a:lnTo>
                      <a:pt x="1409914" y="2143"/>
                    </a:lnTo>
                    <a:lnTo>
                      <a:pt x="1476118" y="539"/>
                    </a:lnTo>
                    <a:lnTo>
                      <a:pt x="1543050" y="0"/>
                    </a:lnTo>
                    <a:lnTo>
                      <a:pt x="1609981" y="539"/>
                    </a:lnTo>
                    <a:lnTo>
                      <a:pt x="1676185" y="2143"/>
                    </a:lnTo>
                    <a:lnTo>
                      <a:pt x="1741603" y="4790"/>
                    </a:lnTo>
                    <a:lnTo>
                      <a:pt x="1806177" y="8458"/>
                    </a:lnTo>
                    <a:lnTo>
                      <a:pt x="1869849" y="13125"/>
                    </a:lnTo>
                    <a:lnTo>
                      <a:pt x="1932561" y="18769"/>
                    </a:lnTo>
                    <a:lnTo>
                      <a:pt x="1994256" y="25368"/>
                    </a:lnTo>
                    <a:lnTo>
                      <a:pt x="2054875" y="32900"/>
                    </a:lnTo>
                    <a:lnTo>
                      <a:pt x="2114361" y="41343"/>
                    </a:lnTo>
                    <a:lnTo>
                      <a:pt x="2172655" y="50676"/>
                    </a:lnTo>
                    <a:lnTo>
                      <a:pt x="2229700" y="60877"/>
                    </a:lnTo>
                    <a:lnTo>
                      <a:pt x="2285438" y="71923"/>
                    </a:lnTo>
                    <a:lnTo>
                      <a:pt x="2339811" y="83793"/>
                    </a:lnTo>
                    <a:lnTo>
                      <a:pt x="2392761" y="96465"/>
                    </a:lnTo>
                    <a:lnTo>
                      <a:pt x="2444230" y="109916"/>
                    </a:lnTo>
                    <a:lnTo>
                      <a:pt x="2494160" y="124126"/>
                    </a:lnTo>
                    <a:lnTo>
                      <a:pt x="2542493" y="139072"/>
                    </a:lnTo>
                    <a:lnTo>
                      <a:pt x="2589172" y="154732"/>
                    </a:lnTo>
                    <a:lnTo>
                      <a:pt x="2634138" y="171084"/>
                    </a:lnTo>
                    <a:lnTo>
                      <a:pt x="2677334" y="188107"/>
                    </a:lnTo>
                    <a:lnTo>
                      <a:pt x="2718702" y="205779"/>
                    </a:lnTo>
                    <a:lnTo>
                      <a:pt x="2758183" y="224077"/>
                    </a:lnTo>
                    <a:lnTo>
                      <a:pt x="2795720" y="242980"/>
                    </a:lnTo>
                    <a:lnTo>
                      <a:pt x="2831255" y="262465"/>
                    </a:lnTo>
                    <a:lnTo>
                      <a:pt x="2864730" y="282512"/>
                    </a:lnTo>
                    <a:lnTo>
                      <a:pt x="2925269" y="324200"/>
                    </a:lnTo>
                    <a:lnTo>
                      <a:pt x="2976872" y="367870"/>
                    </a:lnTo>
                    <a:lnTo>
                      <a:pt x="3019078" y="413345"/>
                    </a:lnTo>
                    <a:lnTo>
                      <a:pt x="3051422" y="460451"/>
                    </a:lnTo>
                    <a:lnTo>
                      <a:pt x="3073442" y="509012"/>
                    </a:lnTo>
                    <a:lnTo>
                      <a:pt x="3084674" y="558853"/>
                    </a:lnTo>
                    <a:lnTo>
                      <a:pt x="3086100" y="584200"/>
                    </a:lnTo>
                    <a:lnTo>
                      <a:pt x="3084674" y="609546"/>
                    </a:lnTo>
                    <a:lnTo>
                      <a:pt x="3073442" y="659387"/>
                    </a:lnTo>
                    <a:lnTo>
                      <a:pt x="3051422" y="707948"/>
                    </a:lnTo>
                    <a:lnTo>
                      <a:pt x="3019078" y="755054"/>
                    </a:lnTo>
                    <a:lnTo>
                      <a:pt x="2976872" y="800529"/>
                    </a:lnTo>
                    <a:lnTo>
                      <a:pt x="2925269" y="844199"/>
                    </a:lnTo>
                    <a:lnTo>
                      <a:pt x="2864730" y="885887"/>
                    </a:lnTo>
                    <a:lnTo>
                      <a:pt x="2831255" y="905934"/>
                    </a:lnTo>
                    <a:lnTo>
                      <a:pt x="2795720" y="925419"/>
                    </a:lnTo>
                    <a:lnTo>
                      <a:pt x="2758183" y="944322"/>
                    </a:lnTo>
                    <a:lnTo>
                      <a:pt x="2718702" y="962620"/>
                    </a:lnTo>
                    <a:lnTo>
                      <a:pt x="2677334" y="980292"/>
                    </a:lnTo>
                    <a:lnTo>
                      <a:pt x="2634138" y="997315"/>
                    </a:lnTo>
                    <a:lnTo>
                      <a:pt x="2589172" y="1013667"/>
                    </a:lnTo>
                    <a:lnTo>
                      <a:pt x="2542493" y="1029327"/>
                    </a:lnTo>
                    <a:lnTo>
                      <a:pt x="2494160" y="1044273"/>
                    </a:lnTo>
                    <a:lnTo>
                      <a:pt x="2444230" y="1058483"/>
                    </a:lnTo>
                    <a:lnTo>
                      <a:pt x="2392761" y="1071934"/>
                    </a:lnTo>
                    <a:lnTo>
                      <a:pt x="2339811" y="1084606"/>
                    </a:lnTo>
                    <a:lnTo>
                      <a:pt x="2285438" y="1096476"/>
                    </a:lnTo>
                    <a:lnTo>
                      <a:pt x="2229700" y="1107522"/>
                    </a:lnTo>
                    <a:lnTo>
                      <a:pt x="2172655" y="1117723"/>
                    </a:lnTo>
                    <a:lnTo>
                      <a:pt x="2114361" y="1127056"/>
                    </a:lnTo>
                    <a:lnTo>
                      <a:pt x="2054875" y="1135499"/>
                    </a:lnTo>
                    <a:lnTo>
                      <a:pt x="1994256" y="1143031"/>
                    </a:lnTo>
                    <a:lnTo>
                      <a:pt x="1932561" y="1149630"/>
                    </a:lnTo>
                    <a:lnTo>
                      <a:pt x="1869849" y="1155274"/>
                    </a:lnTo>
                    <a:lnTo>
                      <a:pt x="1806177" y="1159941"/>
                    </a:lnTo>
                    <a:lnTo>
                      <a:pt x="1741603" y="1163609"/>
                    </a:lnTo>
                    <a:lnTo>
                      <a:pt x="1676185" y="1166256"/>
                    </a:lnTo>
                    <a:lnTo>
                      <a:pt x="1609981" y="1167860"/>
                    </a:lnTo>
                    <a:lnTo>
                      <a:pt x="1543050" y="1168400"/>
                    </a:lnTo>
                    <a:lnTo>
                      <a:pt x="1476118" y="1167860"/>
                    </a:lnTo>
                    <a:lnTo>
                      <a:pt x="1409914" y="1166256"/>
                    </a:lnTo>
                    <a:lnTo>
                      <a:pt x="1344496" y="1163609"/>
                    </a:lnTo>
                    <a:lnTo>
                      <a:pt x="1279922" y="1159941"/>
                    </a:lnTo>
                    <a:lnTo>
                      <a:pt x="1216250" y="1155274"/>
                    </a:lnTo>
                    <a:lnTo>
                      <a:pt x="1153538" y="1149630"/>
                    </a:lnTo>
                    <a:lnTo>
                      <a:pt x="1091843" y="1143031"/>
                    </a:lnTo>
                    <a:lnTo>
                      <a:pt x="1031224" y="1135499"/>
                    </a:lnTo>
                    <a:lnTo>
                      <a:pt x="971738" y="1127056"/>
                    </a:lnTo>
                    <a:lnTo>
                      <a:pt x="913444" y="1117723"/>
                    </a:lnTo>
                    <a:lnTo>
                      <a:pt x="856399" y="1107522"/>
                    </a:lnTo>
                    <a:lnTo>
                      <a:pt x="800661" y="1096476"/>
                    </a:lnTo>
                    <a:lnTo>
                      <a:pt x="746288" y="1084606"/>
                    </a:lnTo>
                    <a:lnTo>
                      <a:pt x="693338" y="1071934"/>
                    </a:lnTo>
                    <a:lnTo>
                      <a:pt x="641869" y="1058483"/>
                    </a:lnTo>
                    <a:lnTo>
                      <a:pt x="591939" y="1044273"/>
                    </a:lnTo>
                    <a:lnTo>
                      <a:pt x="543606" y="1029327"/>
                    </a:lnTo>
                    <a:lnTo>
                      <a:pt x="496927" y="1013667"/>
                    </a:lnTo>
                    <a:lnTo>
                      <a:pt x="451961" y="997315"/>
                    </a:lnTo>
                    <a:lnTo>
                      <a:pt x="408765" y="980292"/>
                    </a:lnTo>
                    <a:lnTo>
                      <a:pt x="367397" y="962620"/>
                    </a:lnTo>
                    <a:lnTo>
                      <a:pt x="327916" y="944322"/>
                    </a:lnTo>
                    <a:lnTo>
                      <a:pt x="290379" y="925419"/>
                    </a:lnTo>
                    <a:lnTo>
                      <a:pt x="254844" y="905934"/>
                    </a:lnTo>
                    <a:lnTo>
                      <a:pt x="221369" y="885887"/>
                    </a:lnTo>
                    <a:lnTo>
                      <a:pt x="160830" y="844199"/>
                    </a:lnTo>
                    <a:lnTo>
                      <a:pt x="109227" y="800529"/>
                    </a:lnTo>
                    <a:lnTo>
                      <a:pt x="67021" y="755054"/>
                    </a:lnTo>
                    <a:lnTo>
                      <a:pt x="34677" y="707948"/>
                    </a:lnTo>
                    <a:lnTo>
                      <a:pt x="12657" y="659387"/>
                    </a:lnTo>
                    <a:lnTo>
                      <a:pt x="1425" y="609546"/>
                    </a:lnTo>
                    <a:lnTo>
                      <a:pt x="0" y="584200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40" name="object 138">
                <a:extLst>
                  <a:ext uri="{FF2B5EF4-FFF2-40B4-BE49-F238E27FC236}">
                    <a16:creationId xmlns:a16="http://schemas.microsoft.com/office/drawing/2014/main" id="{731F8B4B-6E29-5E0D-5926-49F09BFCB671}"/>
                  </a:ext>
                </a:extLst>
              </p:cNvPr>
              <p:cNvPicPr/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>
                <a:off x="2153158" y="4333494"/>
                <a:ext cx="510031" cy="88392"/>
              </a:xfrm>
              <a:prstGeom prst="rect">
                <a:avLst/>
              </a:prstGeom>
            </p:spPr>
          </p:pic>
          <p:sp>
            <p:nvSpPr>
              <p:cNvPr id="141" name="object 139">
                <a:extLst>
                  <a:ext uri="{FF2B5EF4-FFF2-40B4-BE49-F238E27FC236}">
                    <a16:creationId xmlns:a16="http://schemas.microsoft.com/office/drawing/2014/main" id="{AED3E298-8C76-CDBC-A39D-349EF1B07106}"/>
                  </a:ext>
                </a:extLst>
              </p:cNvPr>
              <p:cNvSpPr/>
              <p:nvPr/>
            </p:nvSpPr>
            <p:spPr>
              <a:xfrm>
                <a:off x="2153158" y="4333494"/>
                <a:ext cx="51054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88900">
                    <a:moveTo>
                      <a:pt x="0" y="44195"/>
                    </a:moveTo>
                    <a:lnTo>
                      <a:pt x="34816" y="21900"/>
                    </a:lnTo>
                    <a:lnTo>
                      <a:pt x="74691" y="12953"/>
                    </a:lnTo>
                    <a:lnTo>
                      <a:pt x="126303" y="6039"/>
                    </a:lnTo>
                    <a:lnTo>
                      <a:pt x="187222" y="1580"/>
                    </a:lnTo>
                    <a:lnTo>
                      <a:pt x="255016" y="0"/>
                    </a:lnTo>
                    <a:lnTo>
                      <a:pt x="322809" y="1580"/>
                    </a:lnTo>
                    <a:lnTo>
                      <a:pt x="383728" y="6039"/>
                    </a:lnTo>
                    <a:lnTo>
                      <a:pt x="435340" y="12953"/>
                    </a:lnTo>
                    <a:lnTo>
                      <a:pt x="475215" y="21900"/>
                    </a:lnTo>
                    <a:lnTo>
                      <a:pt x="510031" y="44195"/>
                    </a:lnTo>
                    <a:lnTo>
                      <a:pt x="500922" y="55936"/>
                    </a:lnTo>
                    <a:lnTo>
                      <a:pt x="435340" y="75437"/>
                    </a:lnTo>
                    <a:lnTo>
                      <a:pt x="383728" y="82352"/>
                    </a:lnTo>
                    <a:lnTo>
                      <a:pt x="322809" y="86811"/>
                    </a:lnTo>
                    <a:lnTo>
                      <a:pt x="255016" y="88391"/>
                    </a:lnTo>
                    <a:lnTo>
                      <a:pt x="187222" y="86811"/>
                    </a:lnTo>
                    <a:lnTo>
                      <a:pt x="126303" y="82352"/>
                    </a:lnTo>
                    <a:lnTo>
                      <a:pt x="74691" y="75437"/>
                    </a:lnTo>
                    <a:lnTo>
                      <a:pt x="34816" y="66491"/>
                    </a:lnTo>
                    <a:lnTo>
                      <a:pt x="0" y="44195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42" name="object 140">
                <a:extLst>
                  <a:ext uri="{FF2B5EF4-FFF2-40B4-BE49-F238E27FC236}">
                    <a16:creationId xmlns:a16="http://schemas.microsoft.com/office/drawing/2014/main" id="{E15BFD51-544C-C7EC-38B7-804DFF897F97}"/>
                  </a:ext>
                </a:extLst>
              </p:cNvPr>
              <p:cNvPicPr/>
              <p:nvPr/>
            </p:nvPicPr>
            <p:blipFill>
              <a:blip r:embed="rId34" cstate="print"/>
              <a:stretch>
                <a:fillRect/>
              </a:stretch>
            </p:blipFill>
            <p:spPr>
              <a:xfrm>
                <a:off x="2152269" y="4264533"/>
                <a:ext cx="513689" cy="113537"/>
              </a:xfrm>
              <a:prstGeom prst="rect">
                <a:avLst/>
              </a:prstGeom>
            </p:spPr>
          </p:pic>
          <p:sp>
            <p:nvSpPr>
              <p:cNvPr id="143" name="object 141">
                <a:extLst>
                  <a:ext uri="{FF2B5EF4-FFF2-40B4-BE49-F238E27FC236}">
                    <a16:creationId xmlns:a16="http://schemas.microsoft.com/office/drawing/2014/main" id="{7D571794-D691-96B8-753E-F08D5160F4B1}"/>
                  </a:ext>
                </a:extLst>
              </p:cNvPr>
              <p:cNvSpPr/>
              <p:nvPr/>
            </p:nvSpPr>
            <p:spPr>
              <a:xfrm>
                <a:off x="2152269" y="4264533"/>
                <a:ext cx="510540" cy="10350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103504">
                    <a:moveTo>
                      <a:pt x="0" y="51562"/>
                    </a:moveTo>
                    <a:lnTo>
                      <a:pt x="34816" y="25494"/>
                    </a:lnTo>
                    <a:lnTo>
                      <a:pt x="74691" y="15065"/>
                    </a:lnTo>
                    <a:lnTo>
                      <a:pt x="126303" y="7017"/>
                    </a:lnTo>
                    <a:lnTo>
                      <a:pt x="187222" y="1835"/>
                    </a:lnTo>
                    <a:lnTo>
                      <a:pt x="255016" y="0"/>
                    </a:lnTo>
                    <a:lnTo>
                      <a:pt x="322809" y="1835"/>
                    </a:lnTo>
                    <a:lnTo>
                      <a:pt x="383728" y="7017"/>
                    </a:lnTo>
                    <a:lnTo>
                      <a:pt x="435340" y="15065"/>
                    </a:lnTo>
                    <a:lnTo>
                      <a:pt x="475215" y="25494"/>
                    </a:lnTo>
                    <a:lnTo>
                      <a:pt x="510031" y="51562"/>
                    </a:lnTo>
                    <a:lnTo>
                      <a:pt x="500922" y="65249"/>
                    </a:lnTo>
                    <a:lnTo>
                      <a:pt x="435340" y="87947"/>
                    </a:lnTo>
                    <a:lnTo>
                      <a:pt x="383728" y="95983"/>
                    </a:lnTo>
                    <a:lnTo>
                      <a:pt x="322809" y="101162"/>
                    </a:lnTo>
                    <a:lnTo>
                      <a:pt x="255016" y="102997"/>
                    </a:lnTo>
                    <a:lnTo>
                      <a:pt x="187222" y="101162"/>
                    </a:lnTo>
                    <a:lnTo>
                      <a:pt x="126303" y="95983"/>
                    </a:lnTo>
                    <a:lnTo>
                      <a:pt x="74691" y="87947"/>
                    </a:lnTo>
                    <a:lnTo>
                      <a:pt x="34816" y="77540"/>
                    </a:lnTo>
                    <a:lnTo>
                      <a:pt x="0" y="51562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4" name="object 142">
                <a:extLst>
                  <a:ext uri="{FF2B5EF4-FFF2-40B4-BE49-F238E27FC236}">
                    <a16:creationId xmlns:a16="http://schemas.microsoft.com/office/drawing/2014/main" id="{B06AE89D-CEBE-D087-C4C6-EE9759C5303F}"/>
                  </a:ext>
                </a:extLst>
              </p:cNvPr>
              <p:cNvSpPr/>
              <p:nvPr/>
            </p:nvSpPr>
            <p:spPr>
              <a:xfrm>
                <a:off x="2255901" y="4290440"/>
                <a:ext cx="287020" cy="48895"/>
              </a:xfrm>
              <a:custGeom>
                <a:avLst/>
                <a:gdLst/>
                <a:ahLst/>
                <a:cxnLst/>
                <a:rect l="l" t="t" r="r" b="b"/>
                <a:pathLst>
                  <a:path w="287019" h="48895">
                    <a:moveTo>
                      <a:pt x="0" y="48767"/>
                    </a:moveTo>
                    <a:lnTo>
                      <a:pt x="88900" y="48767"/>
                    </a:lnTo>
                    <a:lnTo>
                      <a:pt x="177800" y="0"/>
                    </a:lnTo>
                    <a:lnTo>
                      <a:pt x="287019" y="0"/>
                    </a:lnTo>
                  </a:path>
                  <a:path w="287019" h="48895">
                    <a:moveTo>
                      <a:pt x="12954" y="0"/>
                    </a:moveTo>
                    <a:lnTo>
                      <a:pt x="101854" y="0"/>
                    </a:lnTo>
                    <a:lnTo>
                      <a:pt x="190754" y="48767"/>
                    </a:lnTo>
                    <a:lnTo>
                      <a:pt x="274066" y="48767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5" name="object 143">
                <a:extLst>
                  <a:ext uri="{FF2B5EF4-FFF2-40B4-BE49-F238E27FC236}">
                    <a16:creationId xmlns:a16="http://schemas.microsoft.com/office/drawing/2014/main" id="{407F02A1-AD73-66C3-80D0-A62424B973F7}"/>
                  </a:ext>
                </a:extLst>
              </p:cNvPr>
              <p:cNvSpPr/>
              <p:nvPr/>
            </p:nvSpPr>
            <p:spPr>
              <a:xfrm>
                <a:off x="2154173" y="4313173"/>
                <a:ext cx="508634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08635" h="69850">
                    <a:moveTo>
                      <a:pt x="0" y="0"/>
                    </a:moveTo>
                    <a:lnTo>
                      <a:pt x="0" y="64896"/>
                    </a:lnTo>
                  </a:path>
                  <a:path w="508635" h="69850">
                    <a:moveTo>
                      <a:pt x="508126" y="1650"/>
                    </a:moveTo>
                    <a:lnTo>
                      <a:pt x="508126" y="69850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6" name="object 144">
                <a:extLst>
                  <a:ext uri="{FF2B5EF4-FFF2-40B4-BE49-F238E27FC236}">
                    <a16:creationId xmlns:a16="http://schemas.microsoft.com/office/drawing/2014/main" id="{157C0C0E-5E25-6CF8-EA1D-137D51C2AB07}"/>
                  </a:ext>
                </a:extLst>
              </p:cNvPr>
              <p:cNvSpPr/>
              <p:nvPr/>
            </p:nvSpPr>
            <p:spPr>
              <a:xfrm>
                <a:off x="2348357" y="4315586"/>
                <a:ext cx="1595755" cy="739775"/>
              </a:xfrm>
              <a:custGeom>
                <a:avLst/>
                <a:gdLst/>
                <a:ahLst/>
                <a:cxnLst/>
                <a:rect l="l" t="t" r="r" b="b"/>
                <a:pathLst>
                  <a:path w="1595754" h="739775">
                    <a:moveTo>
                      <a:pt x="313944" y="0"/>
                    </a:moveTo>
                    <a:lnTo>
                      <a:pt x="1254506" y="116331"/>
                    </a:lnTo>
                  </a:path>
                  <a:path w="1595754" h="739775">
                    <a:moveTo>
                      <a:pt x="764032" y="308737"/>
                    </a:moveTo>
                    <a:lnTo>
                      <a:pt x="880491" y="379730"/>
                    </a:lnTo>
                  </a:path>
                  <a:path w="1595754" h="739775">
                    <a:moveTo>
                      <a:pt x="572007" y="521207"/>
                    </a:moveTo>
                    <a:lnTo>
                      <a:pt x="806704" y="482345"/>
                    </a:lnTo>
                  </a:path>
                  <a:path w="1595754" h="739775">
                    <a:moveTo>
                      <a:pt x="287655" y="426338"/>
                    </a:moveTo>
                    <a:lnTo>
                      <a:pt x="473582" y="332994"/>
                    </a:lnTo>
                  </a:path>
                  <a:path w="1595754" h="739775">
                    <a:moveTo>
                      <a:pt x="0" y="680085"/>
                    </a:moveTo>
                    <a:lnTo>
                      <a:pt x="185928" y="586613"/>
                    </a:lnTo>
                  </a:path>
                  <a:path w="1595754" h="739775">
                    <a:moveTo>
                      <a:pt x="779144" y="739775"/>
                    </a:moveTo>
                    <a:lnTo>
                      <a:pt x="1023112" y="524256"/>
                    </a:lnTo>
                  </a:path>
                  <a:path w="1595754" h="739775">
                    <a:moveTo>
                      <a:pt x="1595373" y="618236"/>
                    </a:moveTo>
                    <a:lnTo>
                      <a:pt x="1253108" y="512190"/>
                    </a:lnTo>
                  </a:path>
                  <a:path w="1595754" h="739775">
                    <a:moveTo>
                      <a:pt x="1239393" y="383413"/>
                    </a:moveTo>
                    <a:lnTo>
                      <a:pt x="1512696" y="216788"/>
                    </a:lnTo>
                  </a:path>
                  <a:path w="1595754" h="739775">
                    <a:moveTo>
                      <a:pt x="456184" y="180594"/>
                    </a:moveTo>
                    <a:lnTo>
                      <a:pt x="59817" y="106299"/>
                    </a:lnTo>
                  </a:path>
                </a:pathLst>
              </a:custGeom>
              <a:ln w="1587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7" name="object 145">
              <a:extLst>
                <a:ext uri="{FF2B5EF4-FFF2-40B4-BE49-F238E27FC236}">
                  <a16:creationId xmlns:a16="http://schemas.microsoft.com/office/drawing/2014/main" id="{06138D67-6C8B-83BC-1E24-AE83133F7ADA}"/>
                </a:ext>
              </a:extLst>
            </p:cNvPr>
            <p:cNvSpPr txBox="1"/>
            <p:nvPr/>
          </p:nvSpPr>
          <p:spPr>
            <a:xfrm>
              <a:off x="1683257" y="4555616"/>
              <a:ext cx="679450" cy="3308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b="1" i="1" dirty="0">
                  <a:solidFill>
                    <a:srgbClr val="163793"/>
                  </a:solidFill>
                  <a:latin typeface="Arial"/>
                  <a:cs typeface="Arial"/>
                </a:rPr>
                <a:t>ISP</a:t>
              </a:r>
              <a:r>
                <a:rPr sz="2000" b="1" i="1" spc="-100" dirty="0">
                  <a:solidFill>
                    <a:srgbClr val="163793"/>
                  </a:solidFill>
                  <a:latin typeface="Arial"/>
                  <a:cs typeface="Arial"/>
                </a:rPr>
                <a:t> </a:t>
              </a:r>
              <a:r>
                <a:rPr sz="2000" b="1" i="1" spc="-50" dirty="0">
                  <a:solidFill>
                    <a:srgbClr val="163793"/>
                  </a:solidFill>
                  <a:latin typeface="Arial"/>
                  <a:cs typeface="Arial"/>
                </a:rPr>
                <a:t>C</a:t>
              </a:r>
              <a:endParaRPr sz="2000">
                <a:latin typeface="Arial"/>
                <a:cs typeface="Arial"/>
              </a:endParaRPr>
            </a:p>
          </p:txBody>
        </p:sp>
        <p:grpSp>
          <p:nvGrpSpPr>
            <p:cNvPr id="148" name="object 146">
              <a:extLst>
                <a:ext uri="{FF2B5EF4-FFF2-40B4-BE49-F238E27FC236}">
                  <a16:creationId xmlns:a16="http://schemas.microsoft.com/office/drawing/2014/main" id="{57ACBCE0-CBFC-F884-999C-4EA212CA96C0}"/>
                </a:ext>
              </a:extLst>
            </p:cNvPr>
            <p:cNvGrpSpPr/>
            <p:nvPr/>
          </p:nvGrpSpPr>
          <p:grpSpPr>
            <a:xfrm>
              <a:off x="1150937" y="2384361"/>
              <a:ext cx="7105650" cy="3639185"/>
              <a:chOff x="1150937" y="2384361"/>
              <a:chExt cx="7105650" cy="3639185"/>
            </a:xfrm>
          </p:grpSpPr>
          <p:pic>
            <p:nvPicPr>
              <p:cNvPr id="149" name="object 147">
                <a:extLst>
                  <a:ext uri="{FF2B5EF4-FFF2-40B4-BE49-F238E27FC236}">
                    <a16:creationId xmlns:a16="http://schemas.microsoft.com/office/drawing/2014/main" id="{14B17E5E-E415-7F48-AAB5-7E6CA549010A}"/>
                  </a:ext>
                </a:extLst>
              </p:cNvPr>
              <p:cNvPicPr/>
              <p:nvPr/>
            </p:nvPicPr>
            <p:blipFill>
              <a:blip r:embed="rId35" cstate="print"/>
              <a:stretch>
                <a:fillRect/>
              </a:stretch>
            </p:blipFill>
            <p:spPr>
              <a:xfrm>
                <a:off x="3145154" y="4750688"/>
                <a:ext cx="510031" cy="88518"/>
              </a:xfrm>
              <a:prstGeom prst="rect">
                <a:avLst/>
              </a:prstGeom>
            </p:spPr>
          </p:pic>
          <p:sp>
            <p:nvSpPr>
              <p:cNvPr id="150" name="object 148">
                <a:extLst>
                  <a:ext uri="{FF2B5EF4-FFF2-40B4-BE49-F238E27FC236}">
                    <a16:creationId xmlns:a16="http://schemas.microsoft.com/office/drawing/2014/main" id="{FF38CD3F-9241-A18F-C962-3382B8CEC690}"/>
                  </a:ext>
                </a:extLst>
              </p:cNvPr>
              <p:cNvSpPr/>
              <p:nvPr/>
            </p:nvSpPr>
            <p:spPr>
              <a:xfrm>
                <a:off x="3145154" y="4750688"/>
                <a:ext cx="51054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88900">
                    <a:moveTo>
                      <a:pt x="0" y="44323"/>
                    </a:moveTo>
                    <a:lnTo>
                      <a:pt x="34816" y="21938"/>
                    </a:lnTo>
                    <a:lnTo>
                      <a:pt x="74691" y="12969"/>
                    </a:lnTo>
                    <a:lnTo>
                      <a:pt x="126303" y="6044"/>
                    </a:lnTo>
                    <a:lnTo>
                      <a:pt x="187222" y="1581"/>
                    </a:lnTo>
                    <a:lnTo>
                      <a:pt x="255016" y="0"/>
                    </a:lnTo>
                    <a:lnTo>
                      <a:pt x="322809" y="1581"/>
                    </a:lnTo>
                    <a:lnTo>
                      <a:pt x="383728" y="6044"/>
                    </a:lnTo>
                    <a:lnTo>
                      <a:pt x="435340" y="12969"/>
                    </a:lnTo>
                    <a:lnTo>
                      <a:pt x="475215" y="21938"/>
                    </a:lnTo>
                    <a:lnTo>
                      <a:pt x="510031" y="44323"/>
                    </a:lnTo>
                    <a:lnTo>
                      <a:pt x="500922" y="56063"/>
                    </a:lnTo>
                    <a:lnTo>
                      <a:pt x="435340" y="75565"/>
                    </a:lnTo>
                    <a:lnTo>
                      <a:pt x="383728" y="82479"/>
                    </a:lnTo>
                    <a:lnTo>
                      <a:pt x="322809" y="86938"/>
                    </a:lnTo>
                    <a:lnTo>
                      <a:pt x="255016" y="88518"/>
                    </a:lnTo>
                    <a:lnTo>
                      <a:pt x="187222" y="86938"/>
                    </a:lnTo>
                    <a:lnTo>
                      <a:pt x="126303" y="82479"/>
                    </a:lnTo>
                    <a:lnTo>
                      <a:pt x="74691" y="75564"/>
                    </a:lnTo>
                    <a:lnTo>
                      <a:pt x="34816" y="66618"/>
                    </a:lnTo>
                    <a:lnTo>
                      <a:pt x="0" y="44323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51" name="object 149">
                <a:extLst>
                  <a:ext uri="{FF2B5EF4-FFF2-40B4-BE49-F238E27FC236}">
                    <a16:creationId xmlns:a16="http://schemas.microsoft.com/office/drawing/2014/main" id="{D61005C7-EC46-2C71-4CBD-885014C15871}"/>
                  </a:ext>
                </a:extLst>
              </p:cNvPr>
              <p:cNvPicPr/>
              <p:nvPr/>
            </p:nvPicPr>
            <p:blipFill>
              <a:blip r:embed="rId36" cstate="print"/>
              <a:stretch>
                <a:fillRect/>
              </a:stretch>
            </p:blipFill>
            <p:spPr>
              <a:xfrm>
                <a:off x="3144266" y="4681727"/>
                <a:ext cx="513689" cy="113665"/>
              </a:xfrm>
              <a:prstGeom prst="rect">
                <a:avLst/>
              </a:prstGeom>
            </p:spPr>
          </p:pic>
          <p:sp>
            <p:nvSpPr>
              <p:cNvPr id="152" name="object 150">
                <a:extLst>
                  <a:ext uri="{FF2B5EF4-FFF2-40B4-BE49-F238E27FC236}">
                    <a16:creationId xmlns:a16="http://schemas.microsoft.com/office/drawing/2014/main" id="{6B0088A9-641D-9FE0-ACBF-B4D54906CAC0}"/>
                  </a:ext>
                </a:extLst>
              </p:cNvPr>
              <p:cNvSpPr/>
              <p:nvPr/>
            </p:nvSpPr>
            <p:spPr>
              <a:xfrm>
                <a:off x="3144266" y="4681727"/>
                <a:ext cx="510540" cy="10350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103504">
                    <a:moveTo>
                      <a:pt x="0" y="51562"/>
                    </a:moveTo>
                    <a:lnTo>
                      <a:pt x="34816" y="25550"/>
                    </a:lnTo>
                    <a:lnTo>
                      <a:pt x="74691" y="15113"/>
                    </a:lnTo>
                    <a:lnTo>
                      <a:pt x="126303" y="7046"/>
                    </a:lnTo>
                    <a:lnTo>
                      <a:pt x="187222" y="1843"/>
                    </a:lnTo>
                    <a:lnTo>
                      <a:pt x="255016" y="0"/>
                    </a:lnTo>
                    <a:lnTo>
                      <a:pt x="322809" y="1843"/>
                    </a:lnTo>
                    <a:lnTo>
                      <a:pt x="383728" y="7046"/>
                    </a:lnTo>
                    <a:lnTo>
                      <a:pt x="435340" y="15112"/>
                    </a:lnTo>
                    <a:lnTo>
                      <a:pt x="475215" y="25550"/>
                    </a:lnTo>
                    <a:lnTo>
                      <a:pt x="510031" y="51562"/>
                    </a:lnTo>
                    <a:lnTo>
                      <a:pt x="500922" y="65259"/>
                    </a:lnTo>
                    <a:lnTo>
                      <a:pt x="435340" y="88011"/>
                    </a:lnTo>
                    <a:lnTo>
                      <a:pt x="383728" y="96077"/>
                    </a:lnTo>
                    <a:lnTo>
                      <a:pt x="322809" y="101280"/>
                    </a:lnTo>
                    <a:lnTo>
                      <a:pt x="255016" y="103124"/>
                    </a:lnTo>
                    <a:lnTo>
                      <a:pt x="187222" y="101280"/>
                    </a:lnTo>
                    <a:lnTo>
                      <a:pt x="126303" y="96077"/>
                    </a:lnTo>
                    <a:lnTo>
                      <a:pt x="74691" y="88011"/>
                    </a:lnTo>
                    <a:lnTo>
                      <a:pt x="34816" y="77573"/>
                    </a:lnTo>
                    <a:lnTo>
                      <a:pt x="0" y="51562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3" name="object 151">
                <a:extLst>
                  <a:ext uri="{FF2B5EF4-FFF2-40B4-BE49-F238E27FC236}">
                    <a16:creationId xmlns:a16="http://schemas.microsoft.com/office/drawing/2014/main" id="{46DDEBC9-DC8D-EAF4-9EA7-1B350EBBA91C}"/>
                  </a:ext>
                </a:extLst>
              </p:cNvPr>
              <p:cNvSpPr/>
              <p:nvPr/>
            </p:nvSpPr>
            <p:spPr>
              <a:xfrm>
                <a:off x="3247898" y="4707763"/>
                <a:ext cx="287020" cy="48895"/>
              </a:xfrm>
              <a:custGeom>
                <a:avLst/>
                <a:gdLst/>
                <a:ahLst/>
                <a:cxnLst/>
                <a:rect l="l" t="t" r="r" b="b"/>
                <a:pathLst>
                  <a:path w="287020" h="48895">
                    <a:moveTo>
                      <a:pt x="0" y="48641"/>
                    </a:moveTo>
                    <a:lnTo>
                      <a:pt x="88900" y="48641"/>
                    </a:lnTo>
                    <a:lnTo>
                      <a:pt x="177800" y="0"/>
                    </a:lnTo>
                    <a:lnTo>
                      <a:pt x="287019" y="0"/>
                    </a:lnTo>
                  </a:path>
                  <a:path w="287020" h="48895">
                    <a:moveTo>
                      <a:pt x="12953" y="0"/>
                    </a:moveTo>
                    <a:lnTo>
                      <a:pt x="101853" y="0"/>
                    </a:lnTo>
                    <a:lnTo>
                      <a:pt x="190753" y="48641"/>
                    </a:lnTo>
                    <a:lnTo>
                      <a:pt x="274065" y="48641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4" name="object 152">
                <a:extLst>
                  <a:ext uri="{FF2B5EF4-FFF2-40B4-BE49-F238E27FC236}">
                    <a16:creationId xmlns:a16="http://schemas.microsoft.com/office/drawing/2014/main" id="{972F336E-1CDD-1B83-B60F-F11093A7CBD3}"/>
                  </a:ext>
                </a:extLst>
              </p:cNvPr>
              <p:cNvSpPr/>
              <p:nvPr/>
            </p:nvSpPr>
            <p:spPr>
              <a:xfrm>
                <a:off x="3146044" y="4730495"/>
                <a:ext cx="508634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08635" h="69850">
                    <a:moveTo>
                      <a:pt x="0" y="0"/>
                    </a:moveTo>
                    <a:lnTo>
                      <a:pt x="126" y="64896"/>
                    </a:lnTo>
                  </a:path>
                  <a:path w="508635" h="69850">
                    <a:moveTo>
                      <a:pt x="508254" y="1523"/>
                    </a:moveTo>
                    <a:lnTo>
                      <a:pt x="508254" y="69722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55" name="object 153">
                <a:extLst>
                  <a:ext uri="{FF2B5EF4-FFF2-40B4-BE49-F238E27FC236}">
                    <a16:creationId xmlns:a16="http://schemas.microsoft.com/office/drawing/2014/main" id="{FEAC9090-680C-FF8B-8502-41A8B2B70BEE}"/>
                  </a:ext>
                </a:extLst>
              </p:cNvPr>
              <p:cNvPicPr/>
              <p:nvPr/>
            </p:nvPicPr>
            <p:blipFill>
              <a:blip r:embed="rId37" cstate="print"/>
              <a:stretch>
                <a:fillRect/>
              </a:stretch>
            </p:blipFill>
            <p:spPr>
              <a:xfrm>
                <a:off x="2390521" y="4814569"/>
                <a:ext cx="510031" cy="88518"/>
              </a:xfrm>
              <a:prstGeom prst="rect">
                <a:avLst/>
              </a:prstGeom>
            </p:spPr>
          </p:pic>
          <p:sp>
            <p:nvSpPr>
              <p:cNvPr id="156" name="object 154">
                <a:extLst>
                  <a:ext uri="{FF2B5EF4-FFF2-40B4-BE49-F238E27FC236}">
                    <a16:creationId xmlns:a16="http://schemas.microsoft.com/office/drawing/2014/main" id="{FAE9AC7C-F996-A4D5-002E-8D9D2561A1E7}"/>
                  </a:ext>
                </a:extLst>
              </p:cNvPr>
              <p:cNvSpPr/>
              <p:nvPr/>
            </p:nvSpPr>
            <p:spPr>
              <a:xfrm>
                <a:off x="2390521" y="4814569"/>
                <a:ext cx="51054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88900">
                    <a:moveTo>
                      <a:pt x="0" y="44322"/>
                    </a:moveTo>
                    <a:lnTo>
                      <a:pt x="34816" y="21938"/>
                    </a:lnTo>
                    <a:lnTo>
                      <a:pt x="74691" y="12969"/>
                    </a:lnTo>
                    <a:lnTo>
                      <a:pt x="126303" y="6044"/>
                    </a:lnTo>
                    <a:lnTo>
                      <a:pt x="187222" y="1581"/>
                    </a:lnTo>
                    <a:lnTo>
                      <a:pt x="255016" y="0"/>
                    </a:lnTo>
                    <a:lnTo>
                      <a:pt x="322809" y="1581"/>
                    </a:lnTo>
                    <a:lnTo>
                      <a:pt x="383728" y="6044"/>
                    </a:lnTo>
                    <a:lnTo>
                      <a:pt x="435340" y="12969"/>
                    </a:lnTo>
                    <a:lnTo>
                      <a:pt x="475215" y="21938"/>
                    </a:lnTo>
                    <a:lnTo>
                      <a:pt x="510031" y="44322"/>
                    </a:lnTo>
                    <a:lnTo>
                      <a:pt x="500922" y="56063"/>
                    </a:lnTo>
                    <a:lnTo>
                      <a:pt x="435340" y="75564"/>
                    </a:lnTo>
                    <a:lnTo>
                      <a:pt x="383728" y="82479"/>
                    </a:lnTo>
                    <a:lnTo>
                      <a:pt x="322809" y="86938"/>
                    </a:lnTo>
                    <a:lnTo>
                      <a:pt x="255016" y="88518"/>
                    </a:lnTo>
                    <a:lnTo>
                      <a:pt x="187222" y="86938"/>
                    </a:lnTo>
                    <a:lnTo>
                      <a:pt x="126303" y="82479"/>
                    </a:lnTo>
                    <a:lnTo>
                      <a:pt x="74691" y="75564"/>
                    </a:lnTo>
                    <a:lnTo>
                      <a:pt x="34816" y="66618"/>
                    </a:lnTo>
                    <a:lnTo>
                      <a:pt x="0" y="44322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57" name="object 155">
                <a:extLst>
                  <a:ext uri="{FF2B5EF4-FFF2-40B4-BE49-F238E27FC236}">
                    <a16:creationId xmlns:a16="http://schemas.microsoft.com/office/drawing/2014/main" id="{BEB6EEF8-A32F-E271-E52E-2423EA2D81AF}"/>
                  </a:ext>
                </a:extLst>
              </p:cNvPr>
              <p:cNvPicPr/>
              <p:nvPr/>
            </p:nvPicPr>
            <p:blipFill>
              <a:blip r:embed="rId38" cstate="print"/>
              <a:stretch>
                <a:fillRect/>
              </a:stretch>
            </p:blipFill>
            <p:spPr>
              <a:xfrm>
                <a:off x="2389632" y="4745608"/>
                <a:ext cx="513689" cy="113665"/>
              </a:xfrm>
              <a:prstGeom prst="rect">
                <a:avLst/>
              </a:prstGeom>
            </p:spPr>
          </p:pic>
          <p:sp>
            <p:nvSpPr>
              <p:cNvPr id="158" name="object 156">
                <a:extLst>
                  <a:ext uri="{FF2B5EF4-FFF2-40B4-BE49-F238E27FC236}">
                    <a16:creationId xmlns:a16="http://schemas.microsoft.com/office/drawing/2014/main" id="{C08856DB-F7D0-4631-C171-ECF81AAD648F}"/>
                  </a:ext>
                </a:extLst>
              </p:cNvPr>
              <p:cNvSpPr/>
              <p:nvPr/>
            </p:nvSpPr>
            <p:spPr>
              <a:xfrm>
                <a:off x="2389632" y="4745608"/>
                <a:ext cx="510540" cy="10350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103504">
                    <a:moveTo>
                      <a:pt x="0" y="51562"/>
                    </a:moveTo>
                    <a:lnTo>
                      <a:pt x="34816" y="25550"/>
                    </a:lnTo>
                    <a:lnTo>
                      <a:pt x="74691" y="15113"/>
                    </a:lnTo>
                    <a:lnTo>
                      <a:pt x="126303" y="7046"/>
                    </a:lnTo>
                    <a:lnTo>
                      <a:pt x="187222" y="1843"/>
                    </a:lnTo>
                    <a:lnTo>
                      <a:pt x="255016" y="0"/>
                    </a:lnTo>
                    <a:lnTo>
                      <a:pt x="322809" y="1843"/>
                    </a:lnTo>
                    <a:lnTo>
                      <a:pt x="383728" y="7046"/>
                    </a:lnTo>
                    <a:lnTo>
                      <a:pt x="435340" y="15113"/>
                    </a:lnTo>
                    <a:lnTo>
                      <a:pt x="475215" y="25550"/>
                    </a:lnTo>
                    <a:lnTo>
                      <a:pt x="510031" y="51562"/>
                    </a:lnTo>
                    <a:lnTo>
                      <a:pt x="500922" y="65259"/>
                    </a:lnTo>
                    <a:lnTo>
                      <a:pt x="435340" y="88011"/>
                    </a:lnTo>
                    <a:lnTo>
                      <a:pt x="383728" y="96077"/>
                    </a:lnTo>
                    <a:lnTo>
                      <a:pt x="322809" y="101280"/>
                    </a:lnTo>
                    <a:lnTo>
                      <a:pt x="255016" y="103124"/>
                    </a:lnTo>
                    <a:lnTo>
                      <a:pt x="187222" y="101280"/>
                    </a:lnTo>
                    <a:lnTo>
                      <a:pt x="126303" y="96077"/>
                    </a:lnTo>
                    <a:lnTo>
                      <a:pt x="74691" y="88011"/>
                    </a:lnTo>
                    <a:lnTo>
                      <a:pt x="34816" y="77573"/>
                    </a:lnTo>
                    <a:lnTo>
                      <a:pt x="0" y="51562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9" name="object 157">
                <a:extLst>
                  <a:ext uri="{FF2B5EF4-FFF2-40B4-BE49-F238E27FC236}">
                    <a16:creationId xmlns:a16="http://schemas.microsoft.com/office/drawing/2014/main" id="{FC0DE42A-4554-631A-A9E5-5E0DF3D7F8AA}"/>
                  </a:ext>
                </a:extLst>
              </p:cNvPr>
              <p:cNvSpPr/>
              <p:nvPr/>
            </p:nvSpPr>
            <p:spPr>
              <a:xfrm>
                <a:off x="2493263" y="4771644"/>
                <a:ext cx="287020" cy="48895"/>
              </a:xfrm>
              <a:custGeom>
                <a:avLst/>
                <a:gdLst/>
                <a:ahLst/>
                <a:cxnLst/>
                <a:rect l="l" t="t" r="r" b="b"/>
                <a:pathLst>
                  <a:path w="287019" h="48895">
                    <a:moveTo>
                      <a:pt x="0" y="48640"/>
                    </a:moveTo>
                    <a:lnTo>
                      <a:pt x="88900" y="48640"/>
                    </a:lnTo>
                    <a:lnTo>
                      <a:pt x="177800" y="0"/>
                    </a:lnTo>
                    <a:lnTo>
                      <a:pt x="287019" y="0"/>
                    </a:lnTo>
                  </a:path>
                  <a:path w="287019" h="48895">
                    <a:moveTo>
                      <a:pt x="12954" y="0"/>
                    </a:moveTo>
                    <a:lnTo>
                      <a:pt x="101854" y="0"/>
                    </a:lnTo>
                    <a:lnTo>
                      <a:pt x="190754" y="48640"/>
                    </a:lnTo>
                    <a:lnTo>
                      <a:pt x="274066" y="48640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0" name="object 158">
                <a:extLst>
                  <a:ext uri="{FF2B5EF4-FFF2-40B4-BE49-F238E27FC236}">
                    <a16:creationId xmlns:a16="http://schemas.microsoft.com/office/drawing/2014/main" id="{2C4795A8-55D0-966C-B6E8-0114C46D1425}"/>
                  </a:ext>
                </a:extLst>
              </p:cNvPr>
              <p:cNvSpPr/>
              <p:nvPr/>
            </p:nvSpPr>
            <p:spPr>
              <a:xfrm>
                <a:off x="2390521" y="4794376"/>
                <a:ext cx="510540" cy="7175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71754">
                    <a:moveTo>
                      <a:pt x="0" y="0"/>
                    </a:moveTo>
                    <a:lnTo>
                      <a:pt x="0" y="69723"/>
                    </a:lnTo>
                  </a:path>
                  <a:path w="510539" h="71754">
                    <a:moveTo>
                      <a:pt x="510031" y="1524"/>
                    </a:moveTo>
                    <a:lnTo>
                      <a:pt x="510031" y="71374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1" name="object 159">
                <a:extLst>
                  <a:ext uri="{FF2B5EF4-FFF2-40B4-BE49-F238E27FC236}">
                    <a16:creationId xmlns:a16="http://schemas.microsoft.com/office/drawing/2014/main" id="{CE2D0882-5598-BF2A-AA2D-C263DC54D698}"/>
                  </a:ext>
                </a:extLst>
              </p:cNvPr>
              <p:cNvPicPr/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>
                <a:off x="2668524" y="4561204"/>
                <a:ext cx="510031" cy="88392"/>
              </a:xfrm>
              <a:prstGeom prst="rect">
                <a:avLst/>
              </a:prstGeom>
            </p:spPr>
          </p:pic>
          <p:sp>
            <p:nvSpPr>
              <p:cNvPr id="162" name="object 160">
                <a:extLst>
                  <a:ext uri="{FF2B5EF4-FFF2-40B4-BE49-F238E27FC236}">
                    <a16:creationId xmlns:a16="http://schemas.microsoft.com/office/drawing/2014/main" id="{6DB12711-7F6A-1FBB-3C7E-9EA8B97E678B}"/>
                  </a:ext>
                </a:extLst>
              </p:cNvPr>
              <p:cNvSpPr/>
              <p:nvPr/>
            </p:nvSpPr>
            <p:spPr>
              <a:xfrm>
                <a:off x="2668524" y="4561204"/>
                <a:ext cx="51054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88900">
                    <a:moveTo>
                      <a:pt x="0" y="44196"/>
                    </a:moveTo>
                    <a:lnTo>
                      <a:pt x="34816" y="21900"/>
                    </a:lnTo>
                    <a:lnTo>
                      <a:pt x="74691" y="12954"/>
                    </a:lnTo>
                    <a:lnTo>
                      <a:pt x="126303" y="6039"/>
                    </a:lnTo>
                    <a:lnTo>
                      <a:pt x="187222" y="1580"/>
                    </a:lnTo>
                    <a:lnTo>
                      <a:pt x="255015" y="0"/>
                    </a:lnTo>
                    <a:lnTo>
                      <a:pt x="322809" y="1580"/>
                    </a:lnTo>
                    <a:lnTo>
                      <a:pt x="383728" y="6039"/>
                    </a:lnTo>
                    <a:lnTo>
                      <a:pt x="435340" y="12954"/>
                    </a:lnTo>
                    <a:lnTo>
                      <a:pt x="475215" y="21900"/>
                    </a:lnTo>
                    <a:lnTo>
                      <a:pt x="510031" y="44196"/>
                    </a:lnTo>
                    <a:lnTo>
                      <a:pt x="500922" y="55936"/>
                    </a:lnTo>
                    <a:lnTo>
                      <a:pt x="435340" y="75438"/>
                    </a:lnTo>
                    <a:lnTo>
                      <a:pt x="383728" y="82352"/>
                    </a:lnTo>
                    <a:lnTo>
                      <a:pt x="322809" y="86811"/>
                    </a:lnTo>
                    <a:lnTo>
                      <a:pt x="255015" y="88392"/>
                    </a:lnTo>
                    <a:lnTo>
                      <a:pt x="187222" y="86811"/>
                    </a:lnTo>
                    <a:lnTo>
                      <a:pt x="126303" y="82352"/>
                    </a:lnTo>
                    <a:lnTo>
                      <a:pt x="74691" y="75438"/>
                    </a:lnTo>
                    <a:lnTo>
                      <a:pt x="34816" y="66491"/>
                    </a:lnTo>
                    <a:lnTo>
                      <a:pt x="0" y="44196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3" name="object 161">
                <a:extLst>
                  <a:ext uri="{FF2B5EF4-FFF2-40B4-BE49-F238E27FC236}">
                    <a16:creationId xmlns:a16="http://schemas.microsoft.com/office/drawing/2014/main" id="{62A9473C-6899-2F57-9344-A2D5F1EB2D72}"/>
                  </a:ext>
                </a:extLst>
              </p:cNvPr>
              <p:cNvPicPr/>
              <p:nvPr/>
            </p:nvPicPr>
            <p:blipFill>
              <a:blip r:embed="rId39" cstate="print"/>
              <a:stretch>
                <a:fillRect/>
              </a:stretch>
            </p:blipFill>
            <p:spPr>
              <a:xfrm>
                <a:off x="2667635" y="4492244"/>
                <a:ext cx="513689" cy="113537"/>
              </a:xfrm>
              <a:prstGeom prst="rect">
                <a:avLst/>
              </a:prstGeom>
            </p:spPr>
          </p:pic>
          <p:sp>
            <p:nvSpPr>
              <p:cNvPr id="164" name="object 162">
                <a:extLst>
                  <a:ext uri="{FF2B5EF4-FFF2-40B4-BE49-F238E27FC236}">
                    <a16:creationId xmlns:a16="http://schemas.microsoft.com/office/drawing/2014/main" id="{5A13A500-D2E1-BA52-0DD1-5AB7618AF0B4}"/>
                  </a:ext>
                </a:extLst>
              </p:cNvPr>
              <p:cNvSpPr/>
              <p:nvPr/>
            </p:nvSpPr>
            <p:spPr>
              <a:xfrm>
                <a:off x="2667635" y="4492244"/>
                <a:ext cx="510540" cy="10350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103504">
                    <a:moveTo>
                      <a:pt x="0" y="51434"/>
                    </a:moveTo>
                    <a:lnTo>
                      <a:pt x="34816" y="25456"/>
                    </a:lnTo>
                    <a:lnTo>
                      <a:pt x="74691" y="15049"/>
                    </a:lnTo>
                    <a:lnTo>
                      <a:pt x="126303" y="7013"/>
                    </a:lnTo>
                    <a:lnTo>
                      <a:pt x="187222" y="1834"/>
                    </a:lnTo>
                    <a:lnTo>
                      <a:pt x="255015" y="0"/>
                    </a:lnTo>
                    <a:lnTo>
                      <a:pt x="322809" y="1834"/>
                    </a:lnTo>
                    <a:lnTo>
                      <a:pt x="383728" y="7013"/>
                    </a:lnTo>
                    <a:lnTo>
                      <a:pt x="435340" y="15049"/>
                    </a:lnTo>
                    <a:lnTo>
                      <a:pt x="475215" y="25456"/>
                    </a:lnTo>
                    <a:lnTo>
                      <a:pt x="510031" y="51434"/>
                    </a:lnTo>
                    <a:lnTo>
                      <a:pt x="500922" y="65176"/>
                    </a:lnTo>
                    <a:lnTo>
                      <a:pt x="435340" y="87931"/>
                    </a:lnTo>
                    <a:lnTo>
                      <a:pt x="383728" y="95979"/>
                    </a:lnTo>
                    <a:lnTo>
                      <a:pt x="322809" y="101161"/>
                    </a:lnTo>
                    <a:lnTo>
                      <a:pt x="255015" y="102996"/>
                    </a:lnTo>
                    <a:lnTo>
                      <a:pt x="187222" y="101161"/>
                    </a:lnTo>
                    <a:lnTo>
                      <a:pt x="126303" y="95979"/>
                    </a:lnTo>
                    <a:lnTo>
                      <a:pt x="74691" y="87931"/>
                    </a:lnTo>
                    <a:lnTo>
                      <a:pt x="34816" y="77502"/>
                    </a:lnTo>
                    <a:lnTo>
                      <a:pt x="0" y="51434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5" name="object 163">
                <a:extLst>
                  <a:ext uri="{FF2B5EF4-FFF2-40B4-BE49-F238E27FC236}">
                    <a16:creationId xmlns:a16="http://schemas.microsoft.com/office/drawing/2014/main" id="{6180D8B4-09C9-B225-27FD-79BBB29179AD}"/>
                  </a:ext>
                </a:extLst>
              </p:cNvPr>
              <p:cNvSpPr/>
              <p:nvPr/>
            </p:nvSpPr>
            <p:spPr>
              <a:xfrm>
                <a:off x="2771266" y="4518151"/>
                <a:ext cx="287020" cy="48895"/>
              </a:xfrm>
              <a:custGeom>
                <a:avLst/>
                <a:gdLst/>
                <a:ahLst/>
                <a:cxnLst/>
                <a:rect l="l" t="t" r="r" b="b"/>
                <a:pathLst>
                  <a:path w="287019" h="48895">
                    <a:moveTo>
                      <a:pt x="0" y="48768"/>
                    </a:moveTo>
                    <a:lnTo>
                      <a:pt x="88900" y="48768"/>
                    </a:lnTo>
                    <a:lnTo>
                      <a:pt x="177800" y="0"/>
                    </a:lnTo>
                    <a:lnTo>
                      <a:pt x="287019" y="0"/>
                    </a:lnTo>
                  </a:path>
                  <a:path w="287019" h="48895">
                    <a:moveTo>
                      <a:pt x="12953" y="0"/>
                    </a:moveTo>
                    <a:lnTo>
                      <a:pt x="101853" y="0"/>
                    </a:lnTo>
                    <a:lnTo>
                      <a:pt x="190753" y="48768"/>
                    </a:lnTo>
                    <a:lnTo>
                      <a:pt x="274065" y="48768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6" name="object 164">
                <a:extLst>
                  <a:ext uri="{FF2B5EF4-FFF2-40B4-BE49-F238E27FC236}">
                    <a16:creationId xmlns:a16="http://schemas.microsoft.com/office/drawing/2014/main" id="{C7F56289-B753-9320-65BF-7767FB2C9FDF}"/>
                  </a:ext>
                </a:extLst>
              </p:cNvPr>
              <p:cNvSpPr/>
              <p:nvPr/>
            </p:nvSpPr>
            <p:spPr>
              <a:xfrm>
                <a:off x="2668524" y="4541647"/>
                <a:ext cx="51054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69850">
                    <a:moveTo>
                      <a:pt x="0" y="0"/>
                    </a:moveTo>
                    <a:lnTo>
                      <a:pt x="0" y="68198"/>
                    </a:lnTo>
                  </a:path>
                  <a:path w="510539" h="69850">
                    <a:moveTo>
                      <a:pt x="510031" y="1650"/>
                    </a:moveTo>
                    <a:lnTo>
                      <a:pt x="510031" y="69850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7" name="object 165">
                <a:extLst>
                  <a:ext uri="{FF2B5EF4-FFF2-40B4-BE49-F238E27FC236}">
                    <a16:creationId xmlns:a16="http://schemas.microsoft.com/office/drawing/2014/main" id="{14BA9B8F-02BD-2CC6-4252-6BF04D3C2AEB}"/>
                  </a:ext>
                </a:extLst>
              </p:cNvPr>
              <p:cNvPicPr/>
              <p:nvPr/>
            </p:nvPicPr>
            <p:blipFill>
              <a:blip r:embed="rId40" cstate="print"/>
              <a:stretch>
                <a:fillRect/>
              </a:stretch>
            </p:blipFill>
            <p:spPr>
              <a:xfrm>
                <a:off x="3579241" y="4443475"/>
                <a:ext cx="510032" cy="88518"/>
              </a:xfrm>
              <a:prstGeom prst="rect">
                <a:avLst/>
              </a:prstGeom>
            </p:spPr>
          </p:pic>
          <p:sp>
            <p:nvSpPr>
              <p:cNvPr id="168" name="object 166">
                <a:extLst>
                  <a:ext uri="{FF2B5EF4-FFF2-40B4-BE49-F238E27FC236}">
                    <a16:creationId xmlns:a16="http://schemas.microsoft.com/office/drawing/2014/main" id="{F234C14D-2A31-6046-BFC9-B11D943977B7}"/>
                  </a:ext>
                </a:extLst>
              </p:cNvPr>
              <p:cNvSpPr/>
              <p:nvPr/>
            </p:nvSpPr>
            <p:spPr>
              <a:xfrm>
                <a:off x="3579241" y="4443475"/>
                <a:ext cx="51054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88900">
                    <a:moveTo>
                      <a:pt x="0" y="44196"/>
                    </a:moveTo>
                    <a:lnTo>
                      <a:pt x="34816" y="21900"/>
                    </a:lnTo>
                    <a:lnTo>
                      <a:pt x="74691" y="12954"/>
                    </a:lnTo>
                    <a:lnTo>
                      <a:pt x="126303" y="6039"/>
                    </a:lnTo>
                    <a:lnTo>
                      <a:pt x="187222" y="1580"/>
                    </a:lnTo>
                    <a:lnTo>
                      <a:pt x="255016" y="0"/>
                    </a:lnTo>
                    <a:lnTo>
                      <a:pt x="322809" y="1580"/>
                    </a:lnTo>
                    <a:lnTo>
                      <a:pt x="383728" y="6039"/>
                    </a:lnTo>
                    <a:lnTo>
                      <a:pt x="435340" y="12954"/>
                    </a:lnTo>
                    <a:lnTo>
                      <a:pt x="475215" y="21900"/>
                    </a:lnTo>
                    <a:lnTo>
                      <a:pt x="510032" y="44196"/>
                    </a:lnTo>
                    <a:lnTo>
                      <a:pt x="500922" y="55989"/>
                    </a:lnTo>
                    <a:lnTo>
                      <a:pt x="435340" y="75549"/>
                    </a:lnTo>
                    <a:lnTo>
                      <a:pt x="383728" y="82474"/>
                    </a:lnTo>
                    <a:lnTo>
                      <a:pt x="322809" y="86937"/>
                    </a:lnTo>
                    <a:lnTo>
                      <a:pt x="255016" y="88518"/>
                    </a:lnTo>
                    <a:lnTo>
                      <a:pt x="187222" y="86937"/>
                    </a:lnTo>
                    <a:lnTo>
                      <a:pt x="126303" y="82474"/>
                    </a:lnTo>
                    <a:lnTo>
                      <a:pt x="74691" y="75549"/>
                    </a:lnTo>
                    <a:lnTo>
                      <a:pt x="34816" y="66580"/>
                    </a:lnTo>
                    <a:lnTo>
                      <a:pt x="0" y="44196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9" name="object 167">
                <a:extLst>
                  <a:ext uri="{FF2B5EF4-FFF2-40B4-BE49-F238E27FC236}">
                    <a16:creationId xmlns:a16="http://schemas.microsoft.com/office/drawing/2014/main" id="{BA771F4F-DCF3-D05C-2532-3E323C23E405}"/>
                  </a:ext>
                </a:extLst>
              </p:cNvPr>
              <p:cNvPicPr/>
              <p:nvPr/>
            </p:nvPicPr>
            <p:blipFill>
              <a:blip r:embed="rId41" cstate="print"/>
              <a:stretch>
                <a:fillRect/>
              </a:stretch>
            </p:blipFill>
            <p:spPr>
              <a:xfrm>
                <a:off x="3578225" y="4374514"/>
                <a:ext cx="513816" cy="113665"/>
              </a:xfrm>
              <a:prstGeom prst="rect">
                <a:avLst/>
              </a:prstGeom>
            </p:spPr>
          </p:pic>
          <p:sp>
            <p:nvSpPr>
              <p:cNvPr id="170" name="object 168">
                <a:extLst>
                  <a:ext uri="{FF2B5EF4-FFF2-40B4-BE49-F238E27FC236}">
                    <a16:creationId xmlns:a16="http://schemas.microsoft.com/office/drawing/2014/main" id="{2FA5D7E9-83C8-1793-C1A5-244981F1CC9D}"/>
                  </a:ext>
                </a:extLst>
              </p:cNvPr>
              <p:cNvSpPr/>
              <p:nvPr/>
            </p:nvSpPr>
            <p:spPr>
              <a:xfrm>
                <a:off x="3578225" y="4374514"/>
                <a:ext cx="510540" cy="10350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103504">
                    <a:moveTo>
                      <a:pt x="0" y="51562"/>
                    </a:moveTo>
                    <a:lnTo>
                      <a:pt x="34816" y="25550"/>
                    </a:lnTo>
                    <a:lnTo>
                      <a:pt x="74691" y="15113"/>
                    </a:lnTo>
                    <a:lnTo>
                      <a:pt x="126303" y="7046"/>
                    </a:lnTo>
                    <a:lnTo>
                      <a:pt x="187222" y="1843"/>
                    </a:lnTo>
                    <a:lnTo>
                      <a:pt x="255015" y="0"/>
                    </a:lnTo>
                    <a:lnTo>
                      <a:pt x="322809" y="1843"/>
                    </a:lnTo>
                    <a:lnTo>
                      <a:pt x="383728" y="7046"/>
                    </a:lnTo>
                    <a:lnTo>
                      <a:pt x="435340" y="15112"/>
                    </a:lnTo>
                    <a:lnTo>
                      <a:pt x="475215" y="25550"/>
                    </a:lnTo>
                    <a:lnTo>
                      <a:pt x="510032" y="51562"/>
                    </a:lnTo>
                    <a:lnTo>
                      <a:pt x="500922" y="65259"/>
                    </a:lnTo>
                    <a:lnTo>
                      <a:pt x="435340" y="88011"/>
                    </a:lnTo>
                    <a:lnTo>
                      <a:pt x="383728" y="96077"/>
                    </a:lnTo>
                    <a:lnTo>
                      <a:pt x="322809" y="101280"/>
                    </a:lnTo>
                    <a:lnTo>
                      <a:pt x="255015" y="103124"/>
                    </a:lnTo>
                    <a:lnTo>
                      <a:pt x="187222" y="101280"/>
                    </a:lnTo>
                    <a:lnTo>
                      <a:pt x="126303" y="96077"/>
                    </a:lnTo>
                    <a:lnTo>
                      <a:pt x="74691" y="88011"/>
                    </a:lnTo>
                    <a:lnTo>
                      <a:pt x="34816" y="77573"/>
                    </a:lnTo>
                    <a:lnTo>
                      <a:pt x="0" y="51562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1" name="object 169">
                <a:extLst>
                  <a:ext uri="{FF2B5EF4-FFF2-40B4-BE49-F238E27FC236}">
                    <a16:creationId xmlns:a16="http://schemas.microsoft.com/office/drawing/2014/main" id="{9138CD64-D34E-D77C-D6C0-3551D4625ECC}"/>
                  </a:ext>
                </a:extLst>
              </p:cNvPr>
              <p:cNvSpPr/>
              <p:nvPr/>
            </p:nvSpPr>
            <p:spPr>
              <a:xfrm>
                <a:off x="3681983" y="4400422"/>
                <a:ext cx="287020" cy="48895"/>
              </a:xfrm>
              <a:custGeom>
                <a:avLst/>
                <a:gdLst/>
                <a:ahLst/>
                <a:cxnLst/>
                <a:rect l="l" t="t" r="r" b="b"/>
                <a:pathLst>
                  <a:path w="287020" h="48895">
                    <a:moveTo>
                      <a:pt x="0" y="48768"/>
                    </a:moveTo>
                    <a:lnTo>
                      <a:pt x="88773" y="48768"/>
                    </a:lnTo>
                    <a:lnTo>
                      <a:pt x="177673" y="0"/>
                    </a:lnTo>
                    <a:lnTo>
                      <a:pt x="286892" y="0"/>
                    </a:lnTo>
                  </a:path>
                  <a:path w="287020" h="48895">
                    <a:moveTo>
                      <a:pt x="12953" y="0"/>
                    </a:moveTo>
                    <a:lnTo>
                      <a:pt x="101726" y="0"/>
                    </a:lnTo>
                    <a:lnTo>
                      <a:pt x="190626" y="48768"/>
                    </a:lnTo>
                    <a:lnTo>
                      <a:pt x="273938" y="48768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2" name="object 170">
                <a:extLst>
                  <a:ext uri="{FF2B5EF4-FFF2-40B4-BE49-F238E27FC236}">
                    <a16:creationId xmlns:a16="http://schemas.microsoft.com/office/drawing/2014/main" id="{0A665639-1849-185F-057C-EEA2E107F492}"/>
                  </a:ext>
                </a:extLst>
              </p:cNvPr>
              <p:cNvSpPr/>
              <p:nvPr/>
            </p:nvSpPr>
            <p:spPr>
              <a:xfrm>
                <a:off x="3580129" y="4424044"/>
                <a:ext cx="50927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09270" h="69850">
                    <a:moveTo>
                      <a:pt x="0" y="0"/>
                    </a:moveTo>
                    <a:lnTo>
                      <a:pt x="0" y="68198"/>
                    </a:lnTo>
                  </a:path>
                  <a:path w="509270" h="69850">
                    <a:moveTo>
                      <a:pt x="509143" y="1650"/>
                    </a:moveTo>
                    <a:lnTo>
                      <a:pt x="509143" y="69722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3" name="object 171">
                <a:extLst>
                  <a:ext uri="{FF2B5EF4-FFF2-40B4-BE49-F238E27FC236}">
                    <a16:creationId xmlns:a16="http://schemas.microsoft.com/office/drawing/2014/main" id="{8591C01B-49F2-FC33-B29C-216C6A0153F9}"/>
                  </a:ext>
                </a:extLst>
              </p:cNvPr>
              <p:cNvPicPr/>
              <p:nvPr/>
            </p:nvPicPr>
            <p:blipFill>
              <a:blip r:embed="rId42" cstate="print"/>
              <a:stretch>
                <a:fillRect/>
              </a:stretch>
            </p:blipFill>
            <p:spPr>
              <a:xfrm>
                <a:off x="3798442" y="4948554"/>
                <a:ext cx="510032" cy="88518"/>
              </a:xfrm>
              <a:prstGeom prst="rect">
                <a:avLst/>
              </a:prstGeom>
            </p:spPr>
          </p:pic>
          <p:sp>
            <p:nvSpPr>
              <p:cNvPr id="174" name="object 172">
                <a:extLst>
                  <a:ext uri="{FF2B5EF4-FFF2-40B4-BE49-F238E27FC236}">
                    <a16:creationId xmlns:a16="http://schemas.microsoft.com/office/drawing/2014/main" id="{785501EA-3C5E-F1AC-B99B-0DE7829DBEBA}"/>
                  </a:ext>
                </a:extLst>
              </p:cNvPr>
              <p:cNvSpPr/>
              <p:nvPr/>
            </p:nvSpPr>
            <p:spPr>
              <a:xfrm>
                <a:off x="3798442" y="4948554"/>
                <a:ext cx="51054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88900">
                    <a:moveTo>
                      <a:pt x="0" y="44196"/>
                    </a:moveTo>
                    <a:lnTo>
                      <a:pt x="34816" y="21900"/>
                    </a:lnTo>
                    <a:lnTo>
                      <a:pt x="74691" y="12954"/>
                    </a:lnTo>
                    <a:lnTo>
                      <a:pt x="126303" y="6039"/>
                    </a:lnTo>
                    <a:lnTo>
                      <a:pt x="187222" y="1580"/>
                    </a:lnTo>
                    <a:lnTo>
                      <a:pt x="255016" y="0"/>
                    </a:lnTo>
                    <a:lnTo>
                      <a:pt x="322809" y="1580"/>
                    </a:lnTo>
                    <a:lnTo>
                      <a:pt x="383728" y="6039"/>
                    </a:lnTo>
                    <a:lnTo>
                      <a:pt x="435340" y="12954"/>
                    </a:lnTo>
                    <a:lnTo>
                      <a:pt x="475215" y="21900"/>
                    </a:lnTo>
                    <a:lnTo>
                      <a:pt x="510032" y="44196"/>
                    </a:lnTo>
                    <a:lnTo>
                      <a:pt x="500922" y="55989"/>
                    </a:lnTo>
                    <a:lnTo>
                      <a:pt x="435340" y="75549"/>
                    </a:lnTo>
                    <a:lnTo>
                      <a:pt x="383728" y="82474"/>
                    </a:lnTo>
                    <a:lnTo>
                      <a:pt x="322809" y="86937"/>
                    </a:lnTo>
                    <a:lnTo>
                      <a:pt x="255016" y="88519"/>
                    </a:lnTo>
                    <a:lnTo>
                      <a:pt x="187222" y="86937"/>
                    </a:lnTo>
                    <a:lnTo>
                      <a:pt x="126303" y="82474"/>
                    </a:lnTo>
                    <a:lnTo>
                      <a:pt x="74691" y="75549"/>
                    </a:lnTo>
                    <a:lnTo>
                      <a:pt x="34816" y="66580"/>
                    </a:lnTo>
                    <a:lnTo>
                      <a:pt x="0" y="44196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5" name="object 173">
                <a:extLst>
                  <a:ext uri="{FF2B5EF4-FFF2-40B4-BE49-F238E27FC236}">
                    <a16:creationId xmlns:a16="http://schemas.microsoft.com/office/drawing/2014/main" id="{026B5767-F612-965C-BF74-9740DF281502}"/>
                  </a:ext>
                </a:extLst>
              </p:cNvPr>
              <p:cNvPicPr/>
              <p:nvPr/>
            </p:nvPicPr>
            <p:blipFill>
              <a:blip r:embed="rId43" cstate="print"/>
              <a:stretch>
                <a:fillRect/>
              </a:stretch>
            </p:blipFill>
            <p:spPr>
              <a:xfrm>
                <a:off x="3797554" y="4879594"/>
                <a:ext cx="513689" cy="113664"/>
              </a:xfrm>
              <a:prstGeom prst="rect">
                <a:avLst/>
              </a:prstGeom>
            </p:spPr>
          </p:pic>
          <p:sp>
            <p:nvSpPr>
              <p:cNvPr id="176" name="object 174">
                <a:extLst>
                  <a:ext uri="{FF2B5EF4-FFF2-40B4-BE49-F238E27FC236}">
                    <a16:creationId xmlns:a16="http://schemas.microsoft.com/office/drawing/2014/main" id="{2E141F90-14FB-FA60-6637-36722819431D}"/>
                  </a:ext>
                </a:extLst>
              </p:cNvPr>
              <p:cNvSpPr/>
              <p:nvPr/>
            </p:nvSpPr>
            <p:spPr>
              <a:xfrm>
                <a:off x="3797554" y="4879594"/>
                <a:ext cx="510540" cy="10350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103504">
                    <a:moveTo>
                      <a:pt x="0" y="51561"/>
                    </a:moveTo>
                    <a:lnTo>
                      <a:pt x="34816" y="25550"/>
                    </a:lnTo>
                    <a:lnTo>
                      <a:pt x="74691" y="15112"/>
                    </a:lnTo>
                    <a:lnTo>
                      <a:pt x="126303" y="7046"/>
                    </a:lnTo>
                    <a:lnTo>
                      <a:pt x="187222" y="1843"/>
                    </a:lnTo>
                    <a:lnTo>
                      <a:pt x="255016" y="0"/>
                    </a:lnTo>
                    <a:lnTo>
                      <a:pt x="322809" y="1843"/>
                    </a:lnTo>
                    <a:lnTo>
                      <a:pt x="383728" y="7046"/>
                    </a:lnTo>
                    <a:lnTo>
                      <a:pt x="435340" y="15112"/>
                    </a:lnTo>
                    <a:lnTo>
                      <a:pt x="475215" y="25550"/>
                    </a:lnTo>
                    <a:lnTo>
                      <a:pt x="510032" y="51561"/>
                    </a:lnTo>
                    <a:lnTo>
                      <a:pt x="500922" y="65259"/>
                    </a:lnTo>
                    <a:lnTo>
                      <a:pt x="435340" y="88010"/>
                    </a:lnTo>
                    <a:lnTo>
                      <a:pt x="383728" y="96077"/>
                    </a:lnTo>
                    <a:lnTo>
                      <a:pt x="322809" y="101280"/>
                    </a:lnTo>
                    <a:lnTo>
                      <a:pt x="255016" y="103123"/>
                    </a:lnTo>
                    <a:lnTo>
                      <a:pt x="187222" y="101280"/>
                    </a:lnTo>
                    <a:lnTo>
                      <a:pt x="126303" y="96077"/>
                    </a:lnTo>
                    <a:lnTo>
                      <a:pt x="74691" y="88010"/>
                    </a:lnTo>
                    <a:lnTo>
                      <a:pt x="34816" y="77573"/>
                    </a:lnTo>
                    <a:lnTo>
                      <a:pt x="0" y="51561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7" name="object 175">
                <a:extLst>
                  <a:ext uri="{FF2B5EF4-FFF2-40B4-BE49-F238E27FC236}">
                    <a16:creationId xmlns:a16="http://schemas.microsoft.com/office/drawing/2014/main" id="{22EC2235-3EE5-B8E4-6539-5E82F7CC59C3}"/>
                  </a:ext>
                </a:extLst>
              </p:cNvPr>
              <p:cNvSpPr/>
              <p:nvPr/>
            </p:nvSpPr>
            <p:spPr>
              <a:xfrm>
                <a:off x="3901185" y="4905628"/>
                <a:ext cx="287020" cy="48895"/>
              </a:xfrm>
              <a:custGeom>
                <a:avLst/>
                <a:gdLst/>
                <a:ahLst/>
                <a:cxnLst/>
                <a:rect l="l" t="t" r="r" b="b"/>
                <a:pathLst>
                  <a:path w="287020" h="48895">
                    <a:moveTo>
                      <a:pt x="0" y="48641"/>
                    </a:moveTo>
                    <a:lnTo>
                      <a:pt x="88900" y="48641"/>
                    </a:lnTo>
                    <a:lnTo>
                      <a:pt x="177673" y="0"/>
                    </a:lnTo>
                    <a:lnTo>
                      <a:pt x="286892" y="0"/>
                    </a:lnTo>
                  </a:path>
                  <a:path w="287020" h="48895">
                    <a:moveTo>
                      <a:pt x="12953" y="0"/>
                    </a:moveTo>
                    <a:lnTo>
                      <a:pt x="101853" y="0"/>
                    </a:lnTo>
                    <a:lnTo>
                      <a:pt x="190626" y="48641"/>
                    </a:lnTo>
                    <a:lnTo>
                      <a:pt x="273938" y="48641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8" name="object 176">
                <a:extLst>
                  <a:ext uri="{FF2B5EF4-FFF2-40B4-BE49-F238E27FC236}">
                    <a16:creationId xmlns:a16="http://schemas.microsoft.com/office/drawing/2014/main" id="{7ACFD99A-EE67-F700-C92A-07A01E54172A}"/>
                  </a:ext>
                </a:extLst>
              </p:cNvPr>
              <p:cNvSpPr/>
              <p:nvPr/>
            </p:nvSpPr>
            <p:spPr>
              <a:xfrm>
                <a:off x="3798442" y="4929123"/>
                <a:ext cx="51054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69850">
                    <a:moveTo>
                      <a:pt x="0" y="0"/>
                    </a:moveTo>
                    <a:lnTo>
                      <a:pt x="0" y="68199"/>
                    </a:lnTo>
                  </a:path>
                  <a:path w="510539" h="69850">
                    <a:moveTo>
                      <a:pt x="510032" y="1650"/>
                    </a:moveTo>
                    <a:lnTo>
                      <a:pt x="510032" y="69723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9" name="object 177">
                <a:extLst>
                  <a:ext uri="{FF2B5EF4-FFF2-40B4-BE49-F238E27FC236}">
                    <a16:creationId xmlns:a16="http://schemas.microsoft.com/office/drawing/2014/main" id="{4589AD3B-EC0F-B409-4486-478CD534BCDA}"/>
                  </a:ext>
                </a:extLst>
              </p:cNvPr>
              <p:cNvPicPr/>
              <p:nvPr/>
            </p:nvPicPr>
            <p:blipFill>
              <a:blip r:embed="rId44" cstate="print"/>
              <a:stretch>
                <a:fillRect/>
              </a:stretch>
            </p:blipFill>
            <p:spPr>
              <a:xfrm>
                <a:off x="2928620" y="5110352"/>
                <a:ext cx="510031" cy="88392"/>
              </a:xfrm>
              <a:prstGeom prst="rect">
                <a:avLst/>
              </a:prstGeom>
            </p:spPr>
          </p:pic>
          <p:sp>
            <p:nvSpPr>
              <p:cNvPr id="180" name="object 178">
                <a:extLst>
                  <a:ext uri="{FF2B5EF4-FFF2-40B4-BE49-F238E27FC236}">
                    <a16:creationId xmlns:a16="http://schemas.microsoft.com/office/drawing/2014/main" id="{96433816-9828-F59A-3333-68B7A5105F5A}"/>
                  </a:ext>
                </a:extLst>
              </p:cNvPr>
              <p:cNvSpPr/>
              <p:nvPr/>
            </p:nvSpPr>
            <p:spPr>
              <a:xfrm>
                <a:off x="2928620" y="5110352"/>
                <a:ext cx="51054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88900">
                    <a:moveTo>
                      <a:pt x="0" y="44196"/>
                    </a:moveTo>
                    <a:lnTo>
                      <a:pt x="34816" y="21900"/>
                    </a:lnTo>
                    <a:lnTo>
                      <a:pt x="74691" y="12954"/>
                    </a:lnTo>
                    <a:lnTo>
                      <a:pt x="126303" y="6039"/>
                    </a:lnTo>
                    <a:lnTo>
                      <a:pt x="187222" y="1580"/>
                    </a:lnTo>
                    <a:lnTo>
                      <a:pt x="255016" y="0"/>
                    </a:lnTo>
                    <a:lnTo>
                      <a:pt x="322809" y="1580"/>
                    </a:lnTo>
                    <a:lnTo>
                      <a:pt x="383728" y="6039"/>
                    </a:lnTo>
                    <a:lnTo>
                      <a:pt x="435340" y="12954"/>
                    </a:lnTo>
                    <a:lnTo>
                      <a:pt x="475215" y="21900"/>
                    </a:lnTo>
                    <a:lnTo>
                      <a:pt x="510031" y="44196"/>
                    </a:lnTo>
                    <a:lnTo>
                      <a:pt x="500922" y="55936"/>
                    </a:lnTo>
                    <a:lnTo>
                      <a:pt x="435340" y="75438"/>
                    </a:lnTo>
                    <a:lnTo>
                      <a:pt x="383728" y="82352"/>
                    </a:lnTo>
                    <a:lnTo>
                      <a:pt x="322809" y="86811"/>
                    </a:lnTo>
                    <a:lnTo>
                      <a:pt x="255016" y="88392"/>
                    </a:lnTo>
                    <a:lnTo>
                      <a:pt x="187222" y="86811"/>
                    </a:lnTo>
                    <a:lnTo>
                      <a:pt x="126303" y="82352"/>
                    </a:lnTo>
                    <a:lnTo>
                      <a:pt x="74691" y="75437"/>
                    </a:lnTo>
                    <a:lnTo>
                      <a:pt x="34816" y="66491"/>
                    </a:lnTo>
                    <a:lnTo>
                      <a:pt x="0" y="44196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81" name="object 179">
                <a:extLst>
                  <a:ext uri="{FF2B5EF4-FFF2-40B4-BE49-F238E27FC236}">
                    <a16:creationId xmlns:a16="http://schemas.microsoft.com/office/drawing/2014/main" id="{7562B70A-39B0-6508-5CCE-8E6C9881F6E5}"/>
                  </a:ext>
                </a:extLst>
              </p:cNvPr>
              <p:cNvPicPr/>
              <p:nvPr/>
            </p:nvPicPr>
            <p:blipFill>
              <a:blip r:embed="rId45" cstate="print"/>
              <a:stretch>
                <a:fillRect/>
              </a:stretch>
            </p:blipFill>
            <p:spPr>
              <a:xfrm>
                <a:off x="2927730" y="5041391"/>
                <a:ext cx="513689" cy="113537"/>
              </a:xfrm>
              <a:prstGeom prst="rect">
                <a:avLst/>
              </a:prstGeom>
            </p:spPr>
          </p:pic>
          <p:sp>
            <p:nvSpPr>
              <p:cNvPr id="182" name="object 180">
                <a:extLst>
                  <a:ext uri="{FF2B5EF4-FFF2-40B4-BE49-F238E27FC236}">
                    <a16:creationId xmlns:a16="http://schemas.microsoft.com/office/drawing/2014/main" id="{E4A89D01-D0C6-B88F-3A87-FB0EC0219C9A}"/>
                  </a:ext>
                </a:extLst>
              </p:cNvPr>
              <p:cNvSpPr/>
              <p:nvPr/>
            </p:nvSpPr>
            <p:spPr>
              <a:xfrm>
                <a:off x="2927730" y="5041391"/>
                <a:ext cx="510540" cy="10350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103504">
                    <a:moveTo>
                      <a:pt x="0" y="51561"/>
                    </a:moveTo>
                    <a:lnTo>
                      <a:pt x="34816" y="25494"/>
                    </a:lnTo>
                    <a:lnTo>
                      <a:pt x="74691" y="15065"/>
                    </a:lnTo>
                    <a:lnTo>
                      <a:pt x="126303" y="7017"/>
                    </a:lnTo>
                    <a:lnTo>
                      <a:pt x="187222" y="1835"/>
                    </a:lnTo>
                    <a:lnTo>
                      <a:pt x="255016" y="0"/>
                    </a:lnTo>
                    <a:lnTo>
                      <a:pt x="322809" y="1835"/>
                    </a:lnTo>
                    <a:lnTo>
                      <a:pt x="383728" y="7017"/>
                    </a:lnTo>
                    <a:lnTo>
                      <a:pt x="435340" y="15065"/>
                    </a:lnTo>
                    <a:lnTo>
                      <a:pt x="475215" y="25494"/>
                    </a:lnTo>
                    <a:lnTo>
                      <a:pt x="510031" y="51561"/>
                    </a:lnTo>
                    <a:lnTo>
                      <a:pt x="500922" y="65249"/>
                    </a:lnTo>
                    <a:lnTo>
                      <a:pt x="435340" y="87947"/>
                    </a:lnTo>
                    <a:lnTo>
                      <a:pt x="383728" y="95983"/>
                    </a:lnTo>
                    <a:lnTo>
                      <a:pt x="322809" y="101162"/>
                    </a:lnTo>
                    <a:lnTo>
                      <a:pt x="255016" y="102996"/>
                    </a:lnTo>
                    <a:lnTo>
                      <a:pt x="187222" y="101162"/>
                    </a:lnTo>
                    <a:lnTo>
                      <a:pt x="126303" y="95983"/>
                    </a:lnTo>
                    <a:lnTo>
                      <a:pt x="74691" y="87947"/>
                    </a:lnTo>
                    <a:lnTo>
                      <a:pt x="34816" y="77540"/>
                    </a:lnTo>
                    <a:lnTo>
                      <a:pt x="0" y="51561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" name="object 181">
                <a:extLst>
                  <a:ext uri="{FF2B5EF4-FFF2-40B4-BE49-F238E27FC236}">
                    <a16:creationId xmlns:a16="http://schemas.microsoft.com/office/drawing/2014/main" id="{2A25F535-E9A6-A764-25A3-6062C9316636}"/>
                  </a:ext>
                </a:extLst>
              </p:cNvPr>
              <p:cNvSpPr/>
              <p:nvPr/>
            </p:nvSpPr>
            <p:spPr>
              <a:xfrm>
                <a:off x="3031363" y="5067300"/>
                <a:ext cx="287020" cy="48895"/>
              </a:xfrm>
              <a:custGeom>
                <a:avLst/>
                <a:gdLst/>
                <a:ahLst/>
                <a:cxnLst/>
                <a:rect l="l" t="t" r="r" b="b"/>
                <a:pathLst>
                  <a:path w="287020" h="48895">
                    <a:moveTo>
                      <a:pt x="0" y="48768"/>
                    </a:moveTo>
                    <a:lnTo>
                      <a:pt x="88900" y="48768"/>
                    </a:lnTo>
                    <a:lnTo>
                      <a:pt x="177800" y="0"/>
                    </a:lnTo>
                    <a:lnTo>
                      <a:pt x="287020" y="0"/>
                    </a:lnTo>
                  </a:path>
                  <a:path w="287020" h="48895">
                    <a:moveTo>
                      <a:pt x="12954" y="0"/>
                    </a:moveTo>
                    <a:lnTo>
                      <a:pt x="101854" y="0"/>
                    </a:lnTo>
                    <a:lnTo>
                      <a:pt x="190754" y="48768"/>
                    </a:lnTo>
                    <a:lnTo>
                      <a:pt x="274065" y="48768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" name="object 182">
                <a:extLst>
                  <a:ext uri="{FF2B5EF4-FFF2-40B4-BE49-F238E27FC236}">
                    <a16:creationId xmlns:a16="http://schemas.microsoft.com/office/drawing/2014/main" id="{39CEB04F-E51C-0ECF-ACC9-BCABF8D68444}"/>
                  </a:ext>
                </a:extLst>
              </p:cNvPr>
              <p:cNvSpPr/>
              <p:nvPr/>
            </p:nvSpPr>
            <p:spPr>
              <a:xfrm>
                <a:off x="2928620" y="5090922"/>
                <a:ext cx="51054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69850">
                    <a:moveTo>
                      <a:pt x="0" y="0"/>
                    </a:moveTo>
                    <a:lnTo>
                      <a:pt x="0" y="68071"/>
                    </a:lnTo>
                  </a:path>
                  <a:path w="510539" h="69850">
                    <a:moveTo>
                      <a:pt x="510031" y="1523"/>
                    </a:moveTo>
                    <a:lnTo>
                      <a:pt x="510031" y="69722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85" name="object 183">
                <a:extLst>
                  <a:ext uri="{FF2B5EF4-FFF2-40B4-BE49-F238E27FC236}">
                    <a16:creationId xmlns:a16="http://schemas.microsoft.com/office/drawing/2014/main" id="{903CFB46-26B2-4516-14AA-E132EEDE4F52}"/>
                  </a:ext>
                </a:extLst>
              </p:cNvPr>
              <p:cNvPicPr/>
              <p:nvPr/>
            </p:nvPicPr>
            <p:blipFill>
              <a:blip r:embed="rId46" cstate="print"/>
              <a:stretch>
                <a:fillRect/>
              </a:stretch>
            </p:blipFill>
            <p:spPr>
              <a:xfrm>
                <a:off x="2067941" y="5064505"/>
                <a:ext cx="510031" cy="88392"/>
              </a:xfrm>
              <a:prstGeom prst="rect">
                <a:avLst/>
              </a:prstGeom>
            </p:spPr>
          </p:pic>
          <p:sp>
            <p:nvSpPr>
              <p:cNvPr id="186" name="object 184">
                <a:extLst>
                  <a:ext uri="{FF2B5EF4-FFF2-40B4-BE49-F238E27FC236}">
                    <a16:creationId xmlns:a16="http://schemas.microsoft.com/office/drawing/2014/main" id="{00DC9A92-0981-F2D5-8A25-636D62166393}"/>
                  </a:ext>
                </a:extLst>
              </p:cNvPr>
              <p:cNvSpPr/>
              <p:nvPr/>
            </p:nvSpPr>
            <p:spPr>
              <a:xfrm>
                <a:off x="2067941" y="5064505"/>
                <a:ext cx="51054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88900">
                    <a:moveTo>
                      <a:pt x="0" y="44196"/>
                    </a:moveTo>
                    <a:lnTo>
                      <a:pt x="34816" y="21900"/>
                    </a:lnTo>
                    <a:lnTo>
                      <a:pt x="74691" y="12954"/>
                    </a:lnTo>
                    <a:lnTo>
                      <a:pt x="126303" y="6039"/>
                    </a:lnTo>
                    <a:lnTo>
                      <a:pt x="187222" y="1580"/>
                    </a:lnTo>
                    <a:lnTo>
                      <a:pt x="255015" y="0"/>
                    </a:lnTo>
                    <a:lnTo>
                      <a:pt x="322809" y="1580"/>
                    </a:lnTo>
                    <a:lnTo>
                      <a:pt x="383728" y="6039"/>
                    </a:lnTo>
                    <a:lnTo>
                      <a:pt x="435340" y="12954"/>
                    </a:lnTo>
                    <a:lnTo>
                      <a:pt x="475215" y="21900"/>
                    </a:lnTo>
                    <a:lnTo>
                      <a:pt x="510031" y="44196"/>
                    </a:lnTo>
                    <a:lnTo>
                      <a:pt x="500922" y="55980"/>
                    </a:lnTo>
                    <a:lnTo>
                      <a:pt x="435340" y="75485"/>
                    </a:lnTo>
                    <a:lnTo>
                      <a:pt x="383728" y="82380"/>
                    </a:lnTo>
                    <a:lnTo>
                      <a:pt x="322809" y="86820"/>
                    </a:lnTo>
                    <a:lnTo>
                      <a:pt x="255015" y="88392"/>
                    </a:lnTo>
                    <a:lnTo>
                      <a:pt x="187222" y="86820"/>
                    </a:lnTo>
                    <a:lnTo>
                      <a:pt x="126303" y="82380"/>
                    </a:lnTo>
                    <a:lnTo>
                      <a:pt x="74691" y="75485"/>
                    </a:lnTo>
                    <a:lnTo>
                      <a:pt x="34816" y="66548"/>
                    </a:lnTo>
                    <a:lnTo>
                      <a:pt x="0" y="44196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87" name="object 185">
                <a:extLst>
                  <a:ext uri="{FF2B5EF4-FFF2-40B4-BE49-F238E27FC236}">
                    <a16:creationId xmlns:a16="http://schemas.microsoft.com/office/drawing/2014/main" id="{FD0AD3E8-10F1-5D4A-F515-85E394AB1693}"/>
                  </a:ext>
                </a:extLst>
              </p:cNvPr>
              <p:cNvPicPr/>
              <p:nvPr/>
            </p:nvPicPr>
            <p:blipFill>
              <a:blip r:embed="rId47" cstate="print"/>
              <a:stretch>
                <a:fillRect/>
              </a:stretch>
            </p:blipFill>
            <p:spPr>
              <a:xfrm>
                <a:off x="2066925" y="4995544"/>
                <a:ext cx="513816" cy="113537"/>
              </a:xfrm>
              <a:prstGeom prst="rect">
                <a:avLst/>
              </a:prstGeom>
            </p:spPr>
          </p:pic>
          <p:sp>
            <p:nvSpPr>
              <p:cNvPr id="188" name="object 186">
                <a:extLst>
                  <a:ext uri="{FF2B5EF4-FFF2-40B4-BE49-F238E27FC236}">
                    <a16:creationId xmlns:a16="http://schemas.microsoft.com/office/drawing/2014/main" id="{07F8281A-0244-E039-49EA-CCB9A0A95874}"/>
                  </a:ext>
                </a:extLst>
              </p:cNvPr>
              <p:cNvSpPr/>
              <p:nvPr/>
            </p:nvSpPr>
            <p:spPr>
              <a:xfrm>
                <a:off x="2066925" y="4995544"/>
                <a:ext cx="510540" cy="10350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103504">
                    <a:moveTo>
                      <a:pt x="0" y="51561"/>
                    </a:moveTo>
                    <a:lnTo>
                      <a:pt x="34816" y="25550"/>
                    </a:lnTo>
                    <a:lnTo>
                      <a:pt x="74691" y="15112"/>
                    </a:lnTo>
                    <a:lnTo>
                      <a:pt x="126303" y="7046"/>
                    </a:lnTo>
                    <a:lnTo>
                      <a:pt x="187222" y="1843"/>
                    </a:lnTo>
                    <a:lnTo>
                      <a:pt x="255016" y="0"/>
                    </a:lnTo>
                    <a:lnTo>
                      <a:pt x="322809" y="1843"/>
                    </a:lnTo>
                    <a:lnTo>
                      <a:pt x="383728" y="7046"/>
                    </a:lnTo>
                    <a:lnTo>
                      <a:pt x="435340" y="15112"/>
                    </a:lnTo>
                    <a:lnTo>
                      <a:pt x="475215" y="25550"/>
                    </a:lnTo>
                    <a:lnTo>
                      <a:pt x="510031" y="51561"/>
                    </a:lnTo>
                    <a:lnTo>
                      <a:pt x="500922" y="65249"/>
                    </a:lnTo>
                    <a:lnTo>
                      <a:pt x="435340" y="87947"/>
                    </a:lnTo>
                    <a:lnTo>
                      <a:pt x="383728" y="95983"/>
                    </a:lnTo>
                    <a:lnTo>
                      <a:pt x="322809" y="101162"/>
                    </a:lnTo>
                    <a:lnTo>
                      <a:pt x="255016" y="102996"/>
                    </a:lnTo>
                    <a:lnTo>
                      <a:pt x="187222" y="101162"/>
                    </a:lnTo>
                    <a:lnTo>
                      <a:pt x="126303" y="95983"/>
                    </a:lnTo>
                    <a:lnTo>
                      <a:pt x="74691" y="87947"/>
                    </a:lnTo>
                    <a:lnTo>
                      <a:pt x="34816" y="77540"/>
                    </a:lnTo>
                    <a:lnTo>
                      <a:pt x="0" y="51561"/>
                    </a:lnTo>
                    <a:close/>
                  </a:path>
                </a:pathLst>
              </a:custGeom>
              <a:ln w="9524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" name="object 187">
                <a:extLst>
                  <a:ext uri="{FF2B5EF4-FFF2-40B4-BE49-F238E27FC236}">
                    <a16:creationId xmlns:a16="http://schemas.microsoft.com/office/drawing/2014/main" id="{54E50C68-5DF7-709D-4AE7-A97D941DA980}"/>
                  </a:ext>
                </a:extLst>
              </p:cNvPr>
              <p:cNvSpPr/>
              <p:nvPr/>
            </p:nvSpPr>
            <p:spPr>
              <a:xfrm>
                <a:off x="2170683" y="5021452"/>
                <a:ext cx="287020" cy="48895"/>
              </a:xfrm>
              <a:custGeom>
                <a:avLst/>
                <a:gdLst/>
                <a:ahLst/>
                <a:cxnLst/>
                <a:rect l="l" t="t" r="r" b="b"/>
                <a:pathLst>
                  <a:path w="287019" h="48895">
                    <a:moveTo>
                      <a:pt x="0" y="48768"/>
                    </a:moveTo>
                    <a:lnTo>
                      <a:pt x="88773" y="48768"/>
                    </a:lnTo>
                    <a:lnTo>
                      <a:pt x="177673" y="0"/>
                    </a:lnTo>
                    <a:lnTo>
                      <a:pt x="286893" y="0"/>
                    </a:lnTo>
                  </a:path>
                  <a:path w="287019" h="48895">
                    <a:moveTo>
                      <a:pt x="12954" y="0"/>
                    </a:moveTo>
                    <a:lnTo>
                      <a:pt x="101727" y="0"/>
                    </a:lnTo>
                    <a:lnTo>
                      <a:pt x="190627" y="48768"/>
                    </a:lnTo>
                    <a:lnTo>
                      <a:pt x="273939" y="48768"/>
                    </a:lnTo>
                  </a:path>
                </a:pathLst>
              </a:custGeom>
              <a:ln w="19050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" name="object 188">
                <a:extLst>
                  <a:ext uri="{FF2B5EF4-FFF2-40B4-BE49-F238E27FC236}">
                    <a16:creationId xmlns:a16="http://schemas.microsoft.com/office/drawing/2014/main" id="{CF9201FD-BDD6-E112-3704-E68D6E170401}"/>
                  </a:ext>
                </a:extLst>
              </p:cNvPr>
              <p:cNvSpPr/>
              <p:nvPr/>
            </p:nvSpPr>
            <p:spPr>
              <a:xfrm>
                <a:off x="1155700" y="2389123"/>
                <a:ext cx="7096125" cy="3629660"/>
              </a:xfrm>
              <a:custGeom>
                <a:avLst/>
                <a:gdLst/>
                <a:ahLst/>
                <a:cxnLst/>
                <a:rect l="l" t="t" r="r" b="b"/>
                <a:pathLst>
                  <a:path w="7096125" h="3629660">
                    <a:moveTo>
                      <a:pt x="913130" y="2655951"/>
                    </a:moveTo>
                    <a:lnTo>
                      <a:pt x="913130" y="2724023"/>
                    </a:lnTo>
                  </a:path>
                  <a:path w="7096125" h="3629660">
                    <a:moveTo>
                      <a:pt x="1422273" y="2657475"/>
                    </a:moveTo>
                    <a:lnTo>
                      <a:pt x="1422273" y="2725674"/>
                    </a:lnTo>
                  </a:path>
                  <a:path w="7096125" h="3629660">
                    <a:moveTo>
                      <a:pt x="1227201" y="220725"/>
                    </a:moveTo>
                    <a:lnTo>
                      <a:pt x="1465326" y="482600"/>
                    </a:lnTo>
                  </a:path>
                  <a:path w="7096125" h="3629660">
                    <a:moveTo>
                      <a:pt x="300100" y="601726"/>
                    </a:moveTo>
                    <a:lnTo>
                      <a:pt x="338200" y="911351"/>
                    </a:lnTo>
                  </a:path>
                  <a:path w="7096125" h="3629660">
                    <a:moveTo>
                      <a:pt x="79375" y="882650"/>
                    </a:moveTo>
                    <a:lnTo>
                      <a:pt x="203200" y="1095375"/>
                    </a:lnTo>
                  </a:path>
                  <a:path w="7096125" h="3629660">
                    <a:moveTo>
                      <a:pt x="2760726" y="22351"/>
                    </a:moveTo>
                    <a:lnTo>
                      <a:pt x="3068701" y="595376"/>
                    </a:lnTo>
                  </a:path>
                  <a:path w="7096125" h="3629660">
                    <a:moveTo>
                      <a:pt x="3654425" y="0"/>
                    </a:moveTo>
                    <a:lnTo>
                      <a:pt x="3270250" y="579501"/>
                    </a:lnTo>
                  </a:path>
                  <a:path w="7096125" h="3629660">
                    <a:moveTo>
                      <a:pt x="5615051" y="511301"/>
                    </a:moveTo>
                    <a:lnTo>
                      <a:pt x="5830951" y="1557401"/>
                    </a:lnTo>
                  </a:path>
                  <a:path w="7096125" h="3629660">
                    <a:moveTo>
                      <a:pt x="6223000" y="862076"/>
                    </a:moveTo>
                    <a:lnTo>
                      <a:pt x="5981700" y="1554226"/>
                    </a:lnTo>
                  </a:path>
                  <a:path w="7096125" h="3629660">
                    <a:moveTo>
                      <a:pt x="6869176" y="1839976"/>
                    </a:moveTo>
                    <a:lnTo>
                      <a:pt x="6327775" y="2089150"/>
                    </a:lnTo>
                  </a:path>
                  <a:path w="7096125" h="3629660">
                    <a:moveTo>
                      <a:pt x="7096125" y="2798826"/>
                    </a:moveTo>
                    <a:lnTo>
                      <a:pt x="6299200" y="2184527"/>
                    </a:lnTo>
                  </a:path>
                  <a:path w="7096125" h="3629660">
                    <a:moveTo>
                      <a:pt x="6388100" y="3300476"/>
                    </a:moveTo>
                    <a:lnTo>
                      <a:pt x="5340350" y="2333625"/>
                    </a:lnTo>
                  </a:path>
                  <a:path w="7096125" h="3629660">
                    <a:moveTo>
                      <a:pt x="4449826" y="3465576"/>
                    </a:moveTo>
                    <a:lnTo>
                      <a:pt x="3929126" y="3295713"/>
                    </a:lnTo>
                  </a:path>
                  <a:path w="7096125" h="3629660">
                    <a:moveTo>
                      <a:pt x="3284601" y="3629088"/>
                    </a:moveTo>
                    <a:lnTo>
                      <a:pt x="2913126" y="2655951"/>
                    </a:lnTo>
                  </a:path>
                  <a:path w="7096125" h="3629660">
                    <a:moveTo>
                      <a:pt x="2233676" y="3465576"/>
                    </a:moveTo>
                    <a:lnTo>
                      <a:pt x="2540000" y="3300476"/>
                    </a:lnTo>
                  </a:path>
                  <a:path w="7096125" h="3629660">
                    <a:moveTo>
                      <a:pt x="635000" y="2981452"/>
                    </a:moveTo>
                    <a:lnTo>
                      <a:pt x="1036701" y="2771902"/>
                    </a:lnTo>
                  </a:path>
                  <a:path w="7096125" h="3629660">
                    <a:moveTo>
                      <a:pt x="23812" y="2360676"/>
                    </a:moveTo>
                    <a:lnTo>
                      <a:pt x="250825" y="2078101"/>
                    </a:lnTo>
                  </a:path>
                  <a:path w="7096125" h="3629660">
                    <a:moveTo>
                      <a:pt x="0" y="1987550"/>
                    </a:moveTo>
                    <a:lnTo>
                      <a:pt x="203200" y="1979676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" name="object 189">
                <a:extLst>
                  <a:ext uri="{FF2B5EF4-FFF2-40B4-BE49-F238E27FC236}">
                    <a16:creationId xmlns:a16="http://schemas.microsoft.com/office/drawing/2014/main" id="{441796A5-C99B-5201-1A85-84483DC49D16}"/>
                  </a:ext>
                </a:extLst>
              </p:cNvPr>
              <p:cNvSpPr/>
              <p:nvPr/>
            </p:nvSpPr>
            <p:spPr>
              <a:xfrm>
                <a:off x="5677534" y="2896869"/>
                <a:ext cx="52832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528320" h="304800">
                    <a:moveTo>
                      <a:pt x="264032" y="0"/>
                    </a:moveTo>
                    <a:lnTo>
                      <a:pt x="203500" y="4023"/>
                    </a:lnTo>
                    <a:lnTo>
                      <a:pt x="147929" y="15484"/>
                    </a:lnTo>
                    <a:lnTo>
                      <a:pt x="98904" y="33470"/>
                    </a:lnTo>
                    <a:lnTo>
                      <a:pt x="58013" y="57067"/>
                    </a:lnTo>
                    <a:lnTo>
                      <a:pt x="26841" y="85363"/>
                    </a:lnTo>
                    <a:lnTo>
                      <a:pt x="0" y="152400"/>
                    </a:lnTo>
                    <a:lnTo>
                      <a:pt x="6974" y="187314"/>
                    </a:lnTo>
                    <a:lnTo>
                      <a:pt x="58013" y="247678"/>
                    </a:lnTo>
                    <a:lnTo>
                      <a:pt x="98904" y="271289"/>
                    </a:lnTo>
                    <a:lnTo>
                      <a:pt x="147929" y="289293"/>
                    </a:lnTo>
                    <a:lnTo>
                      <a:pt x="203500" y="300770"/>
                    </a:lnTo>
                    <a:lnTo>
                      <a:pt x="264032" y="304800"/>
                    </a:lnTo>
                    <a:lnTo>
                      <a:pt x="324605" y="300770"/>
                    </a:lnTo>
                    <a:lnTo>
                      <a:pt x="380192" y="289293"/>
                    </a:lnTo>
                    <a:lnTo>
                      <a:pt x="429214" y="271289"/>
                    </a:lnTo>
                    <a:lnTo>
                      <a:pt x="470092" y="247678"/>
                    </a:lnTo>
                    <a:lnTo>
                      <a:pt x="501247" y="219380"/>
                    </a:lnTo>
                    <a:lnTo>
                      <a:pt x="528065" y="152400"/>
                    </a:lnTo>
                    <a:lnTo>
                      <a:pt x="521098" y="117445"/>
                    </a:lnTo>
                    <a:lnTo>
                      <a:pt x="470092" y="57067"/>
                    </a:lnTo>
                    <a:lnTo>
                      <a:pt x="429214" y="33470"/>
                    </a:lnTo>
                    <a:lnTo>
                      <a:pt x="380192" y="15484"/>
                    </a:lnTo>
                    <a:lnTo>
                      <a:pt x="324605" y="4023"/>
                    </a:lnTo>
                    <a:lnTo>
                      <a:pt x="264032" y="0"/>
                    </a:lnTo>
                    <a:close/>
                  </a:path>
                </a:pathLst>
              </a:custGeom>
              <a:solidFill>
                <a:srgbClr val="0000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" name="object 190">
                <a:extLst>
                  <a:ext uri="{FF2B5EF4-FFF2-40B4-BE49-F238E27FC236}">
                    <a16:creationId xmlns:a16="http://schemas.microsoft.com/office/drawing/2014/main" id="{CC57A44E-A817-B110-A825-77DFB5BB4F4A}"/>
                  </a:ext>
                </a:extLst>
              </p:cNvPr>
              <p:cNvSpPr/>
              <p:nvPr/>
            </p:nvSpPr>
            <p:spPr>
              <a:xfrm>
                <a:off x="5677534" y="2896869"/>
                <a:ext cx="52832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528320" h="304800">
                    <a:moveTo>
                      <a:pt x="0" y="152400"/>
                    </a:moveTo>
                    <a:lnTo>
                      <a:pt x="26841" y="85363"/>
                    </a:lnTo>
                    <a:lnTo>
                      <a:pt x="58013" y="57067"/>
                    </a:lnTo>
                    <a:lnTo>
                      <a:pt x="98904" y="33470"/>
                    </a:lnTo>
                    <a:lnTo>
                      <a:pt x="147929" y="15484"/>
                    </a:lnTo>
                    <a:lnTo>
                      <a:pt x="203500" y="4023"/>
                    </a:lnTo>
                    <a:lnTo>
                      <a:pt x="264032" y="0"/>
                    </a:lnTo>
                    <a:lnTo>
                      <a:pt x="324605" y="4023"/>
                    </a:lnTo>
                    <a:lnTo>
                      <a:pt x="380192" y="15484"/>
                    </a:lnTo>
                    <a:lnTo>
                      <a:pt x="429214" y="33470"/>
                    </a:lnTo>
                    <a:lnTo>
                      <a:pt x="470092" y="57067"/>
                    </a:lnTo>
                    <a:lnTo>
                      <a:pt x="501247" y="85363"/>
                    </a:lnTo>
                    <a:lnTo>
                      <a:pt x="528065" y="152400"/>
                    </a:lnTo>
                    <a:lnTo>
                      <a:pt x="521098" y="187314"/>
                    </a:lnTo>
                    <a:lnTo>
                      <a:pt x="470092" y="247678"/>
                    </a:lnTo>
                    <a:lnTo>
                      <a:pt x="429214" y="271289"/>
                    </a:lnTo>
                    <a:lnTo>
                      <a:pt x="380192" y="289293"/>
                    </a:lnTo>
                    <a:lnTo>
                      <a:pt x="324605" y="300770"/>
                    </a:lnTo>
                    <a:lnTo>
                      <a:pt x="264032" y="304800"/>
                    </a:lnTo>
                    <a:lnTo>
                      <a:pt x="203500" y="300770"/>
                    </a:lnTo>
                    <a:lnTo>
                      <a:pt x="147929" y="289293"/>
                    </a:lnTo>
                    <a:lnTo>
                      <a:pt x="98904" y="271289"/>
                    </a:lnTo>
                    <a:lnTo>
                      <a:pt x="58013" y="247678"/>
                    </a:lnTo>
                    <a:lnTo>
                      <a:pt x="26841" y="219380"/>
                    </a:lnTo>
                    <a:lnTo>
                      <a:pt x="0" y="152400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93" name="object 191">
              <a:extLst>
                <a:ext uri="{FF2B5EF4-FFF2-40B4-BE49-F238E27FC236}">
                  <a16:creationId xmlns:a16="http://schemas.microsoft.com/office/drawing/2014/main" id="{E31260E6-BAFF-16A2-43A8-5A37ABE0EF95}"/>
                </a:ext>
              </a:extLst>
            </p:cNvPr>
            <p:cNvSpPr txBox="1"/>
            <p:nvPr/>
          </p:nvSpPr>
          <p:spPr>
            <a:xfrm>
              <a:off x="5776721" y="2900933"/>
              <a:ext cx="35242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spc="-25" dirty="0">
                  <a:solidFill>
                    <a:srgbClr val="FFFFFF"/>
                  </a:solidFill>
                  <a:latin typeface="Arial"/>
                  <a:cs typeface="Arial"/>
                </a:rPr>
                <a:t>IXP</a:t>
              </a:r>
              <a:endParaRPr sz="1600">
                <a:latin typeface="Arial"/>
                <a:cs typeface="Arial"/>
              </a:endParaRPr>
            </a:p>
          </p:txBody>
        </p:sp>
        <p:grpSp>
          <p:nvGrpSpPr>
            <p:cNvPr id="194" name="object 192">
              <a:extLst>
                <a:ext uri="{FF2B5EF4-FFF2-40B4-BE49-F238E27FC236}">
                  <a16:creationId xmlns:a16="http://schemas.microsoft.com/office/drawing/2014/main" id="{6497A66C-1528-327B-E3A4-D7E959C3D202}"/>
                </a:ext>
              </a:extLst>
            </p:cNvPr>
            <p:cNvGrpSpPr/>
            <p:nvPr/>
          </p:nvGrpSpPr>
          <p:grpSpPr>
            <a:xfrm>
              <a:off x="3813809" y="3032251"/>
              <a:ext cx="3036570" cy="1362075"/>
              <a:chOff x="3813809" y="3032251"/>
              <a:chExt cx="3036570" cy="1362075"/>
            </a:xfrm>
          </p:grpSpPr>
          <p:sp>
            <p:nvSpPr>
              <p:cNvPr id="195" name="object 193">
                <a:extLst>
                  <a:ext uri="{FF2B5EF4-FFF2-40B4-BE49-F238E27FC236}">
                    <a16:creationId xmlns:a16="http://schemas.microsoft.com/office/drawing/2014/main" id="{A2DB4D94-D79A-8E82-17D9-400BAD753FDE}"/>
                  </a:ext>
                </a:extLst>
              </p:cNvPr>
              <p:cNvSpPr/>
              <p:nvPr/>
            </p:nvSpPr>
            <p:spPr>
              <a:xfrm>
                <a:off x="3832859" y="3051301"/>
                <a:ext cx="2998470" cy="1323975"/>
              </a:xfrm>
              <a:custGeom>
                <a:avLst/>
                <a:gdLst/>
                <a:ahLst/>
                <a:cxnLst/>
                <a:rect l="l" t="t" r="r" b="b"/>
                <a:pathLst>
                  <a:path w="2998470" h="1323975">
                    <a:moveTo>
                      <a:pt x="880490" y="0"/>
                    </a:moveTo>
                    <a:lnTo>
                      <a:pt x="1844675" y="26924"/>
                    </a:lnTo>
                  </a:path>
                  <a:path w="2998470" h="1323975">
                    <a:moveTo>
                      <a:pt x="2306574" y="118363"/>
                    </a:moveTo>
                    <a:lnTo>
                      <a:pt x="2998216" y="903224"/>
                    </a:lnTo>
                  </a:path>
                  <a:path w="2998470" h="1323975">
                    <a:moveTo>
                      <a:pt x="0" y="1323848"/>
                    </a:moveTo>
                    <a:lnTo>
                      <a:pt x="190500" y="1182370"/>
                    </a:lnTo>
                  </a:path>
                </a:pathLst>
              </a:custGeom>
              <a:ln w="38100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" name="object 194">
                <a:extLst>
                  <a:ext uri="{FF2B5EF4-FFF2-40B4-BE49-F238E27FC236}">
                    <a16:creationId xmlns:a16="http://schemas.microsoft.com/office/drawing/2014/main" id="{970FB62D-165F-A517-5249-76B7EF553028}"/>
                  </a:ext>
                </a:extLst>
              </p:cNvPr>
              <p:cNvSpPr/>
              <p:nvPr/>
            </p:nvSpPr>
            <p:spPr>
              <a:xfrm>
                <a:off x="3932554" y="3959605"/>
                <a:ext cx="528320" cy="305435"/>
              </a:xfrm>
              <a:custGeom>
                <a:avLst/>
                <a:gdLst/>
                <a:ahLst/>
                <a:cxnLst/>
                <a:rect l="l" t="t" r="r" b="b"/>
                <a:pathLst>
                  <a:path w="528320" h="305435">
                    <a:moveTo>
                      <a:pt x="264160" y="0"/>
                    </a:moveTo>
                    <a:lnTo>
                      <a:pt x="203580" y="4023"/>
                    </a:lnTo>
                    <a:lnTo>
                      <a:pt x="147975" y="15487"/>
                    </a:lnTo>
                    <a:lnTo>
                      <a:pt x="98928" y="33480"/>
                    </a:lnTo>
                    <a:lnTo>
                      <a:pt x="58023" y="57091"/>
                    </a:lnTo>
                    <a:lnTo>
                      <a:pt x="26844" y="85410"/>
                    </a:lnTo>
                    <a:lnTo>
                      <a:pt x="0" y="152527"/>
                    </a:lnTo>
                    <a:lnTo>
                      <a:pt x="6975" y="187488"/>
                    </a:lnTo>
                    <a:lnTo>
                      <a:pt x="58023" y="247909"/>
                    </a:lnTo>
                    <a:lnTo>
                      <a:pt x="98928" y="271533"/>
                    </a:lnTo>
                    <a:lnTo>
                      <a:pt x="147975" y="289544"/>
                    </a:lnTo>
                    <a:lnTo>
                      <a:pt x="203580" y="301023"/>
                    </a:lnTo>
                    <a:lnTo>
                      <a:pt x="264160" y="305054"/>
                    </a:lnTo>
                    <a:lnTo>
                      <a:pt x="324692" y="301023"/>
                    </a:lnTo>
                    <a:lnTo>
                      <a:pt x="380263" y="289544"/>
                    </a:lnTo>
                    <a:lnTo>
                      <a:pt x="429288" y="271533"/>
                    </a:lnTo>
                    <a:lnTo>
                      <a:pt x="470179" y="247909"/>
                    </a:lnTo>
                    <a:lnTo>
                      <a:pt x="501351" y="219588"/>
                    </a:lnTo>
                    <a:lnTo>
                      <a:pt x="528193" y="152527"/>
                    </a:lnTo>
                    <a:lnTo>
                      <a:pt x="521218" y="117525"/>
                    </a:lnTo>
                    <a:lnTo>
                      <a:pt x="470179" y="57091"/>
                    </a:lnTo>
                    <a:lnTo>
                      <a:pt x="429288" y="33480"/>
                    </a:lnTo>
                    <a:lnTo>
                      <a:pt x="380263" y="15487"/>
                    </a:lnTo>
                    <a:lnTo>
                      <a:pt x="324692" y="4023"/>
                    </a:lnTo>
                    <a:lnTo>
                      <a:pt x="264160" y="0"/>
                    </a:lnTo>
                    <a:close/>
                  </a:path>
                </a:pathLst>
              </a:custGeom>
              <a:solidFill>
                <a:srgbClr val="0000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" name="object 195">
                <a:extLst>
                  <a:ext uri="{FF2B5EF4-FFF2-40B4-BE49-F238E27FC236}">
                    <a16:creationId xmlns:a16="http://schemas.microsoft.com/office/drawing/2014/main" id="{95E873FA-6973-A78F-172E-9ED83C01E800}"/>
                  </a:ext>
                </a:extLst>
              </p:cNvPr>
              <p:cNvSpPr/>
              <p:nvPr/>
            </p:nvSpPr>
            <p:spPr>
              <a:xfrm>
                <a:off x="3932554" y="3959605"/>
                <a:ext cx="528320" cy="305435"/>
              </a:xfrm>
              <a:custGeom>
                <a:avLst/>
                <a:gdLst/>
                <a:ahLst/>
                <a:cxnLst/>
                <a:rect l="l" t="t" r="r" b="b"/>
                <a:pathLst>
                  <a:path w="528320" h="305435">
                    <a:moveTo>
                      <a:pt x="0" y="152527"/>
                    </a:moveTo>
                    <a:lnTo>
                      <a:pt x="26844" y="85410"/>
                    </a:lnTo>
                    <a:lnTo>
                      <a:pt x="58023" y="57091"/>
                    </a:lnTo>
                    <a:lnTo>
                      <a:pt x="98928" y="33480"/>
                    </a:lnTo>
                    <a:lnTo>
                      <a:pt x="147975" y="15487"/>
                    </a:lnTo>
                    <a:lnTo>
                      <a:pt x="203580" y="4023"/>
                    </a:lnTo>
                    <a:lnTo>
                      <a:pt x="264160" y="0"/>
                    </a:lnTo>
                    <a:lnTo>
                      <a:pt x="324692" y="4023"/>
                    </a:lnTo>
                    <a:lnTo>
                      <a:pt x="380263" y="15487"/>
                    </a:lnTo>
                    <a:lnTo>
                      <a:pt x="429288" y="33480"/>
                    </a:lnTo>
                    <a:lnTo>
                      <a:pt x="470179" y="57091"/>
                    </a:lnTo>
                    <a:lnTo>
                      <a:pt x="501351" y="85410"/>
                    </a:lnTo>
                    <a:lnTo>
                      <a:pt x="528193" y="152527"/>
                    </a:lnTo>
                    <a:lnTo>
                      <a:pt x="521218" y="187488"/>
                    </a:lnTo>
                    <a:lnTo>
                      <a:pt x="470179" y="247909"/>
                    </a:lnTo>
                    <a:lnTo>
                      <a:pt x="429288" y="271533"/>
                    </a:lnTo>
                    <a:lnTo>
                      <a:pt x="380263" y="289544"/>
                    </a:lnTo>
                    <a:lnTo>
                      <a:pt x="324692" y="301023"/>
                    </a:lnTo>
                    <a:lnTo>
                      <a:pt x="264160" y="305054"/>
                    </a:lnTo>
                    <a:lnTo>
                      <a:pt x="203580" y="301023"/>
                    </a:lnTo>
                    <a:lnTo>
                      <a:pt x="147975" y="289544"/>
                    </a:lnTo>
                    <a:lnTo>
                      <a:pt x="98928" y="271533"/>
                    </a:lnTo>
                    <a:lnTo>
                      <a:pt x="58023" y="247909"/>
                    </a:lnTo>
                    <a:lnTo>
                      <a:pt x="26844" y="219588"/>
                    </a:lnTo>
                    <a:lnTo>
                      <a:pt x="0" y="152527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98" name="object 196">
              <a:extLst>
                <a:ext uri="{FF2B5EF4-FFF2-40B4-BE49-F238E27FC236}">
                  <a16:creationId xmlns:a16="http://schemas.microsoft.com/office/drawing/2014/main" id="{DBBE3649-F69F-A0E0-EDE9-721D5FF839DE}"/>
                </a:ext>
              </a:extLst>
            </p:cNvPr>
            <p:cNvSpPr txBox="1"/>
            <p:nvPr/>
          </p:nvSpPr>
          <p:spPr>
            <a:xfrm>
              <a:off x="4031360" y="3964051"/>
              <a:ext cx="35242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spc="-25" dirty="0">
                  <a:solidFill>
                    <a:srgbClr val="FFFFFF"/>
                  </a:solidFill>
                  <a:latin typeface="Arial"/>
                  <a:cs typeface="Arial"/>
                </a:rPr>
                <a:t>IXP</a:t>
              </a:r>
              <a:endParaRPr sz="1600">
                <a:latin typeface="Arial"/>
                <a:cs typeface="Arial"/>
              </a:endParaRPr>
            </a:p>
          </p:txBody>
        </p:sp>
        <p:grpSp>
          <p:nvGrpSpPr>
            <p:cNvPr id="199" name="object 197">
              <a:extLst>
                <a:ext uri="{FF2B5EF4-FFF2-40B4-BE49-F238E27FC236}">
                  <a16:creationId xmlns:a16="http://schemas.microsoft.com/office/drawing/2014/main" id="{A1450029-0F47-5BA4-FCC2-A74995D9F368}"/>
                </a:ext>
              </a:extLst>
            </p:cNvPr>
            <p:cNvGrpSpPr/>
            <p:nvPr/>
          </p:nvGrpSpPr>
          <p:grpSpPr>
            <a:xfrm>
              <a:off x="1298511" y="3295713"/>
              <a:ext cx="4091304" cy="2449830"/>
              <a:chOff x="1298511" y="3295713"/>
              <a:chExt cx="4091304" cy="2449830"/>
            </a:xfrm>
          </p:grpSpPr>
          <p:sp>
            <p:nvSpPr>
              <p:cNvPr id="200" name="object 198">
                <a:extLst>
                  <a:ext uri="{FF2B5EF4-FFF2-40B4-BE49-F238E27FC236}">
                    <a16:creationId xmlns:a16="http://schemas.microsoft.com/office/drawing/2014/main" id="{5FD8AEE1-E355-DF89-77BC-C3A8C5264978}"/>
                  </a:ext>
                </a:extLst>
              </p:cNvPr>
              <p:cNvSpPr/>
              <p:nvPr/>
            </p:nvSpPr>
            <p:spPr>
              <a:xfrm>
                <a:off x="2406650" y="3633724"/>
                <a:ext cx="2901950" cy="1297305"/>
              </a:xfrm>
              <a:custGeom>
                <a:avLst/>
                <a:gdLst/>
                <a:ahLst/>
                <a:cxnLst/>
                <a:rect l="l" t="t" r="r" b="b"/>
                <a:pathLst>
                  <a:path w="2901950" h="1297304">
                    <a:moveTo>
                      <a:pt x="2054098" y="478408"/>
                    </a:moveTo>
                    <a:lnTo>
                      <a:pt x="2824226" y="320167"/>
                    </a:lnTo>
                  </a:path>
                  <a:path w="2901950" h="1297304">
                    <a:moveTo>
                      <a:pt x="1285875" y="155701"/>
                    </a:moveTo>
                    <a:lnTo>
                      <a:pt x="1628648" y="360680"/>
                    </a:lnTo>
                  </a:path>
                  <a:path w="2901950" h="1297304">
                    <a:moveTo>
                      <a:pt x="2470023" y="0"/>
                    </a:moveTo>
                    <a:lnTo>
                      <a:pt x="2901950" y="222503"/>
                    </a:lnTo>
                  </a:path>
                  <a:path w="2901950" h="1297304">
                    <a:moveTo>
                      <a:pt x="282575" y="120142"/>
                    </a:moveTo>
                    <a:lnTo>
                      <a:pt x="0" y="631189"/>
                    </a:lnTo>
                  </a:path>
                  <a:path w="2901950" h="1297304">
                    <a:moveTo>
                      <a:pt x="1901063" y="1297051"/>
                    </a:moveTo>
                    <a:lnTo>
                      <a:pt x="2745104" y="992758"/>
                    </a:lnTo>
                  </a:path>
                </a:pathLst>
              </a:custGeom>
              <a:ln w="38100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" name="object 199">
                <a:extLst>
                  <a:ext uri="{FF2B5EF4-FFF2-40B4-BE49-F238E27FC236}">
                    <a16:creationId xmlns:a16="http://schemas.microsoft.com/office/drawing/2014/main" id="{A279C927-7907-570B-A676-187FA00D13FA}"/>
                  </a:ext>
                </a:extLst>
              </p:cNvPr>
              <p:cNvSpPr/>
              <p:nvPr/>
            </p:nvSpPr>
            <p:spPr>
              <a:xfrm>
                <a:off x="3340100" y="5359400"/>
                <a:ext cx="20447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044700" h="381000">
                    <a:moveTo>
                      <a:pt x="1022350" y="0"/>
                    </a:moveTo>
                    <a:lnTo>
                      <a:pt x="946049" y="522"/>
                    </a:lnTo>
                    <a:lnTo>
                      <a:pt x="871271" y="2066"/>
                    </a:lnTo>
                    <a:lnTo>
                      <a:pt x="798214" y="4594"/>
                    </a:lnTo>
                    <a:lnTo>
                      <a:pt x="727076" y="8069"/>
                    </a:lnTo>
                    <a:lnTo>
                      <a:pt x="658055" y="12455"/>
                    </a:lnTo>
                    <a:lnTo>
                      <a:pt x="591347" y="17714"/>
                    </a:lnTo>
                    <a:lnTo>
                      <a:pt x="527150" y="23809"/>
                    </a:lnTo>
                    <a:lnTo>
                      <a:pt x="465663" y="30704"/>
                    </a:lnTo>
                    <a:lnTo>
                      <a:pt x="407083" y="38361"/>
                    </a:lnTo>
                    <a:lnTo>
                      <a:pt x="351607" y="46744"/>
                    </a:lnTo>
                    <a:lnTo>
                      <a:pt x="299434" y="55816"/>
                    </a:lnTo>
                    <a:lnTo>
                      <a:pt x="250760" y="65540"/>
                    </a:lnTo>
                    <a:lnTo>
                      <a:pt x="205784" y="75878"/>
                    </a:lnTo>
                    <a:lnTo>
                      <a:pt x="164703" y="86794"/>
                    </a:lnTo>
                    <a:lnTo>
                      <a:pt x="127715" y="98252"/>
                    </a:lnTo>
                    <a:lnTo>
                      <a:pt x="66807" y="122642"/>
                    </a:lnTo>
                    <a:lnTo>
                      <a:pt x="24643" y="148753"/>
                    </a:lnTo>
                    <a:lnTo>
                      <a:pt x="0" y="190500"/>
                    </a:lnTo>
                    <a:lnTo>
                      <a:pt x="2804" y="204716"/>
                    </a:lnTo>
                    <a:lnTo>
                      <a:pt x="43284" y="245517"/>
                    </a:lnTo>
                    <a:lnTo>
                      <a:pt x="95017" y="270808"/>
                    </a:lnTo>
                    <a:lnTo>
                      <a:pt x="164703" y="294227"/>
                    </a:lnTo>
                    <a:lnTo>
                      <a:pt x="205784" y="305143"/>
                    </a:lnTo>
                    <a:lnTo>
                      <a:pt x="250760" y="315480"/>
                    </a:lnTo>
                    <a:lnTo>
                      <a:pt x="299434" y="325202"/>
                    </a:lnTo>
                    <a:lnTo>
                      <a:pt x="351607" y="334272"/>
                    </a:lnTo>
                    <a:lnTo>
                      <a:pt x="407083" y="342653"/>
                    </a:lnTo>
                    <a:lnTo>
                      <a:pt x="465663" y="350308"/>
                    </a:lnTo>
                    <a:lnTo>
                      <a:pt x="527150" y="357200"/>
                    </a:lnTo>
                    <a:lnTo>
                      <a:pt x="591347" y="363293"/>
                    </a:lnTo>
                    <a:lnTo>
                      <a:pt x="658055" y="368550"/>
                    </a:lnTo>
                    <a:lnTo>
                      <a:pt x="727076" y="372934"/>
                    </a:lnTo>
                    <a:lnTo>
                      <a:pt x="798214" y="376407"/>
                    </a:lnTo>
                    <a:lnTo>
                      <a:pt x="871271" y="378934"/>
                    </a:lnTo>
                    <a:lnTo>
                      <a:pt x="946049" y="380477"/>
                    </a:lnTo>
                    <a:lnTo>
                      <a:pt x="1022350" y="381000"/>
                    </a:lnTo>
                    <a:lnTo>
                      <a:pt x="1098650" y="380477"/>
                    </a:lnTo>
                    <a:lnTo>
                      <a:pt x="1173428" y="378934"/>
                    </a:lnTo>
                    <a:lnTo>
                      <a:pt x="1246485" y="376407"/>
                    </a:lnTo>
                    <a:lnTo>
                      <a:pt x="1317623" y="372934"/>
                    </a:lnTo>
                    <a:lnTo>
                      <a:pt x="1386644" y="368550"/>
                    </a:lnTo>
                    <a:lnTo>
                      <a:pt x="1453352" y="363293"/>
                    </a:lnTo>
                    <a:lnTo>
                      <a:pt x="1517549" y="357200"/>
                    </a:lnTo>
                    <a:lnTo>
                      <a:pt x="1579036" y="350308"/>
                    </a:lnTo>
                    <a:lnTo>
                      <a:pt x="1637616" y="342653"/>
                    </a:lnTo>
                    <a:lnTo>
                      <a:pt x="1693092" y="334272"/>
                    </a:lnTo>
                    <a:lnTo>
                      <a:pt x="1745265" y="325202"/>
                    </a:lnTo>
                    <a:lnTo>
                      <a:pt x="1793939" y="315480"/>
                    </a:lnTo>
                    <a:lnTo>
                      <a:pt x="1838915" y="305143"/>
                    </a:lnTo>
                    <a:lnTo>
                      <a:pt x="1879996" y="294227"/>
                    </a:lnTo>
                    <a:lnTo>
                      <a:pt x="1916984" y="282770"/>
                    </a:lnTo>
                    <a:lnTo>
                      <a:pt x="1977892" y="258378"/>
                    </a:lnTo>
                    <a:lnTo>
                      <a:pt x="2020056" y="232262"/>
                    </a:lnTo>
                    <a:lnTo>
                      <a:pt x="2044700" y="190500"/>
                    </a:lnTo>
                    <a:lnTo>
                      <a:pt x="2041895" y="176289"/>
                    </a:lnTo>
                    <a:lnTo>
                      <a:pt x="2001415" y="135500"/>
                    </a:lnTo>
                    <a:lnTo>
                      <a:pt x="1949682" y="110213"/>
                    </a:lnTo>
                    <a:lnTo>
                      <a:pt x="1879996" y="86794"/>
                    </a:lnTo>
                    <a:lnTo>
                      <a:pt x="1838915" y="75878"/>
                    </a:lnTo>
                    <a:lnTo>
                      <a:pt x="1793939" y="65540"/>
                    </a:lnTo>
                    <a:lnTo>
                      <a:pt x="1745265" y="55816"/>
                    </a:lnTo>
                    <a:lnTo>
                      <a:pt x="1693092" y="46744"/>
                    </a:lnTo>
                    <a:lnTo>
                      <a:pt x="1637616" y="38361"/>
                    </a:lnTo>
                    <a:lnTo>
                      <a:pt x="1579036" y="30704"/>
                    </a:lnTo>
                    <a:lnTo>
                      <a:pt x="1517549" y="23809"/>
                    </a:lnTo>
                    <a:lnTo>
                      <a:pt x="1453352" y="17714"/>
                    </a:lnTo>
                    <a:lnTo>
                      <a:pt x="1386644" y="12455"/>
                    </a:lnTo>
                    <a:lnTo>
                      <a:pt x="1317623" y="8069"/>
                    </a:lnTo>
                    <a:lnTo>
                      <a:pt x="1246485" y="4594"/>
                    </a:lnTo>
                    <a:lnTo>
                      <a:pt x="1173428" y="2066"/>
                    </a:lnTo>
                    <a:lnTo>
                      <a:pt x="1098650" y="522"/>
                    </a:lnTo>
                    <a:lnTo>
                      <a:pt x="102235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" name="object 200">
                <a:extLst>
                  <a:ext uri="{FF2B5EF4-FFF2-40B4-BE49-F238E27FC236}">
                    <a16:creationId xmlns:a16="http://schemas.microsoft.com/office/drawing/2014/main" id="{B610C3CE-35BF-1596-1F0D-A9F0B5041C96}"/>
                  </a:ext>
                </a:extLst>
              </p:cNvPr>
              <p:cNvSpPr/>
              <p:nvPr/>
            </p:nvSpPr>
            <p:spPr>
              <a:xfrm>
                <a:off x="3340100" y="5359400"/>
                <a:ext cx="20447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044700" h="381000">
                    <a:moveTo>
                      <a:pt x="0" y="190500"/>
                    </a:moveTo>
                    <a:lnTo>
                      <a:pt x="24643" y="148753"/>
                    </a:lnTo>
                    <a:lnTo>
                      <a:pt x="66807" y="122642"/>
                    </a:lnTo>
                    <a:lnTo>
                      <a:pt x="127715" y="98252"/>
                    </a:lnTo>
                    <a:lnTo>
                      <a:pt x="164703" y="86794"/>
                    </a:lnTo>
                    <a:lnTo>
                      <a:pt x="205784" y="75878"/>
                    </a:lnTo>
                    <a:lnTo>
                      <a:pt x="250760" y="65540"/>
                    </a:lnTo>
                    <a:lnTo>
                      <a:pt x="299434" y="55816"/>
                    </a:lnTo>
                    <a:lnTo>
                      <a:pt x="351607" y="46744"/>
                    </a:lnTo>
                    <a:lnTo>
                      <a:pt x="407083" y="38361"/>
                    </a:lnTo>
                    <a:lnTo>
                      <a:pt x="465663" y="30704"/>
                    </a:lnTo>
                    <a:lnTo>
                      <a:pt x="527150" y="23809"/>
                    </a:lnTo>
                    <a:lnTo>
                      <a:pt x="591347" y="17714"/>
                    </a:lnTo>
                    <a:lnTo>
                      <a:pt x="658055" y="12455"/>
                    </a:lnTo>
                    <a:lnTo>
                      <a:pt x="727076" y="8069"/>
                    </a:lnTo>
                    <a:lnTo>
                      <a:pt x="798214" y="4594"/>
                    </a:lnTo>
                    <a:lnTo>
                      <a:pt x="871271" y="2066"/>
                    </a:lnTo>
                    <a:lnTo>
                      <a:pt x="946049" y="522"/>
                    </a:lnTo>
                    <a:lnTo>
                      <a:pt x="1022350" y="0"/>
                    </a:lnTo>
                    <a:lnTo>
                      <a:pt x="1098650" y="522"/>
                    </a:lnTo>
                    <a:lnTo>
                      <a:pt x="1173428" y="2066"/>
                    </a:lnTo>
                    <a:lnTo>
                      <a:pt x="1246485" y="4594"/>
                    </a:lnTo>
                    <a:lnTo>
                      <a:pt x="1317623" y="8069"/>
                    </a:lnTo>
                    <a:lnTo>
                      <a:pt x="1386644" y="12455"/>
                    </a:lnTo>
                    <a:lnTo>
                      <a:pt x="1453352" y="17714"/>
                    </a:lnTo>
                    <a:lnTo>
                      <a:pt x="1517549" y="23809"/>
                    </a:lnTo>
                    <a:lnTo>
                      <a:pt x="1579036" y="30704"/>
                    </a:lnTo>
                    <a:lnTo>
                      <a:pt x="1637616" y="38361"/>
                    </a:lnTo>
                    <a:lnTo>
                      <a:pt x="1693092" y="46744"/>
                    </a:lnTo>
                    <a:lnTo>
                      <a:pt x="1745265" y="55816"/>
                    </a:lnTo>
                    <a:lnTo>
                      <a:pt x="1793939" y="65540"/>
                    </a:lnTo>
                    <a:lnTo>
                      <a:pt x="1838915" y="75878"/>
                    </a:lnTo>
                    <a:lnTo>
                      <a:pt x="1879996" y="86794"/>
                    </a:lnTo>
                    <a:lnTo>
                      <a:pt x="1916984" y="98252"/>
                    </a:lnTo>
                    <a:lnTo>
                      <a:pt x="1977892" y="122642"/>
                    </a:lnTo>
                    <a:lnTo>
                      <a:pt x="2020056" y="148753"/>
                    </a:lnTo>
                    <a:lnTo>
                      <a:pt x="2044700" y="190500"/>
                    </a:lnTo>
                    <a:lnTo>
                      <a:pt x="2041895" y="204716"/>
                    </a:lnTo>
                    <a:lnTo>
                      <a:pt x="2001415" y="245517"/>
                    </a:lnTo>
                    <a:lnTo>
                      <a:pt x="1949682" y="270808"/>
                    </a:lnTo>
                    <a:lnTo>
                      <a:pt x="1879996" y="294227"/>
                    </a:lnTo>
                    <a:lnTo>
                      <a:pt x="1838915" y="305143"/>
                    </a:lnTo>
                    <a:lnTo>
                      <a:pt x="1793939" y="315480"/>
                    </a:lnTo>
                    <a:lnTo>
                      <a:pt x="1745265" y="325202"/>
                    </a:lnTo>
                    <a:lnTo>
                      <a:pt x="1693092" y="334272"/>
                    </a:lnTo>
                    <a:lnTo>
                      <a:pt x="1637616" y="342653"/>
                    </a:lnTo>
                    <a:lnTo>
                      <a:pt x="1579036" y="350308"/>
                    </a:lnTo>
                    <a:lnTo>
                      <a:pt x="1517549" y="357200"/>
                    </a:lnTo>
                    <a:lnTo>
                      <a:pt x="1453352" y="363293"/>
                    </a:lnTo>
                    <a:lnTo>
                      <a:pt x="1386644" y="368550"/>
                    </a:lnTo>
                    <a:lnTo>
                      <a:pt x="1317623" y="372934"/>
                    </a:lnTo>
                    <a:lnTo>
                      <a:pt x="1246485" y="376407"/>
                    </a:lnTo>
                    <a:lnTo>
                      <a:pt x="1173428" y="378934"/>
                    </a:lnTo>
                    <a:lnTo>
                      <a:pt x="1098650" y="380477"/>
                    </a:lnTo>
                    <a:lnTo>
                      <a:pt x="1022350" y="381000"/>
                    </a:lnTo>
                    <a:lnTo>
                      <a:pt x="946049" y="380477"/>
                    </a:lnTo>
                    <a:lnTo>
                      <a:pt x="871271" y="378934"/>
                    </a:lnTo>
                    <a:lnTo>
                      <a:pt x="798214" y="376407"/>
                    </a:lnTo>
                    <a:lnTo>
                      <a:pt x="727076" y="372934"/>
                    </a:lnTo>
                    <a:lnTo>
                      <a:pt x="658055" y="368550"/>
                    </a:lnTo>
                    <a:lnTo>
                      <a:pt x="591347" y="363293"/>
                    </a:lnTo>
                    <a:lnTo>
                      <a:pt x="527150" y="357200"/>
                    </a:lnTo>
                    <a:lnTo>
                      <a:pt x="465663" y="350308"/>
                    </a:lnTo>
                    <a:lnTo>
                      <a:pt x="407083" y="342653"/>
                    </a:lnTo>
                    <a:lnTo>
                      <a:pt x="351607" y="334272"/>
                    </a:lnTo>
                    <a:lnTo>
                      <a:pt x="299434" y="325202"/>
                    </a:lnTo>
                    <a:lnTo>
                      <a:pt x="250760" y="315480"/>
                    </a:lnTo>
                    <a:lnTo>
                      <a:pt x="205784" y="305143"/>
                    </a:lnTo>
                    <a:lnTo>
                      <a:pt x="164703" y="294227"/>
                    </a:lnTo>
                    <a:lnTo>
                      <a:pt x="127715" y="282770"/>
                    </a:lnTo>
                    <a:lnTo>
                      <a:pt x="66807" y="258378"/>
                    </a:lnTo>
                    <a:lnTo>
                      <a:pt x="24643" y="232262"/>
                    </a:lnTo>
                    <a:lnTo>
                      <a:pt x="0" y="190500"/>
                    </a:lnTo>
                    <a:close/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" name="object 201">
                <a:extLst>
                  <a:ext uri="{FF2B5EF4-FFF2-40B4-BE49-F238E27FC236}">
                    <a16:creationId xmlns:a16="http://schemas.microsoft.com/office/drawing/2014/main" id="{0FE1F214-B7B0-5A22-7642-DF2B3720C9F5}"/>
                  </a:ext>
                </a:extLst>
              </p:cNvPr>
              <p:cNvSpPr/>
              <p:nvPr/>
            </p:nvSpPr>
            <p:spPr>
              <a:xfrm>
                <a:off x="1303274" y="3300476"/>
                <a:ext cx="381635" cy="1252855"/>
              </a:xfrm>
              <a:custGeom>
                <a:avLst/>
                <a:gdLst/>
                <a:ahLst/>
                <a:cxnLst/>
                <a:rect l="l" t="t" r="r" b="b"/>
                <a:pathLst>
                  <a:path w="381635" h="1252854">
                    <a:moveTo>
                      <a:pt x="190500" y="0"/>
                    </a:moveTo>
                    <a:lnTo>
                      <a:pt x="149649" y="14439"/>
                    </a:lnTo>
                    <a:lnTo>
                      <a:pt x="111844" y="55724"/>
                    </a:lnTo>
                    <a:lnTo>
                      <a:pt x="78016" y="120802"/>
                    </a:lnTo>
                    <a:lnTo>
                      <a:pt x="62885" y="161309"/>
                    </a:lnTo>
                    <a:lnTo>
                      <a:pt x="49098" y="206619"/>
                    </a:lnTo>
                    <a:lnTo>
                      <a:pt x="36771" y="256352"/>
                    </a:lnTo>
                    <a:lnTo>
                      <a:pt x="26020" y="310124"/>
                    </a:lnTo>
                    <a:lnTo>
                      <a:pt x="16964" y="367555"/>
                    </a:lnTo>
                    <a:lnTo>
                      <a:pt x="9717" y="428264"/>
                    </a:lnTo>
                    <a:lnTo>
                      <a:pt x="4396" y="491868"/>
                    </a:lnTo>
                    <a:lnTo>
                      <a:pt x="1118" y="557986"/>
                    </a:lnTo>
                    <a:lnTo>
                      <a:pt x="0" y="626237"/>
                    </a:lnTo>
                    <a:lnTo>
                      <a:pt x="1118" y="694465"/>
                    </a:lnTo>
                    <a:lnTo>
                      <a:pt x="4396" y="760567"/>
                    </a:lnTo>
                    <a:lnTo>
                      <a:pt x="9717" y="824160"/>
                    </a:lnTo>
                    <a:lnTo>
                      <a:pt x="16964" y="884863"/>
                    </a:lnTo>
                    <a:lnTo>
                      <a:pt x="26020" y="942292"/>
                    </a:lnTo>
                    <a:lnTo>
                      <a:pt x="36771" y="996067"/>
                    </a:lnTo>
                    <a:lnTo>
                      <a:pt x="49098" y="1045803"/>
                    </a:lnTo>
                    <a:lnTo>
                      <a:pt x="62885" y="1091120"/>
                    </a:lnTo>
                    <a:lnTo>
                      <a:pt x="78016" y="1131635"/>
                    </a:lnTo>
                    <a:lnTo>
                      <a:pt x="94375" y="1166965"/>
                    </a:lnTo>
                    <a:lnTo>
                      <a:pt x="130308" y="1220544"/>
                    </a:lnTo>
                    <a:lnTo>
                      <a:pt x="169752" y="1248798"/>
                    </a:lnTo>
                    <a:lnTo>
                      <a:pt x="190500" y="1252474"/>
                    </a:lnTo>
                    <a:lnTo>
                      <a:pt x="211271" y="1248798"/>
                    </a:lnTo>
                    <a:lnTo>
                      <a:pt x="250753" y="1220544"/>
                    </a:lnTo>
                    <a:lnTo>
                      <a:pt x="286714" y="1166965"/>
                    </a:lnTo>
                    <a:lnTo>
                      <a:pt x="303082" y="1131635"/>
                    </a:lnTo>
                    <a:lnTo>
                      <a:pt x="318222" y="1091120"/>
                    </a:lnTo>
                    <a:lnTo>
                      <a:pt x="332016" y="1045803"/>
                    </a:lnTo>
                    <a:lnTo>
                      <a:pt x="344347" y="996067"/>
                    </a:lnTo>
                    <a:lnTo>
                      <a:pt x="355101" y="942292"/>
                    </a:lnTo>
                    <a:lnTo>
                      <a:pt x="364160" y="884863"/>
                    </a:lnTo>
                    <a:lnTo>
                      <a:pt x="371408" y="824160"/>
                    </a:lnTo>
                    <a:lnTo>
                      <a:pt x="376730" y="760567"/>
                    </a:lnTo>
                    <a:lnTo>
                      <a:pt x="380008" y="694465"/>
                    </a:lnTo>
                    <a:lnTo>
                      <a:pt x="381126" y="626237"/>
                    </a:lnTo>
                    <a:lnTo>
                      <a:pt x="380008" y="557986"/>
                    </a:lnTo>
                    <a:lnTo>
                      <a:pt x="376730" y="491868"/>
                    </a:lnTo>
                    <a:lnTo>
                      <a:pt x="371408" y="428264"/>
                    </a:lnTo>
                    <a:lnTo>
                      <a:pt x="364160" y="367555"/>
                    </a:lnTo>
                    <a:lnTo>
                      <a:pt x="355101" y="310124"/>
                    </a:lnTo>
                    <a:lnTo>
                      <a:pt x="344347" y="256352"/>
                    </a:lnTo>
                    <a:lnTo>
                      <a:pt x="332016" y="206619"/>
                    </a:lnTo>
                    <a:lnTo>
                      <a:pt x="318222" y="161309"/>
                    </a:lnTo>
                    <a:lnTo>
                      <a:pt x="303082" y="120802"/>
                    </a:lnTo>
                    <a:lnTo>
                      <a:pt x="286714" y="85480"/>
                    </a:lnTo>
                    <a:lnTo>
                      <a:pt x="250753" y="31917"/>
                    </a:lnTo>
                    <a:lnTo>
                      <a:pt x="211271" y="3673"/>
                    </a:lnTo>
                    <a:lnTo>
                      <a:pt x="1905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" name="object 202">
                <a:extLst>
                  <a:ext uri="{FF2B5EF4-FFF2-40B4-BE49-F238E27FC236}">
                    <a16:creationId xmlns:a16="http://schemas.microsoft.com/office/drawing/2014/main" id="{C599E0FD-F340-B126-FD47-222607C00DA3}"/>
                  </a:ext>
                </a:extLst>
              </p:cNvPr>
              <p:cNvSpPr/>
              <p:nvPr/>
            </p:nvSpPr>
            <p:spPr>
              <a:xfrm>
                <a:off x="1303274" y="3300476"/>
                <a:ext cx="1140460" cy="1252855"/>
              </a:xfrm>
              <a:custGeom>
                <a:avLst/>
                <a:gdLst/>
                <a:ahLst/>
                <a:cxnLst/>
                <a:rect l="l" t="t" r="r" b="b"/>
                <a:pathLst>
                  <a:path w="1140460" h="1252854">
                    <a:moveTo>
                      <a:pt x="190500" y="0"/>
                    </a:moveTo>
                    <a:lnTo>
                      <a:pt x="231394" y="14439"/>
                    </a:lnTo>
                    <a:lnTo>
                      <a:pt x="269232" y="55724"/>
                    </a:lnTo>
                    <a:lnTo>
                      <a:pt x="303082" y="120802"/>
                    </a:lnTo>
                    <a:lnTo>
                      <a:pt x="318222" y="161309"/>
                    </a:lnTo>
                    <a:lnTo>
                      <a:pt x="332016" y="206619"/>
                    </a:lnTo>
                    <a:lnTo>
                      <a:pt x="344347" y="256352"/>
                    </a:lnTo>
                    <a:lnTo>
                      <a:pt x="355101" y="310124"/>
                    </a:lnTo>
                    <a:lnTo>
                      <a:pt x="364160" y="367555"/>
                    </a:lnTo>
                    <a:lnTo>
                      <a:pt x="371408" y="428264"/>
                    </a:lnTo>
                    <a:lnTo>
                      <a:pt x="376730" y="491868"/>
                    </a:lnTo>
                    <a:lnTo>
                      <a:pt x="380008" y="557986"/>
                    </a:lnTo>
                    <a:lnTo>
                      <a:pt x="381126" y="626237"/>
                    </a:lnTo>
                    <a:lnTo>
                      <a:pt x="380008" y="694465"/>
                    </a:lnTo>
                    <a:lnTo>
                      <a:pt x="376730" y="760567"/>
                    </a:lnTo>
                    <a:lnTo>
                      <a:pt x="371408" y="824160"/>
                    </a:lnTo>
                    <a:lnTo>
                      <a:pt x="364160" y="884863"/>
                    </a:lnTo>
                    <a:lnTo>
                      <a:pt x="355101" y="942292"/>
                    </a:lnTo>
                    <a:lnTo>
                      <a:pt x="344347" y="996067"/>
                    </a:lnTo>
                    <a:lnTo>
                      <a:pt x="332016" y="1045803"/>
                    </a:lnTo>
                    <a:lnTo>
                      <a:pt x="318222" y="1091120"/>
                    </a:lnTo>
                    <a:lnTo>
                      <a:pt x="303082" y="1131635"/>
                    </a:lnTo>
                    <a:lnTo>
                      <a:pt x="286714" y="1166965"/>
                    </a:lnTo>
                    <a:lnTo>
                      <a:pt x="250753" y="1220544"/>
                    </a:lnTo>
                    <a:lnTo>
                      <a:pt x="211271" y="1248798"/>
                    </a:lnTo>
                    <a:lnTo>
                      <a:pt x="190500" y="1252474"/>
                    </a:lnTo>
                    <a:lnTo>
                      <a:pt x="169752" y="1248798"/>
                    </a:lnTo>
                    <a:lnTo>
                      <a:pt x="130308" y="1220544"/>
                    </a:lnTo>
                    <a:lnTo>
                      <a:pt x="94375" y="1166965"/>
                    </a:lnTo>
                    <a:lnTo>
                      <a:pt x="78016" y="1131635"/>
                    </a:lnTo>
                    <a:lnTo>
                      <a:pt x="62885" y="1091120"/>
                    </a:lnTo>
                    <a:lnTo>
                      <a:pt x="49098" y="1045803"/>
                    </a:lnTo>
                    <a:lnTo>
                      <a:pt x="36771" y="996067"/>
                    </a:lnTo>
                    <a:lnTo>
                      <a:pt x="26020" y="942292"/>
                    </a:lnTo>
                    <a:lnTo>
                      <a:pt x="16964" y="884863"/>
                    </a:lnTo>
                    <a:lnTo>
                      <a:pt x="9717" y="824160"/>
                    </a:lnTo>
                    <a:lnTo>
                      <a:pt x="4396" y="760567"/>
                    </a:lnTo>
                    <a:lnTo>
                      <a:pt x="1118" y="694465"/>
                    </a:lnTo>
                    <a:lnTo>
                      <a:pt x="0" y="626237"/>
                    </a:lnTo>
                    <a:lnTo>
                      <a:pt x="1118" y="557986"/>
                    </a:lnTo>
                    <a:lnTo>
                      <a:pt x="4396" y="491868"/>
                    </a:lnTo>
                    <a:lnTo>
                      <a:pt x="9717" y="428264"/>
                    </a:lnTo>
                    <a:lnTo>
                      <a:pt x="16964" y="367555"/>
                    </a:lnTo>
                    <a:lnTo>
                      <a:pt x="26020" y="310124"/>
                    </a:lnTo>
                    <a:lnTo>
                      <a:pt x="36771" y="256352"/>
                    </a:lnTo>
                    <a:lnTo>
                      <a:pt x="49098" y="206619"/>
                    </a:lnTo>
                    <a:lnTo>
                      <a:pt x="62885" y="161309"/>
                    </a:lnTo>
                    <a:lnTo>
                      <a:pt x="78016" y="120802"/>
                    </a:lnTo>
                    <a:lnTo>
                      <a:pt x="94375" y="85480"/>
                    </a:lnTo>
                    <a:lnTo>
                      <a:pt x="130308" y="31917"/>
                    </a:lnTo>
                    <a:lnTo>
                      <a:pt x="169752" y="3673"/>
                    </a:lnTo>
                    <a:lnTo>
                      <a:pt x="190500" y="0"/>
                    </a:lnTo>
                    <a:close/>
                  </a:path>
                  <a:path w="1140460" h="1252854">
                    <a:moveTo>
                      <a:pt x="381126" y="626999"/>
                    </a:moveTo>
                    <a:lnTo>
                      <a:pt x="1139952" y="353949"/>
                    </a:lnTo>
                  </a:path>
                  <a:path w="1140460" h="1252854">
                    <a:moveTo>
                      <a:pt x="382650" y="811149"/>
                    </a:moveTo>
                    <a:lnTo>
                      <a:pt x="849376" y="1081024"/>
                    </a:lnTo>
                  </a:path>
                </a:pathLst>
              </a:custGeom>
              <a:ln w="9525">
                <a:solidFill>
                  <a:srgbClr val="16379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6" name="object 204">
              <a:extLst>
                <a:ext uri="{FF2B5EF4-FFF2-40B4-BE49-F238E27FC236}">
                  <a16:creationId xmlns:a16="http://schemas.microsoft.com/office/drawing/2014/main" id="{47609A43-0115-F503-883F-2474869C2426}"/>
                </a:ext>
              </a:extLst>
            </p:cNvPr>
            <p:cNvSpPr txBox="1"/>
            <p:nvPr/>
          </p:nvSpPr>
          <p:spPr>
            <a:xfrm>
              <a:off x="1376299" y="5389035"/>
              <a:ext cx="446405" cy="295275"/>
            </a:xfrm>
            <a:prstGeom prst="rect">
              <a:avLst/>
            </a:prstGeom>
          </p:spPr>
          <p:txBody>
            <a:bodyPr vert="horz" wrap="square" lIns="0" tIns="24130" rIns="0" bIns="0" rtlCol="0">
              <a:spAutoFit/>
            </a:bodyPr>
            <a:lstStyle/>
            <a:p>
              <a:pPr marL="127000" marR="5080" indent="-114300">
                <a:lnSpc>
                  <a:spcPts val="1010"/>
                </a:lnSpc>
                <a:spcBef>
                  <a:spcPts val="190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207" name="object 205">
              <a:extLst>
                <a:ext uri="{FF2B5EF4-FFF2-40B4-BE49-F238E27FC236}">
                  <a16:creationId xmlns:a16="http://schemas.microsoft.com/office/drawing/2014/main" id="{6335E840-1E6C-8FFC-A502-76E4C407320C}"/>
                </a:ext>
              </a:extLst>
            </p:cNvPr>
            <p:cNvSpPr txBox="1"/>
            <p:nvPr/>
          </p:nvSpPr>
          <p:spPr>
            <a:xfrm>
              <a:off x="3635502" y="5384756"/>
              <a:ext cx="1465580" cy="3105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315"/>
                </a:lnSpc>
              </a:pPr>
              <a:r>
                <a:rPr sz="2000" b="1" i="1" dirty="0">
                  <a:solidFill>
                    <a:srgbClr val="163793"/>
                  </a:solidFill>
                  <a:latin typeface="Arial"/>
                  <a:cs typeface="Arial"/>
                </a:rPr>
                <a:t>regional</a:t>
              </a:r>
              <a:r>
                <a:rPr sz="2000" b="1" i="1" spc="-40" dirty="0">
                  <a:solidFill>
                    <a:srgbClr val="163793"/>
                  </a:solidFill>
                  <a:latin typeface="Arial"/>
                  <a:cs typeface="Arial"/>
                </a:rPr>
                <a:t> </a:t>
              </a:r>
              <a:r>
                <a:rPr sz="2000" b="1" i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209" name="object 207">
              <a:extLst>
                <a:ext uri="{FF2B5EF4-FFF2-40B4-BE49-F238E27FC236}">
                  <a16:creationId xmlns:a16="http://schemas.microsoft.com/office/drawing/2014/main" id="{B7A899B0-AAD9-06A8-243D-ED4AC73AC91C}"/>
                </a:ext>
              </a:extLst>
            </p:cNvPr>
            <p:cNvSpPr txBox="1"/>
            <p:nvPr/>
          </p:nvSpPr>
          <p:spPr>
            <a:xfrm>
              <a:off x="3167633" y="5871587"/>
              <a:ext cx="446405" cy="2952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ts val="1105"/>
                </a:lnSpc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</a:t>
              </a:r>
              <a:endParaRPr sz="1000">
                <a:latin typeface="Arial"/>
                <a:cs typeface="Arial"/>
              </a:endParaRPr>
            </a:p>
            <a:p>
              <a:pPr algn="ctr">
                <a:lnSpc>
                  <a:spcPts val="1105"/>
                </a:lnSpc>
              </a:pP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210" name="object 208">
              <a:extLst>
                <a:ext uri="{FF2B5EF4-FFF2-40B4-BE49-F238E27FC236}">
                  <a16:creationId xmlns:a16="http://schemas.microsoft.com/office/drawing/2014/main" id="{148BCF6B-5222-51B7-D260-E171B3795B55}"/>
                </a:ext>
              </a:extLst>
            </p:cNvPr>
            <p:cNvSpPr txBox="1"/>
            <p:nvPr/>
          </p:nvSpPr>
          <p:spPr>
            <a:xfrm>
              <a:off x="5301741" y="5884360"/>
              <a:ext cx="446405" cy="295275"/>
            </a:xfrm>
            <a:prstGeom prst="rect">
              <a:avLst/>
            </a:prstGeom>
          </p:spPr>
          <p:txBody>
            <a:bodyPr vert="horz" wrap="square" lIns="0" tIns="24130" rIns="0" bIns="0" rtlCol="0">
              <a:spAutoFit/>
            </a:bodyPr>
            <a:lstStyle/>
            <a:p>
              <a:pPr marL="127000" marR="5080" indent="-114300">
                <a:lnSpc>
                  <a:spcPts val="1010"/>
                </a:lnSpc>
                <a:spcBef>
                  <a:spcPts val="190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211" name="object 209">
              <a:extLst>
                <a:ext uri="{FF2B5EF4-FFF2-40B4-BE49-F238E27FC236}">
                  <a16:creationId xmlns:a16="http://schemas.microsoft.com/office/drawing/2014/main" id="{52FD1C90-8401-D1F1-9AFF-923719BFE35B}"/>
                </a:ext>
              </a:extLst>
            </p:cNvPr>
            <p:cNvSpPr txBox="1"/>
            <p:nvPr/>
          </p:nvSpPr>
          <p:spPr>
            <a:xfrm>
              <a:off x="4387088" y="6024263"/>
              <a:ext cx="446405" cy="295275"/>
            </a:xfrm>
            <a:prstGeom prst="rect">
              <a:avLst/>
            </a:prstGeom>
          </p:spPr>
          <p:txBody>
            <a:bodyPr vert="horz" wrap="square" lIns="0" tIns="24130" rIns="0" bIns="0" rtlCol="0">
              <a:spAutoFit/>
            </a:bodyPr>
            <a:lstStyle/>
            <a:p>
              <a:pPr marL="127000" marR="5080" indent="-114300">
                <a:lnSpc>
                  <a:spcPts val="1010"/>
                </a:lnSpc>
                <a:spcBef>
                  <a:spcPts val="190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217" name="object 19">
              <a:extLst>
                <a:ext uri="{FF2B5EF4-FFF2-40B4-BE49-F238E27FC236}">
                  <a16:creationId xmlns:a16="http://schemas.microsoft.com/office/drawing/2014/main" id="{B35F9806-E86A-61A0-1C7C-C4B6C638E672}"/>
                </a:ext>
              </a:extLst>
            </p:cNvPr>
            <p:cNvSpPr txBox="1"/>
            <p:nvPr/>
          </p:nvSpPr>
          <p:spPr>
            <a:xfrm>
              <a:off x="7567770" y="5648706"/>
              <a:ext cx="446405" cy="305435"/>
            </a:xfrm>
            <a:prstGeom prst="rect">
              <a:avLst/>
            </a:prstGeom>
          </p:spPr>
          <p:txBody>
            <a:bodyPr vert="horz" wrap="square" lIns="0" tIns="36195" rIns="0" bIns="0" rtlCol="0">
              <a:spAutoFit/>
            </a:bodyPr>
            <a:lstStyle/>
            <a:p>
              <a:pPr marL="127000" marR="5080" indent="-114300">
                <a:lnSpc>
                  <a:spcPts val="1010"/>
                </a:lnSpc>
                <a:spcBef>
                  <a:spcPts val="285"/>
                </a:spcBef>
              </a:pPr>
              <a:r>
                <a:rPr sz="1000" b="1" spc="-10" dirty="0">
                  <a:solidFill>
                    <a:srgbClr val="163793"/>
                  </a:solidFill>
                  <a:latin typeface="Arial"/>
                  <a:cs typeface="Arial"/>
                </a:rPr>
                <a:t>access </a:t>
              </a:r>
              <a:r>
                <a:rPr sz="1000" b="1" spc="-25" dirty="0">
                  <a:solidFill>
                    <a:srgbClr val="163793"/>
                  </a:solidFill>
                  <a:latin typeface="Arial"/>
                  <a:cs typeface="Arial"/>
                </a:rPr>
                <a:t>net</a:t>
              </a:r>
              <a:endParaRPr sz="1000" dirty="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9709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F8A32-EE05-D893-3A70-D26BB41C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C78E870-18C3-C9C7-3019-16981EC76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03900" cy="29591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CAEE83D-F7B6-A38A-98BB-12E21A5BB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648" y="3429000"/>
            <a:ext cx="5638800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17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8B11580-0699-49B9-4E03-82E79B4F3198}"/>
              </a:ext>
            </a:extLst>
          </p:cNvPr>
          <p:cNvSpPr/>
          <p:nvPr/>
        </p:nvSpPr>
        <p:spPr>
          <a:xfrm>
            <a:off x="2831083" y="1248663"/>
            <a:ext cx="0" cy="1412875"/>
          </a:xfrm>
          <a:custGeom>
            <a:avLst/>
            <a:gdLst/>
            <a:ahLst/>
            <a:cxnLst/>
            <a:rect l="l" t="t" r="r" b="b"/>
            <a:pathLst>
              <a:path h="1412875">
                <a:moveTo>
                  <a:pt x="0" y="0"/>
                </a:moveTo>
                <a:lnTo>
                  <a:pt x="0" y="1412748"/>
                </a:lnTo>
              </a:path>
            </a:pathLst>
          </a:custGeom>
          <a:ln w="12700">
            <a:solidFill>
              <a:srgbClr val="3333CC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DDBE0A61-A00D-90D7-8CC8-A00B08916C4A}"/>
              </a:ext>
            </a:extLst>
          </p:cNvPr>
          <p:cNvGrpSpPr/>
          <p:nvPr/>
        </p:nvGrpSpPr>
        <p:grpSpPr>
          <a:xfrm>
            <a:off x="3900042" y="1218564"/>
            <a:ext cx="1551940" cy="5144770"/>
            <a:chOff x="3900042" y="1218564"/>
            <a:chExt cx="1551940" cy="514477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B32D9309-570F-1DFF-4CE4-01EBB868AD2F}"/>
                </a:ext>
              </a:extLst>
            </p:cNvPr>
            <p:cNvSpPr/>
            <p:nvPr/>
          </p:nvSpPr>
          <p:spPr>
            <a:xfrm>
              <a:off x="3906392" y="1224914"/>
              <a:ext cx="0" cy="1437005"/>
            </a:xfrm>
            <a:custGeom>
              <a:avLst/>
              <a:gdLst/>
              <a:ahLst/>
              <a:cxnLst/>
              <a:rect l="l" t="t" r="r" b="b"/>
              <a:pathLst>
                <a:path h="1437005">
                  <a:moveTo>
                    <a:pt x="0" y="0"/>
                  </a:moveTo>
                  <a:lnTo>
                    <a:pt x="0" y="1436497"/>
                  </a:lnTo>
                </a:path>
              </a:pathLst>
            </a:custGeom>
            <a:ln w="12700">
              <a:solidFill>
                <a:srgbClr val="3333C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D50B446D-A953-5F3C-EE45-EBEDB5148AE9}"/>
                </a:ext>
              </a:extLst>
            </p:cNvPr>
            <p:cNvSpPr/>
            <p:nvPr/>
          </p:nvSpPr>
          <p:spPr>
            <a:xfrm>
              <a:off x="4301743" y="1268729"/>
              <a:ext cx="419100" cy="424180"/>
            </a:xfrm>
            <a:custGeom>
              <a:avLst/>
              <a:gdLst/>
              <a:ahLst/>
              <a:cxnLst/>
              <a:rect l="l" t="t" r="r" b="b"/>
              <a:pathLst>
                <a:path w="419100" h="424180">
                  <a:moveTo>
                    <a:pt x="0" y="211962"/>
                  </a:moveTo>
                  <a:lnTo>
                    <a:pt x="5536" y="163352"/>
                  </a:lnTo>
                  <a:lnTo>
                    <a:pt x="21304" y="118733"/>
                  </a:lnTo>
                  <a:lnTo>
                    <a:pt x="46046" y="79378"/>
                  </a:lnTo>
                  <a:lnTo>
                    <a:pt x="78501" y="46556"/>
                  </a:lnTo>
                  <a:lnTo>
                    <a:pt x="117410" y="21538"/>
                  </a:lnTo>
                  <a:lnTo>
                    <a:pt x="161512" y="5596"/>
                  </a:lnTo>
                  <a:lnTo>
                    <a:pt x="209550" y="0"/>
                  </a:lnTo>
                  <a:lnTo>
                    <a:pt x="257587" y="5596"/>
                  </a:lnTo>
                  <a:lnTo>
                    <a:pt x="301689" y="21538"/>
                  </a:lnTo>
                  <a:lnTo>
                    <a:pt x="340598" y="46556"/>
                  </a:lnTo>
                  <a:lnTo>
                    <a:pt x="373053" y="79378"/>
                  </a:lnTo>
                  <a:lnTo>
                    <a:pt x="397795" y="118733"/>
                  </a:lnTo>
                  <a:lnTo>
                    <a:pt x="413563" y="163352"/>
                  </a:lnTo>
                  <a:lnTo>
                    <a:pt x="419100" y="211962"/>
                  </a:lnTo>
                  <a:lnTo>
                    <a:pt x="413563" y="260573"/>
                  </a:lnTo>
                  <a:lnTo>
                    <a:pt x="397795" y="305192"/>
                  </a:lnTo>
                  <a:lnTo>
                    <a:pt x="373053" y="344547"/>
                  </a:lnTo>
                  <a:lnTo>
                    <a:pt x="340598" y="377369"/>
                  </a:lnTo>
                  <a:lnTo>
                    <a:pt x="301689" y="402387"/>
                  </a:lnTo>
                  <a:lnTo>
                    <a:pt x="257587" y="418329"/>
                  </a:lnTo>
                  <a:lnTo>
                    <a:pt x="209550" y="423925"/>
                  </a:lnTo>
                  <a:lnTo>
                    <a:pt x="161512" y="418329"/>
                  </a:lnTo>
                  <a:lnTo>
                    <a:pt x="117410" y="402387"/>
                  </a:lnTo>
                  <a:lnTo>
                    <a:pt x="78501" y="377369"/>
                  </a:lnTo>
                  <a:lnTo>
                    <a:pt x="46046" y="344547"/>
                  </a:lnTo>
                  <a:lnTo>
                    <a:pt x="21304" y="305192"/>
                  </a:lnTo>
                  <a:lnTo>
                    <a:pt x="5536" y="260573"/>
                  </a:lnTo>
                  <a:lnTo>
                    <a:pt x="0" y="21196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162C5A04-66FA-7723-6E2F-F9074236B4E4}"/>
                </a:ext>
              </a:extLst>
            </p:cNvPr>
            <p:cNvSpPr/>
            <p:nvPr/>
          </p:nvSpPr>
          <p:spPr>
            <a:xfrm>
              <a:off x="3949065" y="1368805"/>
              <a:ext cx="1502410" cy="951230"/>
            </a:xfrm>
            <a:custGeom>
              <a:avLst/>
              <a:gdLst/>
              <a:ahLst/>
              <a:cxnLst/>
              <a:rect l="l" t="t" r="r" b="b"/>
              <a:pathLst>
                <a:path w="1502410" h="951230">
                  <a:moveTo>
                    <a:pt x="282587" y="76581"/>
                  </a:moveTo>
                  <a:lnTo>
                    <a:pt x="223774" y="76581"/>
                  </a:lnTo>
                  <a:lnTo>
                    <a:pt x="204749" y="76581"/>
                  </a:lnTo>
                  <a:lnTo>
                    <a:pt x="204216" y="114300"/>
                  </a:lnTo>
                  <a:lnTo>
                    <a:pt x="282587" y="76581"/>
                  </a:lnTo>
                  <a:close/>
                </a:path>
                <a:path w="1502410" h="951230">
                  <a:moveTo>
                    <a:pt x="319278" y="58928"/>
                  </a:moveTo>
                  <a:lnTo>
                    <a:pt x="205867" y="0"/>
                  </a:lnTo>
                  <a:lnTo>
                    <a:pt x="205359" y="35052"/>
                  </a:lnTo>
                  <a:lnTo>
                    <a:pt x="205308" y="38188"/>
                  </a:lnTo>
                  <a:lnTo>
                    <a:pt x="508" y="35052"/>
                  </a:lnTo>
                  <a:lnTo>
                    <a:pt x="0" y="73152"/>
                  </a:lnTo>
                  <a:lnTo>
                    <a:pt x="204762" y="76301"/>
                  </a:lnTo>
                  <a:lnTo>
                    <a:pt x="223774" y="76301"/>
                  </a:lnTo>
                  <a:lnTo>
                    <a:pt x="283197" y="76301"/>
                  </a:lnTo>
                  <a:lnTo>
                    <a:pt x="319278" y="58928"/>
                  </a:lnTo>
                  <a:close/>
                </a:path>
                <a:path w="1502410" h="951230">
                  <a:moveTo>
                    <a:pt x="417703" y="295275"/>
                  </a:moveTo>
                  <a:lnTo>
                    <a:pt x="297942" y="339598"/>
                  </a:lnTo>
                  <a:lnTo>
                    <a:pt x="325653" y="365594"/>
                  </a:lnTo>
                  <a:lnTo>
                    <a:pt x="635" y="712470"/>
                  </a:lnTo>
                  <a:lnTo>
                    <a:pt x="28448" y="738505"/>
                  </a:lnTo>
                  <a:lnTo>
                    <a:pt x="353504" y="391706"/>
                  </a:lnTo>
                  <a:lnTo>
                    <a:pt x="381254" y="417703"/>
                  </a:lnTo>
                  <a:lnTo>
                    <a:pt x="400913" y="351663"/>
                  </a:lnTo>
                  <a:lnTo>
                    <a:pt x="417703" y="295275"/>
                  </a:lnTo>
                  <a:close/>
                </a:path>
                <a:path w="1502410" h="951230">
                  <a:moveTo>
                    <a:pt x="1465770" y="913384"/>
                  </a:moveTo>
                  <a:lnTo>
                    <a:pt x="1406906" y="913384"/>
                  </a:lnTo>
                  <a:lnTo>
                    <a:pt x="1387805" y="913384"/>
                  </a:lnTo>
                  <a:lnTo>
                    <a:pt x="1387221" y="951230"/>
                  </a:lnTo>
                  <a:lnTo>
                    <a:pt x="1465770" y="913384"/>
                  </a:lnTo>
                  <a:close/>
                </a:path>
                <a:path w="1502410" h="951230">
                  <a:moveTo>
                    <a:pt x="1502410" y="895731"/>
                  </a:moveTo>
                  <a:lnTo>
                    <a:pt x="1388999" y="836930"/>
                  </a:lnTo>
                  <a:lnTo>
                    <a:pt x="1388452" y="871982"/>
                  </a:lnTo>
                  <a:lnTo>
                    <a:pt x="1388402" y="875004"/>
                  </a:lnTo>
                  <a:lnTo>
                    <a:pt x="1183640" y="871982"/>
                  </a:lnTo>
                  <a:lnTo>
                    <a:pt x="1183005" y="910082"/>
                  </a:lnTo>
                  <a:lnTo>
                    <a:pt x="1387805" y="913104"/>
                  </a:lnTo>
                  <a:lnTo>
                    <a:pt x="1388071" y="895616"/>
                  </a:lnTo>
                  <a:lnTo>
                    <a:pt x="1387856" y="910082"/>
                  </a:lnTo>
                  <a:lnTo>
                    <a:pt x="1387805" y="913104"/>
                  </a:lnTo>
                  <a:lnTo>
                    <a:pt x="1406906" y="913104"/>
                  </a:lnTo>
                  <a:lnTo>
                    <a:pt x="1466354" y="913104"/>
                  </a:lnTo>
                  <a:lnTo>
                    <a:pt x="1502410" y="895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1710A001-39F8-6420-8AE7-155E65779FEA}"/>
                </a:ext>
              </a:extLst>
            </p:cNvPr>
            <p:cNvSpPr/>
            <p:nvPr/>
          </p:nvSpPr>
          <p:spPr>
            <a:xfrm>
              <a:off x="4038472" y="4708905"/>
              <a:ext cx="1078230" cy="1647825"/>
            </a:xfrm>
            <a:custGeom>
              <a:avLst/>
              <a:gdLst/>
              <a:ahLst/>
              <a:cxnLst/>
              <a:rect l="l" t="t" r="r" b="b"/>
              <a:pathLst>
                <a:path w="1078229" h="1647825">
                  <a:moveTo>
                    <a:pt x="0" y="23749"/>
                  </a:moveTo>
                  <a:lnTo>
                    <a:pt x="0" y="1647786"/>
                  </a:lnTo>
                </a:path>
                <a:path w="1078229" h="1647825">
                  <a:moveTo>
                    <a:pt x="1077849" y="0"/>
                  </a:moveTo>
                  <a:lnTo>
                    <a:pt x="1077849" y="1623974"/>
                  </a:lnTo>
                </a:path>
              </a:pathLst>
            </a:custGeom>
            <a:ln w="12700">
              <a:solidFill>
                <a:srgbClr val="3333C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7CD13BD-84AD-16BE-5C9E-914ADF28C26A}"/>
              </a:ext>
            </a:extLst>
          </p:cNvPr>
          <p:cNvSpPr txBox="1"/>
          <p:nvPr/>
        </p:nvSpPr>
        <p:spPr>
          <a:xfrm>
            <a:off x="6083553" y="1477517"/>
            <a:ext cx="1099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63793"/>
                </a:solidFill>
                <a:latin typeface="Kaiti SC Black"/>
                <a:cs typeface="Kaiti SC Black"/>
              </a:rPr>
              <a:t>信道输出</a:t>
            </a:r>
            <a:r>
              <a:rPr sz="1800" b="1" i="1" spc="-50" dirty="0">
                <a:solidFill>
                  <a:srgbClr val="163793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1AE8DF76-CA95-1AF6-5863-A475E0B5955A}"/>
              </a:ext>
            </a:extLst>
          </p:cNvPr>
          <p:cNvSpPr txBox="1"/>
          <p:nvPr/>
        </p:nvSpPr>
        <p:spPr>
          <a:xfrm>
            <a:off x="102819" y="1351229"/>
            <a:ext cx="7950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0000"/>
                </a:solidFill>
                <a:latin typeface="Kaiti SC Black"/>
                <a:cs typeface="Kaiti SC Black"/>
              </a:rPr>
              <a:t>发送端</a:t>
            </a:r>
            <a:endParaRPr sz="2000" dirty="0">
              <a:latin typeface="Kaiti SC Black"/>
              <a:cs typeface="Kaiti SC Black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3D21CFDC-4D91-2B9D-C97A-56AA7C1634C6}"/>
              </a:ext>
            </a:extLst>
          </p:cNvPr>
          <p:cNvSpPr txBox="1"/>
          <p:nvPr/>
        </p:nvSpPr>
        <p:spPr>
          <a:xfrm>
            <a:off x="1194612" y="1254633"/>
            <a:ext cx="434340" cy="108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163793"/>
                </a:solidFill>
                <a:latin typeface="Kaiti SC Black"/>
                <a:cs typeface="Kaiti SC Black"/>
              </a:rPr>
              <a:t>数据序列</a:t>
            </a:r>
            <a:endParaRPr sz="1600">
              <a:latin typeface="Kaiti SC Black"/>
              <a:cs typeface="Kaiti SC Black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600" b="1" spc="-35" dirty="0">
                <a:solidFill>
                  <a:srgbClr val="163793"/>
                </a:solidFill>
                <a:latin typeface="Kaiti SC Black"/>
                <a:cs typeface="Kaiti SC Black"/>
              </a:rPr>
              <a:t>码片</a:t>
            </a:r>
            <a:endParaRPr sz="1600">
              <a:latin typeface="Kaiti SC Black"/>
              <a:cs typeface="Kaiti SC Black"/>
            </a:endParaRPr>
          </a:p>
          <a:p>
            <a:pPr marL="12700">
              <a:lnSpc>
                <a:spcPct val="100000"/>
              </a:lnSpc>
            </a:pPr>
            <a:r>
              <a:rPr sz="1600" b="1" spc="-30" dirty="0">
                <a:solidFill>
                  <a:srgbClr val="163793"/>
                </a:solidFill>
                <a:latin typeface="Kaiti SC Black"/>
                <a:cs typeface="Kaiti SC Black"/>
              </a:rPr>
              <a:t>序列</a:t>
            </a:r>
            <a:endParaRPr sz="1600">
              <a:latin typeface="Kaiti SC Black"/>
              <a:cs typeface="Kaiti SC Black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0BCD6E38-8C6F-C38F-0F22-35DDC988E329}"/>
              </a:ext>
            </a:extLst>
          </p:cNvPr>
          <p:cNvSpPr txBox="1"/>
          <p:nvPr/>
        </p:nvSpPr>
        <p:spPr>
          <a:xfrm>
            <a:off x="3302000" y="6172301"/>
            <a:ext cx="4845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63793"/>
                </a:solidFill>
                <a:latin typeface="Kaiti SC Black"/>
                <a:cs typeface="Kaiti SC Black"/>
              </a:rPr>
              <a:t>时隙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AC04CDF4-6A78-8C90-F19D-DC8F840ADFEC}"/>
              </a:ext>
            </a:extLst>
          </p:cNvPr>
          <p:cNvGrpSpPr/>
          <p:nvPr/>
        </p:nvGrpSpPr>
        <p:grpSpPr>
          <a:xfrm>
            <a:off x="2958845" y="4766055"/>
            <a:ext cx="2970530" cy="1637030"/>
            <a:chOff x="2958845" y="4766055"/>
            <a:chExt cx="2970530" cy="163703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6B08DCCD-FF07-CF64-832D-72F80E822841}"/>
                </a:ext>
              </a:extLst>
            </p:cNvPr>
            <p:cNvSpPr/>
            <p:nvPr/>
          </p:nvSpPr>
          <p:spPr>
            <a:xfrm>
              <a:off x="2965195" y="4772405"/>
              <a:ext cx="0" cy="1624330"/>
            </a:xfrm>
            <a:custGeom>
              <a:avLst/>
              <a:gdLst/>
              <a:ahLst/>
              <a:cxnLst/>
              <a:rect l="l" t="t" r="r" b="b"/>
              <a:pathLst>
                <a:path h="1624329">
                  <a:moveTo>
                    <a:pt x="0" y="0"/>
                  </a:moveTo>
                  <a:lnTo>
                    <a:pt x="0" y="1623974"/>
                  </a:lnTo>
                </a:path>
              </a:pathLst>
            </a:custGeom>
            <a:ln w="12700">
              <a:solidFill>
                <a:srgbClr val="3333C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422130D0-58C0-5236-D8BD-6DB32440D645}"/>
                </a:ext>
              </a:extLst>
            </p:cNvPr>
            <p:cNvSpPr/>
            <p:nvPr/>
          </p:nvSpPr>
          <p:spPr>
            <a:xfrm>
              <a:off x="5505450" y="5035930"/>
              <a:ext cx="419100" cy="424180"/>
            </a:xfrm>
            <a:custGeom>
              <a:avLst/>
              <a:gdLst/>
              <a:ahLst/>
              <a:cxnLst/>
              <a:rect l="l" t="t" r="r" b="b"/>
              <a:pathLst>
                <a:path w="419100" h="424179">
                  <a:moveTo>
                    <a:pt x="0" y="211836"/>
                  </a:moveTo>
                  <a:lnTo>
                    <a:pt x="5536" y="163272"/>
                  </a:lnTo>
                  <a:lnTo>
                    <a:pt x="21304" y="118687"/>
                  </a:lnTo>
                  <a:lnTo>
                    <a:pt x="46046" y="79354"/>
                  </a:lnTo>
                  <a:lnTo>
                    <a:pt x="78501" y="46546"/>
                  </a:lnTo>
                  <a:lnTo>
                    <a:pt x="117410" y="21535"/>
                  </a:lnTo>
                  <a:lnTo>
                    <a:pt x="161512" y="5596"/>
                  </a:lnTo>
                  <a:lnTo>
                    <a:pt x="209550" y="0"/>
                  </a:lnTo>
                  <a:lnTo>
                    <a:pt x="257587" y="5596"/>
                  </a:lnTo>
                  <a:lnTo>
                    <a:pt x="301689" y="21535"/>
                  </a:lnTo>
                  <a:lnTo>
                    <a:pt x="340598" y="46546"/>
                  </a:lnTo>
                  <a:lnTo>
                    <a:pt x="373053" y="79354"/>
                  </a:lnTo>
                  <a:lnTo>
                    <a:pt x="397795" y="118687"/>
                  </a:lnTo>
                  <a:lnTo>
                    <a:pt x="413563" y="163272"/>
                  </a:lnTo>
                  <a:lnTo>
                    <a:pt x="419100" y="211836"/>
                  </a:lnTo>
                  <a:lnTo>
                    <a:pt x="413563" y="260446"/>
                  </a:lnTo>
                  <a:lnTo>
                    <a:pt x="397795" y="305065"/>
                  </a:lnTo>
                  <a:lnTo>
                    <a:pt x="373053" y="344420"/>
                  </a:lnTo>
                  <a:lnTo>
                    <a:pt x="340598" y="377242"/>
                  </a:lnTo>
                  <a:lnTo>
                    <a:pt x="301689" y="402260"/>
                  </a:lnTo>
                  <a:lnTo>
                    <a:pt x="257587" y="418202"/>
                  </a:lnTo>
                  <a:lnTo>
                    <a:pt x="209550" y="423799"/>
                  </a:lnTo>
                  <a:lnTo>
                    <a:pt x="161512" y="418202"/>
                  </a:lnTo>
                  <a:lnTo>
                    <a:pt x="117410" y="402260"/>
                  </a:lnTo>
                  <a:lnTo>
                    <a:pt x="78501" y="377242"/>
                  </a:lnTo>
                  <a:lnTo>
                    <a:pt x="46046" y="344420"/>
                  </a:lnTo>
                  <a:lnTo>
                    <a:pt x="21304" y="305065"/>
                  </a:lnTo>
                  <a:lnTo>
                    <a:pt x="5536" y="260446"/>
                  </a:lnTo>
                  <a:lnTo>
                    <a:pt x="0" y="211836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7787E3B7-341C-FE04-3940-040F437544D7}"/>
                </a:ext>
              </a:extLst>
            </p:cNvPr>
            <p:cNvSpPr/>
            <p:nvPr/>
          </p:nvSpPr>
          <p:spPr>
            <a:xfrm>
              <a:off x="5121783" y="5112003"/>
              <a:ext cx="448945" cy="831850"/>
            </a:xfrm>
            <a:custGeom>
              <a:avLst/>
              <a:gdLst/>
              <a:ahLst/>
              <a:cxnLst/>
              <a:rect l="l" t="t" r="r" b="b"/>
              <a:pathLst>
                <a:path w="448945" h="831850">
                  <a:moveTo>
                    <a:pt x="313664" y="76454"/>
                  </a:moveTo>
                  <a:lnTo>
                    <a:pt x="254762" y="76454"/>
                  </a:lnTo>
                  <a:lnTo>
                    <a:pt x="235750" y="76454"/>
                  </a:lnTo>
                  <a:lnTo>
                    <a:pt x="235204" y="114312"/>
                  </a:lnTo>
                  <a:lnTo>
                    <a:pt x="313664" y="76454"/>
                  </a:lnTo>
                  <a:close/>
                </a:path>
                <a:path w="448945" h="831850">
                  <a:moveTo>
                    <a:pt x="350266" y="58801"/>
                  </a:moveTo>
                  <a:lnTo>
                    <a:pt x="236855" y="0"/>
                  </a:lnTo>
                  <a:lnTo>
                    <a:pt x="236347" y="35052"/>
                  </a:lnTo>
                  <a:lnTo>
                    <a:pt x="236296" y="38074"/>
                  </a:lnTo>
                  <a:lnTo>
                    <a:pt x="31496" y="35052"/>
                  </a:lnTo>
                  <a:lnTo>
                    <a:pt x="30988" y="73152"/>
                  </a:lnTo>
                  <a:lnTo>
                    <a:pt x="235750" y="76174"/>
                  </a:lnTo>
                  <a:lnTo>
                    <a:pt x="254762" y="76174"/>
                  </a:lnTo>
                  <a:lnTo>
                    <a:pt x="314248" y="76174"/>
                  </a:lnTo>
                  <a:lnTo>
                    <a:pt x="350266" y="58801"/>
                  </a:lnTo>
                  <a:close/>
                </a:path>
                <a:path w="448945" h="831850">
                  <a:moveTo>
                    <a:pt x="448691" y="319151"/>
                  </a:moveTo>
                  <a:lnTo>
                    <a:pt x="330708" y="368046"/>
                  </a:lnTo>
                  <a:lnTo>
                    <a:pt x="359371" y="392963"/>
                  </a:lnTo>
                  <a:lnTo>
                    <a:pt x="0" y="806780"/>
                  </a:lnTo>
                  <a:lnTo>
                    <a:pt x="28702" y="831761"/>
                  </a:lnTo>
                  <a:lnTo>
                    <a:pt x="388175" y="417995"/>
                  </a:lnTo>
                  <a:lnTo>
                    <a:pt x="416941" y="442976"/>
                  </a:lnTo>
                  <a:lnTo>
                    <a:pt x="433451" y="378587"/>
                  </a:lnTo>
                  <a:lnTo>
                    <a:pt x="448691" y="319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7">
            <a:extLst>
              <a:ext uri="{FF2B5EF4-FFF2-40B4-BE49-F238E27FC236}">
                <a16:creationId xmlns:a16="http://schemas.microsoft.com/office/drawing/2014/main" id="{B918E648-DACE-7EF1-5A1C-4AF0326A22D0}"/>
              </a:ext>
            </a:extLst>
          </p:cNvPr>
          <p:cNvSpPr txBox="1"/>
          <p:nvPr/>
        </p:nvSpPr>
        <p:spPr>
          <a:xfrm>
            <a:off x="7467092" y="5733084"/>
            <a:ext cx="741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" dirty="0">
                <a:solidFill>
                  <a:srgbClr val="163793"/>
                </a:solidFill>
                <a:latin typeface="Kaiti SC Black"/>
                <a:cs typeface="Kaiti SC Black"/>
              </a:rPr>
              <a:t>接收数据</a:t>
            </a:r>
            <a:endParaRPr sz="1400">
              <a:latin typeface="Kaiti SC Black"/>
              <a:cs typeface="Kaiti SC Black"/>
            </a:endParaRPr>
          </a:p>
        </p:txBody>
      </p:sp>
      <p:graphicFrame>
        <p:nvGraphicFramePr>
          <p:cNvPr id="20" name="object 18">
            <a:extLst>
              <a:ext uri="{FF2B5EF4-FFF2-40B4-BE49-F238E27FC236}">
                <a16:creationId xmlns:a16="http://schemas.microsoft.com/office/drawing/2014/main" id="{764865B2-037E-491D-E384-0014C1270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703316"/>
              </p:ext>
            </p:extLst>
          </p:nvPr>
        </p:nvGraphicFramePr>
        <p:xfrm>
          <a:off x="6260401" y="4821554"/>
          <a:ext cx="2185670" cy="978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1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333CC"/>
                      </a:solidFill>
                      <a:prstDash val="sysDash"/>
                    </a:lnL>
                    <a:lnR w="38100">
                      <a:solidFill>
                        <a:srgbClr val="3333CC"/>
                      </a:solidFill>
                      <a:prstDash val="sysDash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3333C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3333CC"/>
                      </a:solidFill>
                      <a:prstDash val="sysDash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0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3333CC"/>
                      </a:solidFill>
                      <a:prstDash val="sysDash"/>
                    </a:lnL>
                    <a:lnR w="38100">
                      <a:solidFill>
                        <a:srgbClr val="3333CC"/>
                      </a:solidFill>
                      <a:prstDash val="sysDash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200" baseline="-20833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spc="157" baseline="-2083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38100">
                      <a:solidFill>
                        <a:srgbClr val="3333CC"/>
                      </a:solidFill>
                      <a:prstDash val="sysDash"/>
                    </a:lnL>
                    <a:lnR w="28575">
                      <a:solidFill>
                        <a:srgbClr val="3333CC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241300">
                        <a:lnSpc>
                          <a:spcPts val="1415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200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spc="157" baseline="-2083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1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3333CC"/>
                      </a:solidFill>
                      <a:prstDash val="sysDash"/>
                    </a:lnL>
                    <a:lnR w="38100">
                      <a:solidFill>
                        <a:srgbClr val="3333CC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259079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163793"/>
                          </a:solidFill>
                          <a:latin typeface="Kaiti SC Black"/>
                          <a:cs typeface="Kaiti SC Black"/>
                        </a:rPr>
                        <a:t>时隙</a:t>
                      </a:r>
                      <a:r>
                        <a:rPr sz="1400" b="1" spc="-50" dirty="0">
                          <a:solidFill>
                            <a:srgbClr val="16379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3333CC"/>
                      </a:solidFill>
                      <a:prstDash val="sysDash"/>
                    </a:lnL>
                    <a:lnR w="28575">
                      <a:solidFill>
                        <a:srgbClr val="3333CC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28765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400" b="1" dirty="0">
                          <a:solidFill>
                            <a:srgbClr val="163793"/>
                          </a:solidFill>
                          <a:latin typeface="Kaiti SC Black"/>
                          <a:cs typeface="Kaiti SC Black"/>
                        </a:rPr>
                        <a:t>时隙</a:t>
                      </a:r>
                      <a:r>
                        <a:rPr sz="1400" b="1" spc="-50" dirty="0">
                          <a:solidFill>
                            <a:srgbClr val="16379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5250" marB="0">
                    <a:lnL w="28575">
                      <a:solidFill>
                        <a:srgbClr val="3333CC"/>
                      </a:solidFill>
                      <a:prstDash val="sysDash"/>
                    </a:lnL>
                    <a:lnR w="28575">
                      <a:solidFill>
                        <a:srgbClr val="3333CC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8740" marB="0">
                    <a:lnL w="38100">
                      <a:solidFill>
                        <a:srgbClr val="3333CC"/>
                      </a:solidFill>
                      <a:prstDash val="sysDash"/>
                    </a:lnL>
                    <a:lnR w="28575">
                      <a:solidFill>
                        <a:srgbClr val="3333CC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bject 19">
            <a:extLst>
              <a:ext uri="{FF2B5EF4-FFF2-40B4-BE49-F238E27FC236}">
                <a16:creationId xmlns:a16="http://schemas.microsoft.com/office/drawing/2014/main" id="{F3CE1B35-E9D7-26BB-9D5E-758E23701559}"/>
              </a:ext>
            </a:extLst>
          </p:cNvPr>
          <p:cNvSpPr txBox="1"/>
          <p:nvPr/>
        </p:nvSpPr>
        <p:spPr>
          <a:xfrm>
            <a:off x="6423786" y="5751982"/>
            <a:ext cx="7423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" dirty="0">
                <a:solidFill>
                  <a:srgbClr val="163793"/>
                </a:solidFill>
                <a:latin typeface="Kaiti SC Black"/>
                <a:cs typeface="Kaiti SC Black"/>
              </a:rPr>
              <a:t>接收数据</a:t>
            </a:r>
            <a:endParaRPr sz="1400" dirty="0">
              <a:latin typeface="Kaiti SC Black"/>
              <a:cs typeface="Kaiti SC Black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C0CDDCE9-093D-394B-2E5E-7927CD4A27AE}"/>
              </a:ext>
            </a:extLst>
          </p:cNvPr>
          <p:cNvSpPr txBox="1"/>
          <p:nvPr/>
        </p:nvSpPr>
        <p:spPr>
          <a:xfrm>
            <a:off x="102819" y="4925314"/>
            <a:ext cx="795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0000"/>
                </a:solidFill>
                <a:latin typeface="Kaiti SC Black"/>
                <a:cs typeface="Kaiti SC Black"/>
              </a:rPr>
              <a:t>接收端</a:t>
            </a:r>
            <a:endParaRPr sz="2000">
              <a:latin typeface="Kaiti SC Black"/>
              <a:cs typeface="Kaiti SC Black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0DB0B097-7CA7-BF2F-E444-584AA1427B30}"/>
              </a:ext>
            </a:extLst>
          </p:cNvPr>
          <p:cNvSpPr txBox="1"/>
          <p:nvPr/>
        </p:nvSpPr>
        <p:spPr>
          <a:xfrm>
            <a:off x="2398522" y="5692546"/>
            <a:ext cx="4343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163793"/>
                </a:solidFill>
                <a:latin typeface="Kaiti SC Black"/>
                <a:cs typeface="Kaiti SC Black"/>
              </a:rPr>
              <a:t>码片序列</a:t>
            </a:r>
            <a:endParaRPr sz="1600" dirty="0">
              <a:latin typeface="Kaiti SC Black"/>
              <a:cs typeface="Kaiti SC Black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B95ADA64-7B68-C669-FF5A-F57EC703A4BC}"/>
              </a:ext>
            </a:extLst>
          </p:cNvPr>
          <p:cNvSpPr txBox="1"/>
          <p:nvPr/>
        </p:nvSpPr>
        <p:spPr>
          <a:xfrm>
            <a:off x="1420494" y="4898897"/>
            <a:ext cx="946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163793"/>
                </a:solidFill>
                <a:latin typeface="Kaiti SC Black"/>
                <a:cs typeface="Kaiti SC Black"/>
              </a:rPr>
              <a:t>接收信号</a:t>
            </a:r>
            <a:endParaRPr sz="1800">
              <a:latin typeface="Kaiti SC Black"/>
              <a:cs typeface="Kaiti SC Black"/>
            </a:endParaRPr>
          </a:p>
        </p:txBody>
      </p:sp>
      <p:grpSp>
        <p:nvGrpSpPr>
          <p:cNvPr id="25" name="object 23">
            <a:extLst>
              <a:ext uri="{FF2B5EF4-FFF2-40B4-BE49-F238E27FC236}">
                <a16:creationId xmlns:a16="http://schemas.microsoft.com/office/drawing/2014/main" id="{C71E5B2A-0166-6964-AFC9-6BDBB3E71812}"/>
              </a:ext>
            </a:extLst>
          </p:cNvPr>
          <p:cNvGrpSpPr/>
          <p:nvPr/>
        </p:nvGrpSpPr>
        <p:grpSpPr>
          <a:xfrm>
            <a:off x="2522474" y="2250312"/>
            <a:ext cx="5591175" cy="3044190"/>
            <a:chOff x="2522474" y="2250312"/>
            <a:chExt cx="5591175" cy="3044190"/>
          </a:xfrm>
        </p:grpSpPr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79B1EED4-E7E8-B6E6-8FE3-1BA242FD7221}"/>
                </a:ext>
              </a:extLst>
            </p:cNvPr>
            <p:cNvSpPr/>
            <p:nvPr/>
          </p:nvSpPr>
          <p:spPr>
            <a:xfrm>
              <a:off x="5965570" y="5180202"/>
              <a:ext cx="319405" cy="114300"/>
            </a:xfrm>
            <a:custGeom>
              <a:avLst/>
              <a:gdLst/>
              <a:ahLst/>
              <a:cxnLst/>
              <a:rect l="l" t="t" r="r" b="b"/>
              <a:pathLst>
                <a:path w="319404" h="114300">
                  <a:moveTo>
                    <a:pt x="205866" y="0"/>
                  </a:moveTo>
                  <a:lnTo>
                    <a:pt x="205360" y="35052"/>
                  </a:lnTo>
                  <a:lnTo>
                    <a:pt x="205315" y="38188"/>
                  </a:lnTo>
                  <a:lnTo>
                    <a:pt x="224408" y="38481"/>
                  </a:lnTo>
                  <a:lnTo>
                    <a:pt x="223831" y="73152"/>
                  </a:lnTo>
                  <a:lnTo>
                    <a:pt x="223774" y="76581"/>
                  </a:lnTo>
                  <a:lnTo>
                    <a:pt x="204760" y="76581"/>
                  </a:lnTo>
                  <a:lnTo>
                    <a:pt x="204215" y="114300"/>
                  </a:lnTo>
                  <a:lnTo>
                    <a:pt x="282595" y="76581"/>
                  </a:lnTo>
                  <a:lnTo>
                    <a:pt x="223774" y="76581"/>
                  </a:lnTo>
                  <a:lnTo>
                    <a:pt x="204765" y="76289"/>
                  </a:lnTo>
                  <a:lnTo>
                    <a:pt x="283200" y="76289"/>
                  </a:lnTo>
                  <a:lnTo>
                    <a:pt x="319277" y="58928"/>
                  </a:lnTo>
                  <a:lnTo>
                    <a:pt x="205866" y="0"/>
                  </a:lnTo>
                  <a:close/>
                </a:path>
                <a:path w="319404" h="114300">
                  <a:moveTo>
                    <a:pt x="205315" y="38188"/>
                  </a:moveTo>
                  <a:lnTo>
                    <a:pt x="204810" y="73152"/>
                  </a:lnTo>
                  <a:lnTo>
                    <a:pt x="204765" y="76289"/>
                  </a:lnTo>
                  <a:lnTo>
                    <a:pt x="223774" y="76581"/>
                  </a:lnTo>
                  <a:lnTo>
                    <a:pt x="224408" y="38481"/>
                  </a:lnTo>
                  <a:lnTo>
                    <a:pt x="205315" y="38188"/>
                  </a:lnTo>
                  <a:close/>
                </a:path>
                <a:path w="319404" h="114300">
                  <a:moveTo>
                    <a:pt x="507" y="35052"/>
                  </a:moveTo>
                  <a:lnTo>
                    <a:pt x="0" y="73152"/>
                  </a:lnTo>
                  <a:lnTo>
                    <a:pt x="204765" y="76289"/>
                  </a:lnTo>
                  <a:lnTo>
                    <a:pt x="205311" y="38481"/>
                  </a:lnTo>
                  <a:lnTo>
                    <a:pt x="205315" y="38188"/>
                  </a:lnTo>
                  <a:lnTo>
                    <a:pt x="507" y="35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BDD8580E-B9CA-CF99-FC58-76A0AC8DDCA8}"/>
                </a:ext>
              </a:extLst>
            </p:cNvPr>
            <p:cNvSpPr/>
            <p:nvPr/>
          </p:nvSpPr>
          <p:spPr>
            <a:xfrm>
              <a:off x="2522474" y="2250312"/>
              <a:ext cx="5591175" cy="2959100"/>
            </a:xfrm>
            <a:custGeom>
              <a:avLst/>
              <a:gdLst/>
              <a:ahLst/>
              <a:cxnLst/>
              <a:rect l="l" t="t" r="r" b="b"/>
              <a:pathLst>
                <a:path w="5591175" h="2959100">
                  <a:moveTo>
                    <a:pt x="5591175" y="2110613"/>
                  </a:moveTo>
                  <a:lnTo>
                    <a:pt x="5562600" y="2110613"/>
                  </a:lnTo>
                  <a:lnTo>
                    <a:pt x="5562600" y="19050"/>
                  </a:lnTo>
                  <a:lnTo>
                    <a:pt x="5562600" y="9525"/>
                  </a:lnTo>
                  <a:lnTo>
                    <a:pt x="5562600" y="4191"/>
                  </a:lnTo>
                  <a:lnTo>
                    <a:pt x="5558409" y="0"/>
                  </a:lnTo>
                  <a:lnTo>
                    <a:pt x="5143500" y="0"/>
                  </a:lnTo>
                  <a:lnTo>
                    <a:pt x="5143500" y="19050"/>
                  </a:lnTo>
                  <a:lnTo>
                    <a:pt x="5543550" y="19050"/>
                  </a:lnTo>
                  <a:lnTo>
                    <a:pt x="5543550" y="2110613"/>
                  </a:lnTo>
                  <a:lnTo>
                    <a:pt x="5514975" y="2110613"/>
                  </a:lnTo>
                  <a:lnTo>
                    <a:pt x="5548312" y="2177288"/>
                  </a:lnTo>
                  <a:lnTo>
                    <a:pt x="76200" y="2177288"/>
                  </a:lnTo>
                  <a:lnTo>
                    <a:pt x="76200" y="2148713"/>
                  </a:lnTo>
                  <a:lnTo>
                    <a:pt x="0" y="2186813"/>
                  </a:lnTo>
                  <a:lnTo>
                    <a:pt x="889" y="2187257"/>
                  </a:lnTo>
                  <a:lnTo>
                    <a:pt x="889" y="2925826"/>
                  </a:lnTo>
                  <a:lnTo>
                    <a:pt x="5207" y="2930017"/>
                  </a:lnTo>
                  <a:lnTo>
                    <a:pt x="331089" y="2930017"/>
                  </a:lnTo>
                  <a:lnTo>
                    <a:pt x="331089" y="2958592"/>
                  </a:lnTo>
                  <a:lnTo>
                    <a:pt x="388239" y="2930017"/>
                  </a:lnTo>
                  <a:lnTo>
                    <a:pt x="407289" y="2920492"/>
                  </a:lnTo>
                  <a:lnTo>
                    <a:pt x="388239" y="2910967"/>
                  </a:lnTo>
                  <a:lnTo>
                    <a:pt x="331089" y="2882392"/>
                  </a:lnTo>
                  <a:lnTo>
                    <a:pt x="331089" y="2910967"/>
                  </a:lnTo>
                  <a:lnTo>
                    <a:pt x="19939" y="2910967"/>
                  </a:lnTo>
                  <a:lnTo>
                    <a:pt x="19939" y="2196782"/>
                  </a:lnTo>
                  <a:lnTo>
                    <a:pt x="76200" y="2224913"/>
                  </a:lnTo>
                  <a:lnTo>
                    <a:pt x="76200" y="2196338"/>
                  </a:lnTo>
                  <a:lnTo>
                    <a:pt x="5553075" y="2196338"/>
                  </a:lnTo>
                  <a:lnTo>
                    <a:pt x="5553075" y="2186813"/>
                  </a:lnTo>
                  <a:lnTo>
                    <a:pt x="5584825" y="2123313"/>
                  </a:lnTo>
                  <a:lnTo>
                    <a:pt x="5591175" y="211061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2">
            <a:extLst>
              <a:ext uri="{FF2B5EF4-FFF2-40B4-BE49-F238E27FC236}">
                <a16:creationId xmlns:a16="http://schemas.microsoft.com/office/drawing/2014/main" id="{0FE7F859-02A6-0C3B-57E7-369D4BC2737E}"/>
              </a:ext>
            </a:extLst>
          </p:cNvPr>
          <p:cNvGrpSpPr/>
          <p:nvPr/>
        </p:nvGrpSpPr>
        <p:grpSpPr>
          <a:xfrm>
            <a:off x="4698110" y="1569085"/>
            <a:ext cx="423545" cy="868044"/>
            <a:chOff x="4698110" y="1569085"/>
            <a:chExt cx="423545" cy="868044"/>
          </a:xfrm>
        </p:grpSpPr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146AA4B5-ED08-B810-8510-7C8C8558E00E}"/>
                </a:ext>
              </a:extLst>
            </p:cNvPr>
            <p:cNvSpPr/>
            <p:nvPr/>
          </p:nvSpPr>
          <p:spPr>
            <a:xfrm>
              <a:off x="4698110" y="1569085"/>
              <a:ext cx="277495" cy="556260"/>
            </a:xfrm>
            <a:custGeom>
              <a:avLst/>
              <a:gdLst/>
              <a:ahLst/>
              <a:cxnLst/>
              <a:rect l="l" t="t" r="r" b="b"/>
              <a:pathLst>
                <a:path w="277495" h="556260">
                  <a:moveTo>
                    <a:pt x="208228" y="460463"/>
                  </a:moveTo>
                  <a:lnTo>
                    <a:pt x="173736" y="476630"/>
                  </a:lnTo>
                  <a:lnTo>
                    <a:pt x="273938" y="555878"/>
                  </a:lnTo>
                  <a:lnTo>
                    <a:pt x="275960" y="477647"/>
                  </a:lnTo>
                  <a:lnTo>
                    <a:pt x="216280" y="477647"/>
                  </a:lnTo>
                  <a:lnTo>
                    <a:pt x="208228" y="460463"/>
                  </a:lnTo>
                  <a:close/>
                </a:path>
                <a:path w="277495" h="556260">
                  <a:moveTo>
                    <a:pt x="242748" y="444283"/>
                  </a:moveTo>
                  <a:lnTo>
                    <a:pt x="208228" y="460463"/>
                  </a:lnTo>
                  <a:lnTo>
                    <a:pt x="216280" y="477647"/>
                  </a:lnTo>
                  <a:lnTo>
                    <a:pt x="250825" y="461517"/>
                  </a:lnTo>
                  <a:lnTo>
                    <a:pt x="242748" y="444283"/>
                  </a:lnTo>
                  <a:close/>
                </a:path>
                <a:path w="277495" h="556260">
                  <a:moveTo>
                    <a:pt x="277240" y="428116"/>
                  </a:moveTo>
                  <a:lnTo>
                    <a:pt x="242748" y="444283"/>
                  </a:lnTo>
                  <a:lnTo>
                    <a:pt x="250825" y="461517"/>
                  </a:lnTo>
                  <a:lnTo>
                    <a:pt x="216280" y="477647"/>
                  </a:lnTo>
                  <a:lnTo>
                    <a:pt x="275960" y="477647"/>
                  </a:lnTo>
                  <a:lnTo>
                    <a:pt x="277240" y="428116"/>
                  </a:lnTo>
                  <a:close/>
                </a:path>
                <a:path w="277495" h="556260">
                  <a:moveTo>
                    <a:pt x="34543" y="0"/>
                  </a:moveTo>
                  <a:lnTo>
                    <a:pt x="0" y="16128"/>
                  </a:lnTo>
                  <a:lnTo>
                    <a:pt x="208228" y="460463"/>
                  </a:lnTo>
                  <a:lnTo>
                    <a:pt x="242748" y="444283"/>
                  </a:lnTo>
                  <a:lnTo>
                    <a:pt x="345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4">
              <a:extLst>
                <a:ext uri="{FF2B5EF4-FFF2-40B4-BE49-F238E27FC236}">
                  <a16:creationId xmlns:a16="http://schemas.microsoft.com/office/drawing/2014/main" id="{7ADB718F-D23D-747A-ADE3-2954597A9A3E}"/>
                </a:ext>
              </a:extLst>
            </p:cNvPr>
            <p:cNvSpPr/>
            <p:nvPr/>
          </p:nvSpPr>
          <p:spPr>
            <a:xfrm>
              <a:off x="4792725" y="2094103"/>
              <a:ext cx="323850" cy="338455"/>
            </a:xfrm>
            <a:custGeom>
              <a:avLst/>
              <a:gdLst/>
              <a:ahLst/>
              <a:cxnLst/>
              <a:rect l="l" t="t" r="r" b="b"/>
              <a:pathLst>
                <a:path w="323850" h="338455">
                  <a:moveTo>
                    <a:pt x="0" y="169037"/>
                  </a:moveTo>
                  <a:lnTo>
                    <a:pt x="5776" y="124104"/>
                  </a:lnTo>
                  <a:lnTo>
                    <a:pt x="22083" y="83725"/>
                  </a:lnTo>
                  <a:lnTo>
                    <a:pt x="47386" y="49514"/>
                  </a:lnTo>
                  <a:lnTo>
                    <a:pt x="80151" y="23081"/>
                  </a:lnTo>
                  <a:lnTo>
                    <a:pt x="118842" y="6038"/>
                  </a:lnTo>
                  <a:lnTo>
                    <a:pt x="161925" y="0"/>
                  </a:lnTo>
                  <a:lnTo>
                    <a:pt x="204963" y="6038"/>
                  </a:lnTo>
                  <a:lnTo>
                    <a:pt x="243642" y="23081"/>
                  </a:lnTo>
                  <a:lnTo>
                    <a:pt x="276415" y="49514"/>
                  </a:lnTo>
                  <a:lnTo>
                    <a:pt x="301737" y="83725"/>
                  </a:lnTo>
                  <a:lnTo>
                    <a:pt x="318064" y="124104"/>
                  </a:lnTo>
                  <a:lnTo>
                    <a:pt x="323850" y="169037"/>
                  </a:lnTo>
                  <a:lnTo>
                    <a:pt x="318064" y="213960"/>
                  </a:lnTo>
                  <a:lnTo>
                    <a:pt x="301737" y="254315"/>
                  </a:lnTo>
                  <a:lnTo>
                    <a:pt x="276415" y="288496"/>
                  </a:lnTo>
                  <a:lnTo>
                    <a:pt x="243642" y="314898"/>
                  </a:lnTo>
                  <a:lnTo>
                    <a:pt x="204963" y="331917"/>
                  </a:lnTo>
                  <a:lnTo>
                    <a:pt x="161925" y="337947"/>
                  </a:lnTo>
                  <a:lnTo>
                    <a:pt x="118842" y="331917"/>
                  </a:lnTo>
                  <a:lnTo>
                    <a:pt x="80151" y="314898"/>
                  </a:lnTo>
                  <a:lnTo>
                    <a:pt x="47386" y="288496"/>
                  </a:lnTo>
                  <a:lnTo>
                    <a:pt x="22083" y="254315"/>
                  </a:lnTo>
                  <a:lnTo>
                    <a:pt x="5776" y="213960"/>
                  </a:lnTo>
                  <a:lnTo>
                    <a:pt x="0" y="16903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5">
            <a:extLst>
              <a:ext uri="{FF2B5EF4-FFF2-40B4-BE49-F238E27FC236}">
                <a16:creationId xmlns:a16="http://schemas.microsoft.com/office/drawing/2014/main" id="{283C6CAF-810F-06E8-3D35-262744D870A2}"/>
              </a:ext>
            </a:extLst>
          </p:cNvPr>
          <p:cNvSpPr txBox="1"/>
          <p:nvPr/>
        </p:nvSpPr>
        <p:spPr>
          <a:xfrm>
            <a:off x="4853432" y="2023110"/>
            <a:ext cx="233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Arial"/>
                <a:cs typeface="Arial"/>
              </a:rPr>
              <a:t>+</a:t>
            </a:r>
            <a:endParaRPr sz="2800" dirty="0">
              <a:latin typeface="Arial"/>
              <a:cs typeface="Arial"/>
            </a:endParaRPr>
          </a:p>
        </p:txBody>
      </p:sp>
      <p:graphicFrame>
        <p:nvGraphicFramePr>
          <p:cNvPr id="38" name="object 36">
            <a:extLst>
              <a:ext uri="{FF2B5EF4-FFF2-40B4-BE49-F238E27FC236}">
                <a16:creationId xmlns:a16="http://schemas.microsoft.com/office/drawing/2014/main" id="{E38D75F8-5621-B003-5734-6B5ECA301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580377"/>
              </p:ext>
            </p:extLst>
          </p:nvPr>
        </p:nvGraphicFramePr>
        <p:xfrm>
          <a:off x="1742948" y="1303718"/>
          <a:ext cx="2152647" cy="1346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4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2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826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2826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4795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7010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CC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8"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200" baseline="-20833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spc="157" baseline="-2083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010">
                <a:tc gridSpan="8">
                  <a:txBody>
                    <a:bodyPr/>
                    <a:lstStyle/>
                    <a:p>
                      <a:pPr marL="248285">
                        <a:lnSpc>
                          <a:spcPts val="141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200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spc="165" baseline="-2083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3333CC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68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CC"/>
                      </a:solidFill>
                      <a:prstDash val="sysDash"/>
                    </a:lnL>
                    <a:lnR w="12700">
                      <a:solidFill>
                        <a:srgbClr val="3333CC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8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3333CC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333CC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9525">
                      <a:solidFill>
                        <a:srgbClr val="3333CC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3333CC"/>
                      </a:solidFill>
                      <a:prstDash val="sysDash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79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CC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500" spc="-240" baseline="2777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6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500" spc="-240" baseline="2777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6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500" spc="-240" baseline="2777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6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240" baseline="2777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6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333CC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240" baseline="2777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6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240" baseline="2777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6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240" baseline="2777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6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500" spc="-240" baseline="2777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6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ysDash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 gridSpan="8"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solidFill>
                            <a:srgbClr val="163793"/>
                          </a:solidFill>
                          <a:latin typeface="Kaiti SC Black"/>
                          <a:cs typeface="Kaiti SC Black"/>
                        </a:rPr>
                        <a:t>时隙</a:t>
                      </a:r>
                      <a:r>
                        <a:rPr sz="1400" b="1" spc="-50" dirty="0">
                          <a:solidFill>
                            <a:srgbClr val="16379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3333CC"/>
                      </a:solidFill>
                      <a:prstDash val="sysDash"/>
                    </a:lnL>
                    <a:lnR w="12700">
                      <a:solidFill>
                        <a:srgbClr val="3333CC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8"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dirty="0">
                          <a:solidFill>
                            <a:srgbClr val="163793"/>
                          </a:solidFill>
                          <a:latin typeface="Kaiti SC Black"/>
                          <a:cs typeface="Kaiti SC Black"/>
                        </a:rPr>
                        <a:t>时隙</a:t>
                      </a:r>
                      <a:r>
                        <a:rPr sz="1400" b="1" spc="-50" dirty="0">
                          <a:solidFill>
                            <a:srgbClr val="16379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3333CC"/>
                      </a:solidFill>
                      <a:prstDash val="sysDash"/>
                    </a:lnL>
                    <a:lnR w="12700">
                      <a:solidFill>
                        <a:srgbClr val="3333CC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9" name="object 37">
            <a:extLst>
              <a:ext uri="{FF2B5EF4-FFF2-40B4-BE49-F238E27FC236}">
                <a16:creationId xmlns:a16="http://schemas.microsoft.com/office/drawing/2014/main" id="{3AAF4A70-69EB-4CDA-9DD2-EBDCD16BF0A2}"/>
              </a:ext>
            </a:extLst>
          </p:cNvPr>
          <p:cNvGrpSpPr/>
          <p:nvPr/>
        </p:nvGrpSpPr>
        <p:grpSpPr>
          <a:xfrm>
            <a:off x="2817114" y="2432050"/>
            <a:ext cx="2155190" cy="1795780"/>
            <a:chOff x="2817114" y="2432050"/>
            <a:chExt cx="2155190" cy="1795780"/>
          </a:xfrm>
        </p:grpSpPr>
        <p:sp>
          <p:nvSpPr>
            <p:cNvPr id="40" name="object 38">
              <a:extLst>
                <a:ext uri="{FF2B5EF4-FFF2-40B4-BE49-F238E27FC236}">
                  <a16:creationId xmlns:a16="http://schemas.microsoft.com/office/drawing/2014/main" id="{4BE15961-888B-8641-FDFA-9E6AD7222A8E}"/>
                </a:ext>
              </a:extLst>
            </p:cNvPr>
            <p:cNvSpPr/>
            <p:nvPr/>
          </p:nvSpPr>
          <p:spPr>
            <a:xfrm>
              <a:off x="2823464" y="2784475"/>
              <a:ext cx="1083310" cy="1437005"/>
            </a:xfrm>
            <a:custGeom>
              <a:avLst/>
              <a:gdLst/>
              <a:ahLst/>
              <a:cxnLst/>
              <a:rect l="l" t="t" r="r" b="b"/>
              <a:pathLst>
                <a:path w="1083310" h="1437004">
                  <a:moveTo>
                    <a:pt x="0" y="23875"/>
                  </a:moveTo>
                  <a:lnTo>
                    <a:pt x="0" y="1436624"/>
                  </a:lnTo>
                </a:path>
                <a:path w="1083310" h="1437004">
                  <a:moveTo>
                    <a:pt x="1082928" y="0"/>
                  </a:moveTo>
                  <a:lnTo>
                    <a:pt x="1082928" y="1436624"/>
                  </a:lnTo>
                </a:path>
              </a:pathLst>
            </a:custGeom>
            <a:ln w="12700">
              <a:solidFill>
                <a:srgbClr val="3333C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9">
              <a:extLst>
                <a:ext uri="{FF2B5EF4-FFF2-40B4-BE49-F238E27FC236}">
                  <a16:creationId xmlns:a16="http://schemas.microsoft.com/office/drawing/2014/main" id="{2A012553-FE82-AF67-EBF8-153F5301C8E0}"/>
                </a:ext>
              </a:extLst>
            </p:cNvPr>
            <p:cNvSpPr/>
            <p:nvPr/>
          </p:nvSpPr>
          <p:spPr>
            <a:xfrm>
              <a:off x="4301744" y="2828416"/>
              <a:ext cx="419100" cy="424180"/>
            </a:xfrm>
            <a:custGeom>
              <a:avLst/>
              <a:gdLst/>
              <a:ahLst/>
              <a:cxnLst/>
              <a:rect l="l" t="t" r="r" b="b"/>
              <a:pathLst>
                <a:path w="419100" h="424179">
                  <a:moveTo>
                    <a:pt x="0" y="211962"/>
                  </a:moveTo>
                  <a:lnTo>
                    <a:pt x="5536" y="163352"/>
                  </a:lnTo>
                  <a:lnTo>
                    <a:pt x="21304" y="118733"/>
                  </a:lnTo>
                  <a:lnTo>
                    <a:pt x="46046" y="79378"/>
                  </a:lnTo>
                  <a:lnTo>
                    <a:pt x="78501" y="46556"/>
                  </a:lnTo>
                  <a:lnTo>
                    <a:pt x="117410" y="21538"/>
                  </a:lnTo>
                  <a:lnTo>
                    <a:pt x="161512" y="5596"/>
                  </a:lnTo>
                  <a:lnTo>
                    <a:pt x="209550" y="0"/>
                  </a:lnTo>
                  <a:lnTo>
                    <a:pt x="257587" y="5596"/>
                  </a:lnTo>
                  <a:lnTo>
                    <a:pt x="301689" y="21538"/>
                  </a:lnTo>
                  <a:lnTo>
                    <a:pt x="340598" y="46556"/>
                  </a:lnTo>
                  <a:lnTo>
                    <a:pt x="373053" y="79378"/>
                  </a:lnTo>
                  <a:lnTo>
                    <a:pt x="397795" y="118733"/>
                  </a:lnTo>
                  <a:lnTo>
                    <a:pt x="413563" y="163352"/>
                  </a:lnTo>
                  <a:lnTo>
                    <a:pt x="419100" y="211962"/>
                  </a:lnTo>
                  <a:lnTo>
                    <a:pt x="413563" y="260533"/>
                  </a:lnTo>
                  <a:lnTo>
                    <a:pt x="397795" y="305136"/>
                  </a:lnTo>
                  <a:lnTo>
                    <a:pt x="373053" y="344494"/>
                  </a:lnTo>
                  <a:lnTo>
                    <a:pt x="340598" y="377329"/>
                  </a:lnTo>
                  <a:lnTo>
                    <a:pt x="301689" y="402364"/>
                  </a:lnTo>
                  <a:lnTo>
                    <a:pt x="257587" y="418322"/>
                  </a:lnTo>
                  <a:lnTo>
                    <a:pt x="209550" y="423925"/>
                  </a:lnTo>
                  <a:lnTo>
                    <a:pt x="161512" y="418322"/>
                  </a:lnTo>
                  <a:lnTo>
                    <a:pt x="117410" y="402364"/>
                  </a:lnTo>
                  <a:lnTo>
                    <a:pt x="78501" y="377329"/>
                  </a:lnTo>
                  <a:lnTo>
                    <a:pt x="46046" y="344494"/>
                  </a:lnTo>
                  <a:lnTo>
                    <a:pt x="21304" y="305136"/>
                  </a:lnTo>
                  <a:lnTo>
                    <a:pt x="5536" y="260533"/>
                  </a:lnTo>
                  <a:lnTo>
                    <a:pt x="0" y="21196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0">
              <a:extLst>
                <a:ext uri="{FF2B5EF4-FFF2-40B4-BE49-F238E27FC236}">
                  <a16:creationId xmlns:a16="http://schemas.microsoft.com/office/drawing/2014/main" id="{BAA792D4-5758-BE1D-93C8-EC4D2792C2D8}"/>
                </a:ext>
              </a:extLst>
            </p:cNvPr>
            <p:cNvSpPr/>
            <p:nvPr/>
          </p:nvSpPr>
          <p:spPr>
            <a:xfrm>
              <a:off x="3935603" y="2432049"/>
              <a:ext cx="1036319" cy="1238885"/>
            </a:xfrm>
            <a:custGeom>
              <a:avLst/>
              <a:gdLst/>
              <a:ahLst/>
              <a:cxnLst/>
              <a:rect l="l" t="t" r="r" b="b"/>
              <a:pathLst>
                <a:path w="1036320" h="1238885">
                  <a:moveTo>
                    <a:pt x="296138" y="582549"/>
                  </a:moveTo>
                  <a:lnTo>
                    <a:pt x="237236" y="582549"/>
                  </a:lnTo>
                  <a:lnTo>
                    <a:pt x="218224" y="582549"/>
                  </a:lnTo>
                  <a:lnTo>
                    <a:pt x="217678" y="620395"/>
                  </a:lnTo>
                  <a:lnTo>
                    <a:pt x="296138" y="582549"/>
                  </a:lnTo>
                  <a:close/>
                </a:path>
                <a:path w="1036320" h="1238885">
                  <a:moveTo>
                    <a:pt x="332740" y="564896"/>
                  </a:moveTo>
                  <a:lnTo>
                    <a:pt x="219329" y="506095"/>
                  </a:lnTo>
                  <a:lnTo>
                    <a:pt x="218821" y="541147"/>
                  </a:lnTo>
                  <a:lnTo>
                    <a:pt x="218770" y="544169"/>
                  </a:lnTo>
                  <a:lnTo>
                    <a:pt x="13970" y="541147"/>
                  </a:lnTo>
                  <a:lnTo>
                    <a:pt x="13462" y="579247"/>
                  </a:lnTo>
                  <a:lnTo>
                    <a:pt x="218224" y="582269"/>
                  </a:lnTo>
                  <a:lnTo>
                    <a:pt x="237236" y="582269"/>
                  </a:lnTo>
                  <a:lnTo>
                    <a:pt x="296722" y="582269"/>
                  </a:lnTo>
                  <a:lnTo>
                    <a:pt x="332740" y="564896"/>
                  </a:lnTo>
                  <a:close/>
                </a:path>
                <a:path w="1036320" h="1238885">
                  <a:moveTo>
                    <a:pt x="431165" y="791718"/>
                  </a:moveTo>
                  <a:lnTo>
                    <a:pt x="310769" y="834390"/>
                  </a:lnTo>
                  <a:lnTo>
                    <a:pt x="338226" y="860793"/>
                  </a:lnTo>
                  <a:lnTo>
                    <a:pt x="0" y="1212469"/>
                  </a:lnTo>
                  <a:lnTo>
                    <a:pt x="27432" y="1238885"/>
                  </a:lnTo>
                  <a:lnTo>
                    <a:pt x="365734" y="887260"/>
                  </a:lnTo>
                  <a:lnTo>
                    <a:pt x="393192" y="913638"/>
                  </a:lnTo>
                  <a:lnTo>
                    <a:pt x="413918" y="847090"/>
                  </a:lnTo>
                  <a:lnTo>
                    <a:pt x="431165" y="791718"/>
                  </a:lnTo>
                  <a:close/>
                </a:path>
                <a:path w="1036320" h="1238885">
                  <a:moveTo>
                    <a:pt x="1036320" y="127762"/>
                  </a:moveTo>
                  <a:lnTo>
                    <a:pt x="1036193" y="110972"/>
                  </a:lnTo>
                  <a:lnTo>
                    <a:pt x="1036078" y="93853"/>
                  </a:lnTo>
                  <a:lnTo>
                    <a:pt x="1035964" y="77089"/>
                  </a:lnTo>
                  <a:lnTo>
                    <a:pt x="1035431" y="0"/>
                  </a:lnTo>
                  <a:lnTo>
                    <a:pt x="933704" y="77343"/>
                  </a:lnTo>
                  <a:lnTo>
                    <a:pt x="967854" y="94132"/>
                  </a:lnTo>
                  <a:lnTo>
                    <a:pt x="752602" y="531622"/>
                  </a:lnTo>
                  <a:lnTo>
                    <a:pt x="786892" y="548513"/>
                  </a:lnTo>
                  <a:lnTo>
                    <a:pt x="1002118" y="110972"/>
                  </a:lnTo>
                  <a:lnTo>
                    <a:pt x="1036320" y="127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3" name="object 41">
            <a:extLst>
              <a:ext uri="{FF2B5EF4-FFF2-40B4-BE49-F238E27FC236}">
                <a16:creationId xmlns:a16="http://schemas.microsoft.com/office/drawing/2014/main" id="{66E5ACEA-50B3-4CB7-28D8-0B2A7CED6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579057"/>
              </p:ext>
            </p:extLst>
          </p:nvPr>
        </p:nvGraphicFramePr>
        <p:xfrm>
          <a:off x="1742948" y="2864485"/>
          <a:ext cx="2157725" cy="1344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8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8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16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76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289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3144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428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3779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13995">
                <a:tc gridSpan="8"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200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spc="157" baseline="-2083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=1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8">
                  <a:txBody>
                    <a:bodyPr/>
                    <a:lstStyle/>
                    <a:p>
                      <a:pPr marL="3683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200" baseline="-20833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spc="157" baseline="-2083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CC"/>
                      </a:solidFill>
                      <a:prstDash val="sysDash"/>
                    </a:lnL>
                    <a:lnR w="12700">
                      <a:solidFill>
                        <a:srgbClr val="3333CC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CC"/>
                      </a:solidFill>
                      <a:prstDash val="sysDash"/>
                    </a:lnL>
                    <a:lnR w="12700">
                      <a:solidFill>
                        <a:srgbClr val="3333CC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9525">
                      <a:solidFill>
                        <a:srgbClr val="3333CC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9525">
                      <a:solidFill>
                        <a:srgbClr val="3333CC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CC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spc="-16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500" spc="-292" baseline="2777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3333CC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CC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000" spc="-16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500" spc="-292" baseline="2777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3333CC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 gridSpan="8"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b="1" dirty="0">
                          <a:solidFill>
                            <a:srgbClr val="163793"/>
                          </a:solidFill>
                          <a:latin typeface="Kaiti SC Black"/>
                          <a:cs typeface="Kaiti SC Black"/>
                        </a:rPr>
                        <a:t>时隙</a:t>
                      </a:r>
                      <a:r>
                        <a:rPr sz="1400" b="1" spc="-50" dirty="0">
                          <a:solidFill>
                            <a:srgbClr val="16379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3333CC"/>
                      </a:solidFill>
                      <a:prstDash val="sysDash"/>
                    </a:lnL>
                    <a:lnR w="12700">
                      <a:solidFill>
                        <a:srgbClr val="3333CC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8">
                  <a:txBody>
                    <a:bodyPr/>
                    <a:lstStyle/>
                    <a:p>
                      <a:pPr marL="30607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400" b="1" dirty="0">
                          <a:solidFill>
                            <a:srgbClr val="163793"/>
                          </a:solidFill>
                          <a:latin typeface="Kaiti SC Black"/>
                          <a:cs typeface="Kaiti SC Black"/>
                        </a:rPr>
                        <a:t>时隙</a:t>
                      </a:r>
                      <a:r>
                        <a:rPr sz="1400" b="1" spc="-50" dirty="0">
                          <a:solidFill>
                            <a:srgbClr val="16379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3333CC"/>
                      </a:solidFill>
                      <a:prstDash val="sysDash"/>
                    </a:lnL>
                    <a:lnR w="12700">
                      <a:solidFill>
                        <a:srgbClr val="3333CC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4" name="object 42">
            <a:extLst>
              <a:ext uri="{FF2B5EF4-FFF2-40B4-BE49-F238E27FC236}">
                <a16:creationId xmlns:a16="http://schemas.microsoft.com/office/drawing/2014/main" id="{25DC8A2B-5A63-07A4-F3E4-7545C8F92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665749"/>
              </p:ext>
            </p:extLst>
          </p:nvPr>
        </p:nvGraphicFramePr>
        <p:xfrm>
          <a:off x="5432425" y="1818398"/>
          <a:ext cx="2192649" cy="1433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9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28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9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50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14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14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464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053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333CC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238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163793"/>
                      </a:solidFill>
                      <a:prstDash val="sysDash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11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28575">
                      <a:solidFill>
                        <a:srgbClr val="163793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1000" spc="-50" dirty="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3333CC"/>
                      </a:solidFill>
                      <a:prstDash val="sysDash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333CC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000" spc="-13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163793"/>
                      </a:solidFill>
                      <a:prstDash val="sysDash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63793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7145">
                        <a:lnSpc>
                          <a:spcPct val="100000"/>
                        </a:lnSpc>
                      </a:pPr>
                      <a:r>
                        <a:rPr sz="1000" spc="-13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3333CC"/>
                      </a:solidFill>
                      <a:prstDash val="sysDash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405">
                <a:tc gridSpan="6">
                  <a:txBody>
                    <a:bodyPr/>
                    <a:lstStyle/>
                    <a:p>
                      <a:pPr marL="180975" marR="170815" indent="12763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400" b="1" dirty="0">
                          <a:solidFill>
                            <a:srgbClr val="163793"/>
                          </a:solidFill>
                          <a:latin typeface="Kaiti SC Black"/>
                          <a:cs typeface="Kaiti SC Black"/>
                        </a:rPr>
                        <a:t>时隙</a:t>
                      </a:r>
                      <a:r>
                        <a:rPr sz="1400" b="1" spc="-50" dirty="0">
                          <a:solidFill>
                            <a:srgbClr val="163793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400" b="1" spc="-15" dirty="0">
                          <a:solidFill>
                            <a:srgbClr val="163793"/>
                          </a:solidFill>
                          <a:latin typeface="Kaiti SC Black"/>
                          <a:cs typeface="Kaiti SC Black"/>
                        </a:rPr>
                        <a:t>信道输出</a:t>
                      </a:r>
                      <a:endParaRPr sz="1400">
                        <a:latin typeface="Kaiti SC Black"/>
                        <a:cs typeface="Kaiti SC Black"/>
                      </a:endParaRPr>
                    </a:p>
                  </a:txBody>
                  <a:tcPr marL="0" marR="0" marT="132080" marB="0">
                    <a:lnL w="28575">
                      <a:solidFill>
                        <a:srgbClr val="3333CC"/>
                      </a:solidFill>
                      <a:prstDash val="sysDash"/>
                    </a:lnL>
                    <a:lnR w="12700">
                      <a:solidFill>
                        <a:srgbClr val="163793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217170" marR="170180" indent="12763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400" b="1" dirty="0">
                          <a:solidFill>
                            <a:srgbClr val="163793"/>
                          </a:solidFill>
                          <a:latin typeface="Kaiti SC Black"/>
                          <a:cs typeface="Kaiti SC Black"/>
                        </a:rPr>
                        <a:t>时隙</a:t>
                      </a:r>
                      <a:r>
                        <a:rPr sz="1400" b="1" spc="-50" dirty="0">
                          <a:solidFill>
                            <a:srgbClr val="163793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400" b="1" spc="-15" dirty="0">
                          <a:solidFill>
                            <a:srgbClr val="163793"/>
                          </a:solidFill>
                          <a:latin typeface="Kaiti SC Black"/>
                          <a:cs typeface="Kaiti SC Black"/>
                        </a:rPr>
                        <a:t>信道输出</a:t>
                      </a:r>
                      <a:endParaRPr sz="1400" dirty="0">
                        <a:latin typeface="Kaiti SC Black"/>
                        <a:cs typeface="Kaiti SC Black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163793"/>
                      </a:solidFill>
                      <a:prstDash val="sysDash"/>
                    </a:lnL>
                    <a:lnR w="19050">
                      <a:solidFill>
                        <a:srgbClr val="3333CC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" name="object 43">
            <a:extLst>
              <a:ext uri="{FF2B5EF4-FFF2-40B4-BE49-F238E27FC236}">
                <a16:creationId xmlns:a16="http://schemas.microsoft.com/office/drawing/2014/main" id="{E3F5ADE5-6351-7652-0D31-6B00C7CAA0FF}"/>
              </a:ext>
            </a:extLst>
          </p:cNvPr>
          <p:cNvSpPr txBox="1"/>
          <p:nvPr/>
        </p:nvSpPr>
        <p:spPr>
          <a:xfrm>
            <a:off x="1194612" y="2814573"/>
            <a:ext cx="434340" cy="108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163793"/>
                </a:solidFill>
                <a:latin typeface="Kaiti SC Black"/>
                <a:cs typeface="Kaiti SC Black"/>
              </a:rPr>
              <a:t>数据序列</a:t>
            </a:r>
            <a:endParaRPr sz="1600">
              <a:latin typeface="Kaiti SC Black"/>
              <a:cs typeface="Kaiti SC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sz="1600" b="1" spc="-30" dirty="0">
                <a:solidFill>
                  <a:srgbClr val="163793"/>
                </a:solidFill>
                <a:latin typeface="Kaiti SC Black"/>
                <a:cs typeface="Kaiti SC Black"/>
              </a:rPr>
              <a:t>码片序列</a:t>
            </a:r>
            <a:endParaRPr sz="1600">
              <a:latin typeface="Kaiti SC Black"/>
              <a:cs typeface="Kaiti SC Black"/>
            </a:endParaRP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4755EA79-3C81-2AE8-0B07-BC8A73C6915A}"/>
              </a:ext>
            </a:extLst>
          </p:cNvPr>
          <p:cNvSpPr txBox="1"/>
          <p:nvPr/>
        </p:nvSpPr>
        <p:spPr>
          <a:xfrm>
            <a:off x="2972212" y="5729122"/>
            <a:ext cx="1212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7" name="object 45">
            <a:extLst>
              <a:ext uri="{FF2B5EF4-FFF2-40B4-BE49-F238E27FC236}">
                <a16:creationId xmlns:a16="http://schemas.microsoft.com/office/drawing/2014/main" id="{E28FF156-09C9-F911-BA79-40205C13ABF3}"/>
              </a:ext>
            </a:extLst>
          </p:cNvPr>
          <p:cNvGrpSpPr/>
          <p:nvPr/>
        </p:nvGrpSpPr>
        <p:grpSpPr>
          <a:xfrm>
            <a:off x="2957512" y="5701080"/>
            <a:ext cx="1085850" cy="471805"/>
            <a:chOff x="2957512" y="5701080"/>
            <a:chExt cx="1085850" cy="471805"/>
          </a:xfrm>
        </p:grpSpPr>
        <p:sp>
          <p:nvSpPr>
            <p:cNvPr id="48" name="object 46">
              <a:extLst>
                <a:ext uri="{FF2B5EF4-FFF2-40B4-BE49-F238E27FC236}">
                  <a16:creationId xmlns:a16="http://schemas.microsoft.com/office/drawing/2014/main" id="{A7F4385D-1784-1E54-7F0C-115244705246}"/>
                </a:ext>
              </a:extLst>
            </p:cNvPr>
            <p:cNvSpPr/>
            <p:nvPr/>
          </p:nvSpPr>
          <p:spPr>
            <a:xfrm>
              <a:off x="2962275" y="5705843"/>
              <a:ext cx="1076325" cy="462280"/>
            </a:xfrm>
            <a:custGeom>
              <a:avLst/>
              <a:gdLst/>
              <a:ahLst/>
              <a:cxnLst/>
              <a:rect l="l" t="t" r="r" b="b"/>
              <a:pathLst>
                <a:path w="1076325" h="462279">
                  <a:moveTo>
                    <a:pt x="0" y="233362"/>
                  </a:moveTo>
                  <a:lnTo>
                    <a:pt x="409575" y="233362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33362"/>
                  </a:lnTo>
                  <a:close/>
                </a:path>
                <a:path w="1076325" h="462279">
                  <a:moveTo>
                    <a:pt x="666750" y="461962"/>
                  </a:moveTo>
                  <a:lnTo>
                    <a:pt x="1076325" y="461962"/>
                  </a:lnTo>
                  <a:lnTo>
                    <a:pt x="1076325" y="233362"/>
                  </a:lnTo>
                  <a:lnTo>
                    <a:pt x="666750" y="233362"/>
                  </a:lnTo>
                  <a:lnTo>
                    <a:pt x="666750" y="46196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7">
              <a:extLst>
                <a:ext uri="{FF2B5EF4-FFF2-40B4-BE49-F238E27FC236}">
                  <a16:creationId xmlns:a16="http://schemas.microsoft.com/office/drawing/2014/main" id="{DEDBACD0-8727-0FBE-0AB4-453858540233}"/>
                </a:ext>
              </a:extLst>
            </p:cNvPr>
            <p:cNvSpPr/>
            <p:nvPr/>
          </p:nvSpPr>
          <p:spPr>
            <a:xfrm>
              <a:off x="3762375" y="5943968"/>
              <a:ext cx="133350" cy="224154"/>
            </a:xfrm>
            <a:custGeom>
              <a:avLst/>
              <a:gdLst/>
              <a:ahLst/>
              <a:cxnLst/>
              <a:rect l="l" t="t" r="r" b="b"/>
              <a:pathLst>
                <a:path w="133350" h="224154">
                  <a:moveTo>
                    <a:pt x="133350" y="0"/>
                  </a:moveTo>
                  <a:lnTo>
                    <a:pt x="133350" y="219075"/>
                  </a:lnTo>
                </a:path>
                <a:path w="133350" h="224154">
                  <a:moveTo>
                    <a:pt x="0" y="4762"/>
                  </a:moveTo>
                  <a:lnTo>
                    <a:pt x="0" y="22383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48">
            <a:extLst>
              <a:ext uri="{FF2B5EF4-FFF2-40B4-BE49-F238E27FC236}">
                <a16:creationId xmlns:a16="http://schemas.microsoft.com/office/drawing/2014/main" id="{5508E371-CAAD-4711-577B-E008C7953FA9}"/>
              </a:ext>
            </a:extLst>
          </p:cNvPr>
          <p:cNvSpPr txBox="1"/>
          <p:nvPr/>
        </p:nvSpPr>
        <p:spPr>
          <a:xfrm>
            <a:off x="3098228" y="5705247"/>
            <a:ext cx="131445" cy="2343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80"/>
              </a:spcBef>
            </a:pPr>
            <a:r>
              <a:rPr sz="1000" spc="-5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51" name="object 49">
            <a:extLst>
              <a:ext uri="{FF2B5EF4-FFF2-40B4-BE49-F238E27FC236}">
                <a16:creationId xmlns:a16="http://schemas.microsoft.com/office/drawing/2014/main" id="{0AAD08D6-298E-1161-C5F9-7EEE8FD660BC}"/>
              </a:ext>
            </a:extLst>
          </p:cNvPr>
          <p:cNvSpPr txBox="1"/>
          <p:nvPr/>
        </p:nvSpPr>
        <p:spPr>
          <a:xfrm>
            <a:off x="3229197" y="5705247"/>
            <a:ext cx="154305" cy="2343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280"/>
              </a:spcBef>
            </a:pPr>
            <a:r>
              <a:rPr sz="1000" spc="-5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" name="object 50">
            <a:extLst>
              <a:ext uri="{FF2B5EF4-FFF2-40B4-BE49-F238E27FC236}">
                <a16:creationId xmlns:a16="http://schemas.microsoft.com/office/drawing/2014/main" id="{B081F2D3-F0D0-C524-2221-DEA89F819AE9}"/>
              </a:ext>
            </a:extLst>
          </p:cNvPr>
          <p:cNvSpPr txBox="1"/>
          <p:nvPr/>
        </p:nvSpPr>
        <p:spPr>
          <a:xfrm>
            <a:off x="3511946" y="5705247"/>
            <a:ext cx="117475" cy="2343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360"/>
              </a:spcBef>
            </a:pPr>
            <a:r>
              <a:rPr sz="1000" spc="-5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357FEB18-B9B3-7626-C015-02C95AE7F996}"/>
              </a:ext>
            </a:extLst>
          </p:cNvPr>
          <p:cNvSpPr txBox="1"/>
          <p:nvPr/>
        </p:nvSpPr>
        <p:spPr>
          <a:xfrm>
            <a:off x="3383343" y="5939205"/>
            <a:ext cx="128905" cy="234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6985">
              <a:lnSpc>
                <a:spcPct val="100000"/>
              </a:lnSpc>
              <a:spcBef>
                <a:spcPts val="355"/>
              </a:spcBef>
            </a:pPr>
            <a:r>
              <a:rPr sz="1500" spc="-240" baseline="2777" dirty="0">
                <a:latin typeface="Arial"/>
                <a:cs typeface="Arial"/>
              </a:rPr>
              <a:t>-</a:t>
            </a:r>
            <a:r>
              <a:rPr sz="1000" spc="-6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0C9BF093-924D-B67D-5A5A-ECEE0B1E00DF}"/>
              </a:ext>
            </a:extLst>
          </p:cNvPr>
          <p:cNvSpPr txBox="1"/>
          <p:nvPr/>
        </p:nvSpPr>
        <p:spPr>
          <a:xfrm>
            <a:off x="3640073" y="5972047"/>
            <a:ext cx="3771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40" baseline="2777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500" spc="-240" baseline="2777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500" spc="-240" baseline="2777" dirty="0">
                <a:latin typeface="Arial"/>
                <a:cs typeface="Arial"/>
              </a:rPr>
              <a:t>-</a:t>
            </a:r>
            <a:r>
              <a:rPr sz="1500" spc="-75" baseline="2777" dirty="0">
                <a:latin typeface="Arial"/>
                <a:cs typeface="Arial"/>
              </a:rPr>
              <a:t>1</a:t>
            </a:r>
            <a:endParaRPr sz="1500" baseline="2777">
              <a:latin typeface="Arial"/>
              <a:cs typeface="Arial"/>
            </a:endParaRPr>
          </a:p>
        </p:txBody>
      </p:sp>
      <p:sp>
        <p:nvSpPr>
          <p:cNvPr id="55" name="object 53">
            <a:extLst>
              <a:ext uri="{FF2B5EF4-FFF2-40B4-BE49-F238E27FC236}">
                <a16:creationId xmlns:a16="http://schemas.microsoft.com/office/drawing/2014/main" id="{0A0B0F9E-C074-9C8F-52B4-8BDF57BF02A2}"/>
              </a:ext>
            </a:extLst>
          </p:cNvPr>
          <p:cNvSpPr txBox="1"/>
          <p:nvPr/>
        </p:nvSpPr>
        <p:spPr>
          <a:xfrm>
            <a:off x="3383343" y="4727635"/>
            <a:ext cx="128905" cy="431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100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1000" spc="-5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4">
            <a:extLst>
              <a:ext uri="{FF2B5EF4-FFF2-40B4-BE49-F238E27FC236}">
                <a16:creationId xmlns:a16="http://schemas.microsoft.com/office/drawing/2014/main" id="{7A46571C-F22E-240E-4C4E-6BEF8A60EB30}"/>
              </a:ext>
            </a:extLst>
          </p:cNvPr>
          <p:cNvSpPr txBox="1"/>
          <p:nvPr/>
        </p:nvSpPr>
        <p:spPr>
          <a:xfrm>
            <a:off x="3098228" y="5159121"/>
            <a:ext cx="131445" cy="42925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</a:pPr>
            <a:r>
              <a:rPr sz="1000" spc="-130" dirty="0">
                <a:latin typeface="Arial"/>
                <a:cs typeface="Arial"/>
              </a:rPr>
              <a:t>-</a:t>
            </a:r>
            <a:r>
              <a:rPr sz="1000" spc="-5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7" name="object 55">
            <a:extLst>
              <a:ext uri="{FF2B5EF4-FFF2-40B4-BE49-F238E27FC236}">
                <a16:creationId xmlns:a16="http://schemas.microsoft.com/office/drawing/2014/main" id="{47F34426-3350-BC6C-C00B-45AD3AF51A25}"/>
              </a:ext>
            </a:extLst>
          </p:cNvPr>
          <p:cNvGrpSpPr/>
          <p:nvPr/>
        </p:nvGrpSpPr>
        <p:grpSpPr>
          <a:xfrm>
            <a:off x="3771963" y="4721745"/>
            <a:ext cx="1348105" cy="1460500"/>
            <a:chOff x="3771963" y="4721745"/>
            <a:chExt cx="1348105" cy="1460500"/>
          </a:xfrm>
        </p:grpSpPr>
        <p:sp>
          <p:nvSpPr>
            <p:cNvPr id="58" name="object 56">
              <a:extLst>
                <a:ext uri="{FF2B5EF4-FFF2-40B4-BE49-F238E27FC236}">
                  <a16:creationId xmlns:a16="http://schemas.microsoft.com/office/drawing/2014/main" id="{FC9EBEAC-834F-4644-08ED-4A9AD2F8F674}"/>
                </a:ext>
              </a:extLst>
            </p:cNvPr>
            <p:cNvSpPr/>
            <p:nvPr/>
          </p:nvSpPr>
          <p:spPr>
            <a:xfrm>
              <a:off x="3776726" y="4726508"/>
              <a:ext cx="671830" cy="1222375"/>
            </a:xfrm>
            <a:custGeom>
              <a:avLst/>
              <a:gdLst/>
              <a:ahLst/>
              <a:cxnLst/>
              <a:rect l="l" t="t" r="r" b="b"/>
              <a:pathLst>
                <a:path w="671829" h="1222375">
                  <a:moveTo>
                    <a:pt x="133350" y="430453"/>
                  </a:moveTo>
                  <a:lnTo>
                    <a:pt x="261937" y="430453"/>
                  </a:lnTo>
                  <a:lnTo>
                    <a:pt x="261937" y="0"/>
                  </a:lnTo>
                  <a:lnTo>
                    <a:pt x="133350" y="0"/>
                  </a:lnTo>
                  <a:lnTo>
                    <a:pt x="133350" y="430453"/>
                  </a:lnTo>
                  <a:close/>
                </a:path>
                <a:path w="671829" h="1222375">
                  <a:moveTo>
                    <a:pt x="0" y="432866"/>
                  </a:moveTo>
                  <a:lnTo>
                    <a:pt x="128587" y="432866"/>
                  </a:lnTo>
                  <a:lnTo>
                    <a:pt x="128587" y="2412"/>
                  </a:lnTo>
                  <a:lnTo>
                    <a:pt x="0" y="2412"/>
                  </a:lnTo>
                  <a:lnTo>
                    <a:pt x="0" y="432866"/>
                  </a:lnTo>
                  <a:close/>
                </a:path>
                <a:path w="671829" h="1222375">
                  <a:moveTo>
                    <a:pt x="261874" y="1222222"/>
                  </a:moveTo>
                  <a:lnTo>
                    <a:pt x="671449" y="1222222"/>
                  </a:lnTo>
                  <a:lnTo>
                    <a:pt x="671449" y="988860"/>
                  </a:lnTo>
                  <a:lnTo>
                    <a:pt x="261874" y="988860"/>
                  </a:lnTo>
                  <a:lnTo>
                    <a:pt x="261874" y="122222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7">
              <a:extLst>
                <a:ext uri="{FF2B5EF4-FFF2-40B4-BE49-F238E27FC236}">
                  <a16:creationId xmlns:a16="http://schemas.microsoft.com/office/drawing/2014/main" id="{83AACF94-3DC1-7F36-8B5C-078700E1E8F8}"/>
                </a:ext>
              </a:extLst>
            </p:cNvPr>
            <p:cNvSpPr/>
            <p:nvPr/>
          </p:nvSpPr>
          <p:spPr>
            <a:xfrm>
              <a:off x="4171950" y="5720232"/>
              <a:ext cx="133350" cy="228600"/>
            </a:xfrm>
            <a:custGeom>
              <a:avLst/>
              <a:gdLst/>
              <a:ahLst/>
              <a:cxnLst/>
              <a:rect l="l" t="t" r="r" b="b"/>
              <a:pathLst>
                <a:path w="133350" h="228600">
                  <a:moveTo>
                    <a:pt x="133350" y="0"/>
                  </a:moveTo>
                  <a:lnTo>
                    <a:pt x="133350" y="223646"/>
                  </a:lnTo>
                </a:path>
                <a:path w="133350" h="228600">
                  <a:moveTo>
                    <a:pt x="0" y="4864"/>
                  </a:moveTo>
                  <a:lnTo>
                    <a:pt x="0" y="2284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58">
              <a:extLst>
                <a:ext uri="{FF2B5EF4-FFF2-40B4-BE49-F238E27FC236}">
                  <a16:creationId xmlns:a16="http://schemas.microsoft.com/office/drawing/2014/main" id="{099D481E-3452-49CE-F04D-151200BCF100}"/>
                </a:ext>
              </a:extLst>
            </p:cNvPr>
            <p:cNvSpPr/>
            <p:nvPr/>
          </p:nvSpPr>
          <p:spPr>
            <a:xfrm>
              <a:off x="4705350" y="5948730"/>
              <a:ext cx="409575" cy="228600"/>
            </a:xfrm>
            <a:custGeom>
              <a:avLst/>
              <a:gdLst/>
              <a:ahLst/>
              <a:cxnLst/>
              <a:rect l="l" t="t" r="r" b="b"/>
              <a:pathLst>
                <a:path w="409575" h="228600">
                  <a:moveTo>
                    <a:pt x="0" y="228600"/>
                  </a:moveTo>
                  <a:lnTo>
                    <a:pt x="409575" y="22860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59">
              <a:extLst>
                <a:ext uri="{FF2B5EF4-FFF2-40B4-BE49-F238E27FC236}">
                  <a16:creationId xmlns:a16="http://schemas.microsoft.com/office/drawing/2014/main" id="{DDBA8A83-CE5C-3CA1-3AF0-7646B4C73010}"/>
                </a:ext>
              </a:extLst>
            </p:cNvPr>
            <p:cNvSpPr/>
            <p:nvPr/>
          </p:nvSpPr>
          <p:spPr>
            <a:xfrm>
              <a:off x="4838700" y="5953493"/>
              <a:ext cx="133350" cy="224154"/>
            </a:xfrm>
            <a:custGeom>
              <a:avLst/>
              <a:gdLst/>
              <a:ahLst/>
              <a:cxnLst/>
              <a:rect l="l" t="t" r="r" b="b"/>
              <a:pathLst>
                <a:path w="133350" h="224154">
                  <a:moveTo>
                    <a:pt x="133350" y="0"/>
                  </a:moveTo>
                  <a:lnTo>
                    <a:pt x="133350" y="219075"/>
                  </a:lnTo>
                </a:path>
                <a:path w="133350" h="224154">
                  <a:moveTo>
                    <a:pt x="0" y="4762"/>
                  </a:moveTo>
                  <a:lnTo>
                    <a:pt x="0" y="22383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0">
              <a:extLst>
                <a:ext uri="{FF2B5EF4-FFF2-40B4-BE49-F238E27FC236}">
                  <a16:creationId xmlns:a16="http://schemas.microsoft.com/office/drawing/2014/main" id="{7CAE307F-A9D4-3F80-E242-39ED110A80C9}"/>
                </a:ext>
              </a:extLst>
            </p:cNvPr>
            <p:cNvSpPr/>
            <p:nvPr/>
          </p:nvSpPr>
          <p:spPr>
            <a:xfrm>
              <a:off x="4448175" y="5710605"/>
              <a:ext cx="257810" cy="466725"/>
            </a:xfrm>
            <a:custGeom>
              <a:avLst/>
              <a:gdLst/>
              <a:ahLst/>
              <a:cxnLst/>
              <a:rect l="l" t="t" r="r" b="b"/>
              <a:pathLst>
                <a:path w="257810" h="466725">
                  <a:moveTo>
                    <a:pt x="0" y="466725"/>
                  </a:moveTo>
                  <a:lnTo>
                    <a:pt x="128587" y="466725"/>
                  </a:lnTo>
                  <a:lnTo>
                    <a:pt x="128587" y="238125"/>
                  </a:lnTo>
                  <a:lnTo>
                    <a:pt x="0" y="238125"/>
                  </a:lnTo>
                  <a:lnTo>
                    <a:pt x="0" y="466725"/>
                  </a:lnTo>
                  <a:close/>
                </a:path>
                <a:path w="257810" h="466725">
                  <a:moveTo>
                    <a:pt x="128650" y="238125"/>
                  </a:moveTo>
                  <a:lnTo>
                    <a:pt x="257238" y="238125"/>
                  </a:lnTo>
                  <a:lnTo>
                    <a:pt x="257238" y="0"/>
                  </a:lnTo>
                  <a:lnTo>
                    <a:pt x="128650" y="0"/>
                  </a:lnTo>
                  <a:lnTo>
                    <a:pt x="128650" y="238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1">
            <a:extLst>
              <a:ext uri="{FF2B5EF4-FFF2-40B4-BE49-F238E27FC236}">
                <a16:creationId xmlns:a16="http://schemas.microsoft.com/office/drawing/2014/main" id="{101E8E2A-E986-E56C-232B-3A042F7F4615}"/>
              </a:ext>
            </a:extLst>
          </p:cNvPr>
          <p:cNvSpPr txBox="1"/>
          <p:nvPr/>
        </p:nvSpPr>
        <p:spPr>
          <a:xfrm>
            <a:off x="4054602" y="5738876"/>
            <a:ext cx="3575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1</a:t>
            </a:r>
            <a:r>
              <a:rPr sz="1000" spc="1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25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149E0F58-49F0-2801-3E14-6C6AB5BF26ED}"/>
              </a:ext>
            </a:extLst>
          </p:cNvPr>
          <p:cNvSpPr txBox="1"/>
          <p:nvPr/>
        </p:nvSpPr>
        <p:spPr>
          <a:xfrm>
            <a:off x="4584049" y="5748324"/>
            <a:ext cx="1206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741EB680-76C9-C554-A1E2-5A997BB3FF66}"/>
              </a:ext>
            </a:extLst>
          </p:cNvPr>
          <p:cNvSpPr txBox="1"/>
          <p:nvPr/>
        </p:nvSpPr>
        <p:spPr>
          <a:xfrm>
            <a:off x="4321302" y="5951097"/>
            <a:ext cx="788670" cy="46545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335"/>
              </a:spcBef>
              <a:tabLst>
                <a:tab pos="407670" algn="l"/>
              </a:tabLst>
            </a:pPr>
            <a:r>
              <a:rPr sz="1500" spc="-240" baseline="2777" dirty="0">
                <a:latin typeface="Arial"/>
                <a:cs typeface="Arial"/>
              </a:rPr>
              <a:t>-</a:t>
            </a:r>
            <a:r>
              <a:rPr sz="1000" spc="-60" dirty="0">
                <a:latin typeface="Arial"/>
                <a:cs typeface="Arial"/>
              </a:rPr>
              <a:t>1</a:t>
            </a:r>
            <a:r>
              <a:rPr sz="1000" dirty="0">
                <a:latin typeface="Arial"/>
                <a:cs typeface="Arial"/>
              </a:rPr>
              <a:t>	</a:t>
            </a:r>
            <a:r>
              <a:rPr sz="1500" spc="-240" baseline="2777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500" spc="-240" baseline="2777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500" spc="-240" baseline="5555" dirty="0">
                <a:latin typeface="Arial"/>
                <a:cs typeface="Arial"/>
              </a:rPr>
              <a:t>-</a:t>
            </a:r>
            <a:r>
              <a:rPr sz="1500" spc="-75" baseline="2777" dirty="0">
                <a:latin typeface="Arial"/>
                <a:cs typeface="Arial"/>
              </a:rPr>
              <a:t>1</a:t>
            </a:r>
            <a:endParaRPr sz="1500" baseline="2777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400" b="1" dirty="0">
                <a:solidFill>
                  <a:srgbClr val="163793"/>
                </a:solidFill>
                <a:latin typeface="Kaiti SC Black"/>
                <a:cs typeface="Kaiti SC Black"/>
              </a:rPr>
              <a:t>时隙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0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62C036B1-BD77-FC92-4345-BCE52B63DEC8}"/>
              </a:ext>
            </a:extLst>
          </p:cNvPr>
          <p:cNvSpPr/>
          <p:nvPr/>
        </p:nvSpPr>
        <p:spPr>
          <a:xfrm>
            <a:off x="4044950" y="4727905"/>
            <a:ext cx="128905" cy="430530"/>
          </a:xfrm>
          <a:custGeom>
            <a:avLst/>
            <a:gdLst/>
            <a:ahLst/>
            <a:cxnLst/>
            <a:rect l="l" t="t" r="r" b="b"/>
            <a:pathLst>
              <a:path w="128904" h="430529">
                <a:moveTo>
                  <a:pt x="0" y="430453"/>
                </a:moveTo>
                <a:lnTo>
                  <a:pt x="128587" y="430453"/>
                </a:lnTo>
                <a:lnTo>
                  <a:pt x="128587" y="0"/>
                </a:lnTo>
                <a:lnTo>
                  <a:pt x="0" y="0"/>
                </a:lnTo>
                <a:lnTo>
                  <a:pt x="0" y="43045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F795E57D-4A1F-2B76-1CC0-7C9BA188C4A0}"/>
              </a:ext>
            </a:extLst>
          </p:cNvPr>
          <p:cNvSpPr txBox="1"/>
          <p:nvPr/>
        </p:nvSpPr>
        <p:spPr>
          <a:xfrm>
            <a:off x="3796410" y="4871973"/>
            <a:ext cx="3644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2</a:t>
            </a:r>
            <a:r>
              <a:rPr sz="1000" spc="2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22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B8DE6D58-9566-52DB-0B37-19A7C714457A}"/>
              </a:ext>
            </a:extLst>
          </p:cNvPr>
          <p:cNvSpPr txBox="1"/>
          <p:nvPr/>
        </p:nvSpPr>
        <p:spPr>
          <a:xfrm>
            <a:off x="4316857" y="4727635"/>
            <a:ext cx="135890" cy="431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endParaRPr sz="100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1000" spc="-5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6622FA99-F463-7E98-CFDB-8B5F249F0156}"/>
              </a:ext>
            </a:extLst>
          </p:cNvPr>
          <p:cNvSpPr txBox="1"/>
          <p:nvPr/>
        </p:nvSpPr>
        <p:spPr>
          <a:xfrm>
            <a:off x="4579286" y="4727635"/>
            <a:ext cx="130175" cy="431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1000">
              <a:latin typeface="Times New Roman"/>
              <a:cs typeface="Times New Roman"/>
            </a:endParaRPr>
          </a:p>
          <a:p>
            <a:pPr marL="34925">
              <a:lnSpc>
                <a:spcPct val="100000"/>
              </a:lnSpc>
            </a:pPr>
            <a:r>
              <a:rPr sz="1000" spc="-5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EEF4BDDE-A1B5-F172-A91D-D8470C343E57}"/>
              </a:ext>
            </a:extLst>
          </p:cNvPr>
          <p:cNvSpPr txBox="1"/>
          <p:nvPr/>
        </p:nvSpPr>
        <p:spPr>
          <a:xfrm>
            <a:off x="4709064" y="5159121"/>
            <a:ext cx="132715" cy="42925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endParaRPr sz="10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</a:pPr>
            <a:r>
              <a:rPr sz="1000" spc="-130" dirty="0">
                <a:latin typeface="Arial"/>
                <a:cs typeface="Arial"/>
              </a:rPr>
              <a:t>-</a:t>
            </a:r>
            <a:r>
              <a:rPr sz="1000" spc="-5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CC5260B8-993F-AEC0-DF16-9112813DA439}"/>
              </a:ext>
            </a:extLst>
          </p:cNvPr>
          <p:cNvSpPr/>
          <p:nvPr/>
        </p:nvSpPr>
        <p:spPr>
          <a:xfrm>
            <a:off x="2962275" y="5159121"/>
            <a:ext cx="2154555" cy="0"/>
          </a:xfrm>
          <a:custGeom>
            <a:avLst/>
            <a:gdLst/>
            <a:ahLst/>
            <a:cxnLst/>
            <a:rect l="l" t="t" r="r" b="b"/>
            <a:pathLst>
              <a:path w="2154554">
                <a:moveTo>
                  <a:pt x="0" y="0"/>
                </a:moveTo>
                <a:lnTo>
                  <a:pt x="215430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FD6A36B2-CA6F-5ECB-CC28-C95F160E23CF}"/>
              </a:ext>
            </a:extLst>
          </p:cNvPr>
          <p:cNvSpPr txBox="1"/>
          <p:nvPr/>
        </p:nvSpPr>
        <p:spPr>
          <a:xfrm>
            <a:off x="438073" y="1800377"/>
            <a:ext cx="712470" cy="339090"/>
          </a:xfrm>
          <a:prstGeom prst="rect">
            <a:avLst/>
          </a:prstGeom>
          <a:solidFill>
            <a:srgbClr val="B8FFFF"/>
          </a:solidFill>
        </p:spPr>
        <p:txBody>
          <a:bodyPr vert="horz" wrap="square" lIns="0" tIns="425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sz="1600" b="1" spc="-20" dirty="0">
                <a:latin typeface="Kaiti SC Black"/>
                <a:cs typeface="Kaiti SC Black"/>
              </a:rPr>
              <a:t>用户</a:t>
            </a:r>
            <a:r>
              <a:rPr sz="1600" b="1" spc="-50" dirty="0"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6" name="object 71">
            <a:extLst>
              <a:ext uri="{FF2B5EF4-FFF2-40B4-BE49-F238E27FC236}">
                <a16:creationId xmlns:a16="http://schemas.microsoft.com/office/drawing/2014/main" id="{F21B7D53-822C-E649-ABFB-8A2653C0A5B8}"/>
              </a:ext>
            </a:extLst>
          </p:cNvPr>
          <p:cNvSpPr txBox="1"/>
          <p:nvPr/>
        </p:nvSpPr>
        <p:spPr>
          <a:xfrm>
            <a:off x="403567" y="3380765"/>
            <a:ext cx="712470" cy="339090"/>
          </a:xfrm>
          <a:prstGeom prst="rect">
            <a:avLst/>
          </a:prstGeom>
          <a:solidFill>
            <a:srgbClr val="B8FFFF"/>
          </a:solidFill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1600" b="1" spc="-10" dirty="0">
                <a:latin typeface="Kaiti SC Black"/>
                <a:cs typeface="Kaiti SC Black"/>
              </a:rPr>
              <a:t>用户</a:t>
            </a:r>
            <a:r>
              <a:rPr sz="1600" b="1" spc="-60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77" name="object 72">
            <a:extLst>
              <a:ext uri="{FF2B5EF4-FFF2-40B4-BE49-F238E27FC236}">
                <a16:creationId xmlns:a16="http://schemas.microsoft.com/office/drawing/2014/main" id="{F364A01E-9E93-7EC0-5F69-CCB10C8F23E9}"/>
              </a:ext>
            </a:extLst>
          </p:cNvPr>
          <p:cNvSpPr txBox="1"/>
          <p:nvPr/>
        </p:nvSpPr>
        <p:spPr>
          <a:xfrm>
            <a:off x="502488" y="5715571"/>
            <a:ext cx="1746250" cy="339090"/>
          </a:xfrm>
          <a:prstGeom prst="rect">
            <a:avLst/>
          </a:prstGeom>
          <a:solidFill>
            <a:srgbClr val="B8FFFF"/>
          </a:solidFill>
        </p:spPr>
        <p:txBody>
          <a:bodyPr vert="horz" wrap="square" lIns="0" tIns="431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0"/>
              </a:spcBef>
            </a:pPr>
            <a:r>
              <a:rPr sz="1600" b="1" spc="-10" dirty="0">
                <a:latin typeface="Kaiti SC Black"/>
                <a:cs typeface="Kaiti SC Black"/>
              </a:rPr>
              <a:t>接收用户</a:t>
            </a:r>
            <a:r>
              <a:rPr sz="1600" b="1" dirty="0">
                <a:latin typeface="Arial"/>
                <a:cs typeface="Arial"/>
              </a:rPr>
              <a:t>1</a:t>
            </a:r>
            <a:r>
              <a:rPr sz="1600" b="1" spc="-25" dirty="0">
                <a:latin typeface="Kaiti SC Black"/>
                <a:cs typeface="Kaiti SC Black"/>
              </a:rPr>
              <a:t>的数据</a:t>
            </a:r>
            <a:endParaRPr sz="1600" dirty="0">
              <a:latin typeface="Kaiti SC Black"/>
              <a:cs typeface="Kaiti SC Black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56BED29-4ED6-85B5-7641-2579FDBEECBB}"/>
              </a:ext>
            </a:extLst>
          </p:cNvPr>
          <p:cNvSpPr txBox="1"/>
          <p:nvPr/>
        </p:nvSpPr>
        <p:spPr>
          <a:xfrm>
            <a:off x="5028246" y="4539585"/>
            <a:ext cx="1694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d</a:t>
            </a:r>
            <a:r>
              <a:rPr kumimoji="1" lang="en-US" altLang="zh-CN" i="1" baseline="-25000" dirty="0"/>
              <a:t>i </a:t>
            </a:r>
            <a:r>
              <a:rPr kumimoji="1" lang="en-US" altLang="zh-CN" i="1" dirty="0"/>
              <a:t> =1/m</a:t>
            </a:r>
            <a:r>
              <a:rPr kumimoji="1" lang="en-US" altLang="zh-CN" dirty="0"/>
              <a:t> </a:t>
            </a:r>
            <a:r>
              <a:rPr kumimoji="1" lang="en-US" altLang="zh-CN" b="1" dirty="0"/>
              <a:t>S</a:t>
            </a:r>
            <a:r>
              <a:rPr kumimoji="1" lang="en-US" altLang="zh-CN" b="1" baseline="-25000" dirty="0"/>
              <a:t>i</a:t>
            </a:r>
            <a:r>
              <a:rPr kumimoji="1" lang="en-US" altLang="zh-CN" b="1" dirty="0"/>
              <a:t> * P </a:t>
            </a:r>
            <a:r>
              <a:rPr kumimoji="1" lang="en-US" altLang="zh-CN" b="1" baseline="-25000" dirty="0"/>
              <a:t> </a:t>
            </a:r>
            <a:endParaRPr kumimoji="1"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ACDF71-FB16-0349-9A2B-65480F91392F}"/>
              </a:ext>
            </a:extLst>
          </p:cNvPr>
          <p:cNvSpPr txBox="1"/>
          <p:nvPr/>
        </p:nvSpPr>
        <p:spPr>
          <a:xfrm>
            <a:off x="4801469" y="1186557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i="1" dirty="0"/>
              <a:t>P</a:t>
            </a:r>
            <a:r>
              <a:rPr kumimoji="1" lang="en-US" altLang="zh-CN" i="1" dirty="0"/>
              <a:t> = d</a:t>
            </a:r>
            <a:r>
              <a:rPr kumimoji="1" lang="en-US" altLang="zh-CN" i="1" baseline="-25000" dirty="0"/>
              <a:t>i</a:t>
            </a:r>
            <a:r>
              <a:rPr kumimoji="1" lang="en-US" altLang="zh-CN" i="1" dirty="0"/>
              <a:t> * </a:t>
            </a:r>
            <a:r>
              <a:rPr kumimoji="1" lang="en-US" altLang="zh-CN" b="1" i="1" dirty="0"/>
              <a:t>S</a:t>
            </a:r>
            <a:r>
              <a:rPr kumimoji="1" lang="en-US" altLang="zh-CN" i="1" baseline="-25000" dirty="0"/>
              <a:t>i</a:t>
            </a:r>
            <a:endParaRPr kumimoji="1" lang="zh-CN" altLang="en-US" i="1" baseline="-25000" dirty="0"/>
          </a:p>
        </p:txBody>
      </p:sp>
    </p:spTree>
    <p:extLst>
      <p:ext uri="{BB962C8B-B14F-4D97-AF65-F5344CB8AC3E}">
        <p14:creationId xmlns:p14="http://schemas.microsoft.com/office/powerpoint/2010/main" val="2799844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6">
            <a:extLst>
              <a:ext uri="{FF2B5EF4-FFF2-40B4-BE49-F238E27FC236}">
                <a16:creationId xmlns:a16="http://schemas.microsoft.com/office/drawing/2014/main" id="{D48975F0-CF0F-0D0D-AA3E-93B0B4BDD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028" y="1406775"/>
            <a:ext cx="7873408" cy="4803501"/>
          </a:xfrm>
        </p:spPr>
      </p:pic>
    </p:spTree>
    <p:extLst>
      <p:ext uri="{BB962C8B-B14F-4D97-AF65-F5344CB8AC3E}">
        <p14:creationId xmlns:p14="http://schemas.microsoft.com/office/powerpoint/2010/main" val="399533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A4577A7E-A2E2-B43B-3796-D0DA0EFEA6EF}"/>
              </a:ext>
            </a:extLst>
          </p:cNvPr>
          <p:cNvGrpSpPr/>
          <p:nvPr/>
        </p:nvGrpSpPr>
        <p:grpSpPr>
          <a:xfrm>
            <a:off x="847289" y="1659642"/>
            <a:ext cx="8159135" cy="1991436"/>
            <a:chOff x="847289" y="1659642"/>
            <a:chExt cx="8159135" cy="1991436"/>
          </a:xfrm>
        </p:grpSpPr>
        <p:sp>
          <p:nvSpPr>
            <p:cNvPr id="22" name="圆柱体 21">
              <a:extLst>
                <a:ext uri="{FF2B5EF4-FFF2-40B4-BE49-F238E27FC236}">
                  <a16:creationId xmlns:a16="http://schemas.microsoft.com/office/drawing/2014/main" id="{01D63E72-00CF-5627-0CAA-82477867D0A6}"/>
                </a:ext>
              </a:extLst>
            </p:cNvPr>
            <p:cNvSpPr/>
            <p:nvPr/>
          </p:nvSpPr>
          <p:spPr>
            <a:xfrm rot="16200000">
              <a:off x="5191724" y="-387729"/>
              <a:ext cx="631595" cy="6707354"/>
            </a:xfrm>
            <a:prstGeom prst="can">
              <a:avLst>
                <a:gd name="adj" fmla="val 45896"/>
              </a:avLst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BBDBB08-9202-5773-26E1-54E87F365C90}"/>
                </a:ext>
              </a:extLst>
            </p:cNvPr>
            <p:cNvSpPr txBox="1"/>
            <p:nvPr/>
          </p:nvSpPr>
          <p:spPr>
            <a:xfrm>
              <a:off x="4497182" y="1659642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400" b="1" dirty="0"/>
                <a:t>时延带宽积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E73D86A2-EAAC-A8A9-8FB5-13EA87B50225}"/>
                </a:ext>
              </a:extLst>
            </p:cNvPr>
            <p:cNvSpPr txBox="1"/>
            <p:nvPr/>
          </p:nvSpPr>
          <p:spPr>
            <a:xfrm>
              <a:off x="2507529" y="2726889"/>
              <a:ext cx="64988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>
                  <a:solidFill>
                    <a:srgbClr val="FF0000"/>
                  </a:solidFill>
                </a:rPr>
                <a:t>10011010001001000101001110101010101011</a:t>
              </a:r>
              <a:endParaRPr kumimoji="1"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BBE6AE1-CFED-2460-DDF2-1AA21A938177}"/>
                </a:ext>
              </a:extLst>
            </p:cNvPr>
            <p:cNvSpPr txBox="1"/>
            <p:nvPr/>
          </p:nvSpPr>
          <p:spPr>
            <a:xfrm>
              <a:off x="4665784" y="2214499"/>
              <a:ext cx="16834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rgbClr val="0070C0"/>
                  </a:solidFill>
                </a:rPr>
                <a:t>传播时延 </a:t>
              </a:r>
              <a:r>
                <a:rPr kumimoji="1" lang="en-US" altLang="zh-CN" dirty="0" err="1">
                  <a:solidFill>
                    <a:srgbClr val="0070C0"/>
                  </a:solidFill>
                </a:rPr>
                <a:t>d</a:t>
              </a:r>
              <a:r>
                <a:rPr kumimoji="1" lang="en-US" altLang="zh-CN" baseline="-25000" dirty="0" err="1">
                  <a:solidFill>
                    <a:srgbClr val="0070C0"/>
                  </a:solidFill>
                </a:rPr>
                <a:t>prop</a:t>
              </a:r>
              <a:r>
                <a:rPr kumimoji="1" lang="zh-CN" altLang="en-US" dirty="0">
                  <a:solidFill>
                    <a:srgbClr val="0070C0"/>
                  </a:solidFill>
                </a:rPr>
                <a:t> </a:t>
              </a:r>
            </a:p>
          </p:txBody>
        </p:sp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D974FD81-40FA-A588-433D-FB8EA1EF8046}"/>
                </a:ext>
              </a:extLst>
            </p:cNvPr>
            <p:cNvCxnSpPr>
              <a:stCxn id="25" idx="1"/>
            </p:cNvCxnSpPr>
            <p:nvPr/>
          </p:nvCxnSpPr>
          <p:spPr>
            <a:xfrm flipH="1">
              <a:off x="2347274" y="2399165"/>
              <a:ext cx="231851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箭头连接符 28">
              <a:extLst>
                <a:ext uri="{FF2B5EF4-FFF2-40B4-BE49-F238E27FC236}">
                  <a16:creationId xmlns:a16="http://schemas.microsoft.com/office/drawing/2014/main" id="{78B8C8EB-B39C-A4D9-E438-9AD85AAA2283}"/>
                </a:ext>
              </a:extLst>
            </p:cNvPr>
            <p:cNvCxnSpPr>
              <a:stCxn id="25" idx="3"/>
            </p:cNvCxnSpPr>
            <p:nvPr/>
          </p:nvCxnSpPr>
          <p:spPr>
            <a:xfrm>
              <a:off x="6349258" y="2399165"/>
              <a:ext cx="242709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箭头连接符 30">
              <a:extLst>
                <a:ext uri="{FF2B5EF4-FFF2-40B4-BE49-F238E27FC236}">
                  <a16:creationId xmlns:a16="http://schemas.microsoft.com/office/drawing/2014/main" id="{16BDF093-B03F-3ACC-C021-9D65C8C4667F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>
              <a:off x="1268238" y="2650150"/>
              <a:ext cx="1079036" cy="2778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DFB4C05-E6DC-99B8-537C-1F0BC48BD693}"/>
                </a:ext>
              </a:extLst>
            </p:cNvPr>
            <p:cNvSpPr txBox="1"/>
            <p:nvPr/>
          </p:nvSpPr>
          <p:spPr>
            <a:xfrm>
              <a:off x="847289" y="2280818"/>
              <a:ext cx="8418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rgbClr val="0070C0"/>
                  </a:solidFill>
                </a:rPr>
                <a:t>带宽 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R</a:t>
              </a:r>
              <a:endParaRPr kumimoji="1" lang="zh-CN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14798AC-349D-2D9A-65A1-DE0982D5D37F}"/>
                </a:ext>
              </a:extLst>
            </p:cNvPr>
            <p:cNvSpPr txBox="1"/>
            <p:nvPr/>
          </p:nvSpPr>
          <p:spPr>
            <a:xfrm>
              <a:off x="5184355" y="3281746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链路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741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>
            <a:extLst>
              <a:ext uri="{FF2B5EF4-FFF2-40B4-BE49-F238E27FC236}">
                <a16:creationId xmlns:a16="http://schemas.microsoft.com/office/drawing/2014/main" id="{71065C0B-7684-7370-3A23-6BBF332134C7}"/>
              </a:ext>
            </a:extLst>
          </p:cNvPr>
          <p:cNvGrpSpPr/>
          <p:nvPr/>
        </p:nvGrpSpPr>
        <p:grpSpPr>
          <a:xfrm>
            <a:off x="531012" y="1089876"/>
            <a:ext cx="8116570" cy="2916356"/>
            <a:chOff x="531012" y="1089876"/>
            <a:chExt cx="8116570" cy="2916356"/>
          </a:xfrm>
        </p:grpSpPr>
        <p:sp>
          <p:nvSpPr>
            <p:cNvPr id="49" name="圆角矩形 48">
              <a:extLst>
                <a:ext uri="{FF2B5EF4-FFF2-40B4-BE49-F238E27FC236}">
                  <a16:creationId xmlns:a16="http://schemas.microsoft.com/office/drawing/2014/main" id="{A3CBA4EC-25A5-4189-0BB9-34AC219486FE}"/>
                </a:ext>
              </a:extLst>
            </p:cNvPr>
            <p:cNvSpPr/>
            <p:nvPr/>
          </p:nvSpPr>
          <p:spPr>
            <a:xfrm>
              <a:off x="5253556" y="1117996"/>
              <a:ext cx="1964513" cy="2888236"/>
            </a:xfrm>
            <a:prstGeom prst="roundRect">
              <a:avLst/>
            </a:prstGeom>
            <a:solidFill>
              <a:srgbClr val="FFFF00"/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圆角矩形 47">
              <a:extLst>
                <a:ext uri="{FF2B5EF4-FFF2-40B4-BE49-F238E27FC236}">
                  <a16:creationId xmlns:a16="http://schemas.microsoft.com/office/drawing/2014/main" id="{0B928759-E293-75A1-B830-3518C15BD67E}"/>
                </a:ext>
              </a:extLst>
            </p:cNvPr>
            <p:cNvSpPr/>
            <p:nvPr/>
          </p:nvSpPr>
          <p:spPr>
            <a:xfrm>
              <a:off x="1764893" y="1089876"/>
              <a:ext cx="1964513" cy="2888236"/>
            </a:xfrm>
            <a:prstGeom prst="roundRect">
              <a:avLst/>
            </a:prstGeom>
            <a:solidFill>
              <a:srgbClr val="FFFF00"/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B8F646EE-3551-610D-3E8F-0FDC7361274B}"/>
                </a:ext>
              </a:extLst>
            </p:cNvPr>
            <p:cNvSpPr/>
            <p:nvPr/>
          </p:nvSpPr>
          <p:spPr>
            <a:xfrm>
              <a:off x="531012" y="2687180"/>
              <a:ext cx="8116570" cy="969644"/>
            </a:xfrm>
            <a:custGeom>
              <a:avLst/>
              <a:gdLst/>
              <a:ahLst/>
              <a:cxnLst/>
              <a:rect l="l" t="t" r="r" b="b"/>
              <a:pathLst>
                <a:path w="8116570" h="969645">
                  <a:moveTo>
                    <a:pt x="8116061" y="0"/>
                  </a:moveTo>
                  <a:lnTo>
                    <a:pt x="0" y="0"/>
                  </a:lnTo>
                  <a:lnTo>
                    <a:pt x="0" y="969276"/>
                  </a:lnTo>
                  <a:lnTo>
                    <a:pt x="8116061" y="969276"/>
                  </a:lnTo>
                  <a:lnTo>
                    <a:pt x="8116061" y="0"/>
                  </a:lnTo>
                  <a:close/>
                </a:path>
              </a:pathLst>
            </a:custGeom>
            <a:solidFill>
              <a:srgbClr val="FFCCCC">
                <a:alpha val="6901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4F973D3C-6C07-42E8-019F-337B79D6C34F}"/>
                </a:ext>
              </a:extLst>
            </p:cNvPr>
            <p:cNvSpPr/>
            <p:nvPr/>
          </p:nvSpPr>
          <p:spPr>
            <a:xfrm>
              <a:off x="1973579" y="2833204"/>
              <a:ext cx="5168900" cy="641985"/>
            </a:xfrm>
            <a:custGeom>
              <a:avLst/>
              <a:gdLst/>
              <a:ahLst/>
              <a:cxnLst/>
              <a:rect l="l" t="t" r="r" b="b"/>
              <a:pathLst>
                <a:path w="5168900" h="641985">
                  <a:moveTo>
                    <a:pt x="5168646" y="0"/>
                  </a:moveTo>
                  <a:lnTo>
                    <a:pt x="0" y="0"/>
                  </a:lnTo>
                  <a:lnTo>
                    <a:pt x="0" y="641388"/>
                  </a:lnTo>
                  <a:lnTo>
                    <a:pt x="5168646" y="641388"/>
                  </a:lnTo>
                  <a:lnTo>
                    <a:pt x="5168646" y="0"/>
                  </a:lnTo>
                  <a:close/>
                </a:path>
              </a:pathLst>
            </a:custGeom>
            <a:solidFill>
              <a:srgbClr val="92D050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863562A2-230C-527E-3B21-7824D5AEA56F}"/>
                </a:ext>
              </a:extLst>
            </p:cNvPr>
            <p:cNvSpPr/>
            <p:nvPr/>
          </p:nvSpPr>
          <p:spPr>
            <a:xfrm>
              <a:off x="1973579" y="2833204"/>
              <a:ext cx="5168900" cy="641985"/>
            </a:xfrm>
            <a:custGeom>
              <a:avLst/>
              <a:gdLst/>
              <a:ahLst/>
              <a:cxnLst/>
              <a:rect l="l" t="t" r="r" b="b"/>
              <a:pathLst>
                <a:path w="5168900" h="641985">
                  <a:moveTo>
                    <a:pt x="0" y="641388"/>
                  </a:moveTo>
                  <a:lnTo>
                    <a:pt x="5168646" y="641388"/>
                  </a:lnTo>
                  <a:lnTo>
                    <a:pt x="5168646" y="0"/>
                  </a:lnTo>
                  <a:lnTo>
                    <a:pt x="0" y="0"/>
                  </a:lnTo>
                  <a:lnTo>
                    <a:pt x="0" y="6413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67F27992-24DE-B9DA-D598-6B5BA058F529}"/>
                </a:ext>
              </a:extLst>
            </p:cNvPr>
            <p:cNvSpPr/>
            <p:nvPr/>
          </p:nvSpPr>
          <p:spPr>
            <a:xfrm>
              <a:off x="2645791" y="2716987"/>
              <a:ext cx="212090" cy="208915"/>
            </a:xfrm>
            <a:custGeom>
              <a:avLst/>
              <a:gdLst/>
              <a:ahLst/>
              <a:cxnLst/>
              <a:rect l="l" t="t" r="r" b="b"/>
              <a:pathLst>
                <a:path w="212089" h="208914">
                  <a:moveTo>
                    <a:pt x="0" y="208445"/>
                  </a:moveTo>
                  <a:lnTo>
                    <a:pt x="212051" y="208445"/>
                  </a:lnTo>
                  <a:lnTo>
                    <a:pt x="212051" y="0"/>
                  </a:lnTo>
                  <a:lnTo>
                    <a:pt x="0" y="0"/>
                  </a:lnTo>
                  <a:lnTo>
                    <a:pt x="0" y="208445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31FB2E7B-5D4D-278D-63D5-8585230AF2D4}"/>
                </a:ext>
              </a:extLst>
            </p:cNvPr>
            <p:cNvSpPr/>
            <p:nvPr/>
          </p:nvSpPr>
          <p:spPr>
            <a:xfrm>
              <a:off x="2645791" y="2716987"/>
              <a:ext cx="212090" cy="213995"/>
            </a:xfrm>
            <a:custGeom>
              <a:avLst/>
              <a:gdLst/>
              <a:ahLst/>
              <a:cxnLst/>
              <a:rect l="l" t="t" r="r" b="b"/>
              <a:pathLst>
                <a:path w="212089" h="213994">
                  <a:moveTo>
                    <a:pt x="0" y="213791"/>
                  </a:moveTo>
                  <a:lnTo>
                    <a:pt x="212051" y="213791"/>
                  </a:lnTo>
                  <a:lnTo>
                    <a:pt x="212051" y="0"/>
                  </a:lnTo>
                  <a:lnTo>
                    <a:pt x="0" y="0"/>
                  </a:lnTo>
                  <a:lnTo>
                    <a:pt x="0" y="213791"/>
                  </a:lnTo>
                  <a:close/>
                </a:path>
              </a:pathLst>
            </a:custGeom>
            <a:ln w="1905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995B051D-E381-CBDC-1050-E7EBB8F4FF15}"/>
                </a:ext>
              </a:extLst>
            </p:cNvPr>
            <p:cNvSpPr/>
            <p:nvPr/>
          </p:nvSpPr>
          <p:spPr>
            <a:xfrm>
              <a:off x="3394456" y="1847341"/>
              <a:ext cx="2203450" cy="76200"/>
            </a:xfrm>
            <a:custGeom>
              <a:avLst/>
              <a:gdLst/>
              <a:ahLst/>
              <a:cxnLst/>
              <a:rect l="l" t="t" r="r" b="b"/>
              <a:pathLst>
                <a:path w="2203450" h="76200">
                  <a:moveTo>
                    <a:pt x="127000" y="0"/>
                  </a:moveTo>
                  <a:lnTo>
                    <a:pt x="0" y="38100"/>
                  </a:lnTo>
                  <a:lnTo>
                    <a:pt x="127000" y="76200"/>
                  </a:lnTo>
                  <a:lnTo>
                    <a:pt x="127000" y="44450"/>
                  </a:lnTo>
                  <a:lnTo>
                    <a:pt x="114300" y="44450"/>
                  </a:lnTo>
                  <a:lnTo>
                    <a:pt x="114300" y="31750"/>
                  </a:lnTo>
                  <a:lnTo>
                    <a:pt x="127000" y="31750"/>
                  </a:lnTo>
                  <a:lnTo>
                    <a:pt x="127000" y="0"/>
                  </a:lnTo>
                  <a:close/>
                </a:path>
                <a:path w="2203450" h="76200">
                  <a:moveTo>
                    <a:pt x="127000" y="31750"/>
                  </a:moveTo>
                  <a:lnTo>
                    <a:pt x="114300" y="31750"/>
                  </a:lnTo>
                  <a:lnTo>
                    <a:pt x="114300" y="44450"/>
                  </a:lnTo>
                  <a:lnTo>
                    <a:pt x="127000" y="44450"/>
                  </a:lnTo>
                  <a:lnTo>
                    <a:pt x="127000" y="31750"/>
                  </a:lnTo>
                  <a:close/>
                </a:path>
                <a:path w="2203450" h="76200">
                  <a:moveTo>
                    <a:pt x="165100" y="31750"/>
                  </a:moveTo>
                  <a:lnTo>
                    <a:pt x="127000" y="31750"/>
                  </a:lnTo>
                  <a:lnTo>
                    <a:pt x="127000" y="44450"/>
                  </a:lnTo>
                  <a:lnTo>
                    <a:pt x="165100" y="44450"/>
                  </a:lnTo>
                  <a:lnTo>
                    <a:pt x="165100" y="31750"/>
                  </a:lnTo>
                  <a:close/>
                </a:path>
                <a:path w="2203450" h="76200">
                  <a:moveTo>
                    <a:pt x="254000" y="31750"/>
                  </a:moveTo>
                  <a:lnTo>
                    <a:pt x="203200" y="31750"/>
                  </a:lnTo>
                  <a:lnTo>
                    <a:pt x="203200" y="44450"/>
                  </a:lnTo>
                  <a:lnTo>
                    <a:pt x="254000" y="44450"/>
                  </a:lnTo>
                  <a:lnTo>
                    <a:pt x="254000" y="31750"/>
                  </a:lnTo>
                  <a:close/>
                </a:path>
                <a:path w="2203450" h="76200">
                  <a:moveTo>
                    <a:pt x="342900" y="31750"/>
                  </a:moveTo>
                  <a:lnTo>
                    <a:pt x="292100" y="31750"/>
                  </a:lnTo>
                  <a:lnTo>
                    <a:pt x="292100" y="44450"/>
                  </a:lnTo>
                  <a:lnTo>
                    <a:pt x="342900" y="44450"/>
                  </a:lnTo>
                  <a:lnTo>
                    <a:pt x="342900" y="31750"/>
                  </a:lnTo>
                  <a:close/>
                </a:path>
                <a:path w="2203450" h="76200">
                  <a:moveTo>
                    <a:pt x="431800" y="31750"/>
                  </a:moveTo>
                  <a:lnTo>
                    <a:pt x="381000" y="31750"/>
                  </a:lnTo>
                  <a:lnTo>
                    <a:pt x="381000" y="44450"/>
                  </a:lnTo>
                  <a:lnTo>
                    <a:pt x="431800" y="44450"/>
                  </a:lnTo>
                  <a:lnTo>
                    <a:pt x="431800" y="31750"/>
                  </a:lnTo>
                  <a:close/>
                </a:path>
                <a:path w="2203450" h="76200">
                  <a:moveTo>
                    <a:pt x="520700" y="31750"/>
                  </a:moveTo>
                  <a:lnTo>
                    <a:pt x="469900" y="31750"/>
                  </a:lnTo>
                  <a:lnTo>
                    <a:pt x="469900" y="44450"/>
                  </a:lnTo>
                  <a:lnTo>
                    <a:pt x="520700" y="44450"/>
                  </a:lnTo>
                  <a:lnTo>
                    <a:pt x="520700" y="31750"/>
                  </a:lnTo>
                  <a:close/>
                </a:path>
                <a:path w="2203450" h="76200">
                  <a:moveTo>
                    <a:pt x="609600" y="31750"/>
                  </a:moveTo>
                  <a:lnTo>
                    <a:pt x="558800" y="31750"/>
                  </a:lnTo>
                  <a:lnTo>
                    <a:pt x="558800" y="44450"/>
                  </a:lnTo>
                  <a:lnTo>
                    <a:pt x="609600" y="44450"/>
                  </a:lnTo>
                  <a:lnTo>
                    <a:pt x="609600" y="31750"/>
                  </a:lnTo>
                  <a:close/>
                </a:path>
                <a:path w="2203450" h="76200">
                  <a:moveTo>
                    <a:pt x="698500" y="31750"/>
                  </a:moveTo>
                  <a:lnTo>
                    <a:pt x="647700" y="31750"/>
                  </a:lnTo>
                  <a:lnTo>
                    <a:pt x="647700" y="44450"/>
                  </a:lnTo>
                  <a:lnTo>
                    <a:pt x="698500" y="44450"/>
                  </a:lnTo>
                  <a:lnTo>
                    <a:pt x="698500" y="31750"/>
                  </a:lnTo>
                  <a:close/>
                </a:path>
                <a:path w="2203450" h="76200">
                  <a:moveTo>
                    <a:pt x="787400" y="31750"/>
                  </a:moveTo>
                  <a:lnTo>
                    <a:pt x="736600" y="31750"/>
                  </a:lnTo>
                  <a:lnTo>
                    <a:pt x="736600" y="44450"/>
                  </a:lnTo>
                  <a:lnTo>
                    <a:pt x="787400" y="44450"/>
                  </a:lnTo>
                  <a:lnTo>
                    <a:pt x="787400" y="31750"/>
                  </a:lnTo>
                  <a:close/>
                </a:path>
                <a:path w="2203450" h="76200">
                  <a:moveTo>
                    <a:pt x="876300" y="31750"/>
                  </a:moveTo>
                  <a:lnTo>
                    <a:pt x="825500" y="31750"/>
                  </a:lnTo>
                  <a:lnTo>
                    <a:pt x="825500" y="44450"/>
                  </a:lnTo>
                  <a:lnTo>
                    <a:pt x="876300" y="44450"/>
                  </a:lnTo>
                  <a:lnTo>
                    <a:pt x="876300" y="31750"/>
                  </a:lnTo>
                  <a:close/>
                </a:path>
                <a:path w="2203450" h="76200">
                  <a:moveTo>
                    <a:pt x="965200" y="31750"/>
                  </a:moveTo>
                  <a:lnTo>
                    <a:pt x="914400" y="31750"/>
                  </a:lnTo>
                  <a:lnTo>
                    <a:pt x="914400" y="44450"/>
                  </a:lnTo>
                  <a:lnTo>
                    <a:pt x="965200" y="44450"/>
                  </a:lnTo>
                  <a:lnTo>
                    <a:pt x="965200" y="31750"/>
                  </a:lnTo>
                  <a:close/>
                </a:path>
                <a:path w="2203450" h="76200">
                  <a:moveTo>
                    <a:pt x="1054100" y="31750"/>
                  </a:moveTo>
                  <a:lnTo>
                    <a:pt x="1003300" y="31750"/>
                  </a:lnTo>
                  <a:lnTo>
                    <a:pt x="1003300" y="44450"/>
                  </a:lnTo>
                  <a:lnTo>
                    <a:pt x="1054100" y="44450"/>
                  </a:lnTo>
                  <a:lnTo>
                    <a:pt x="1054100" y="31750"/>
                  </a:lnTo>
                  <a:close/>
                </a:path>
                <a:path w="2203450" h="76200">
                  <a:moveTo>
                    <a:pt x="1143000" y="31750"/>
                  </a:moveTo>
                  <a:lnTo>
                    <a:pt x="1092200" y="31750"/>
                  </a:lnTo>
                  <a:lnTo>
                    <a:pt x="1092200" y="44450"/>
                  </a:lnTo>
                  <a:lnTo>
                    <a:pt x="1143000" y="44450"/>
                  </a:lnTo>
                  <a:lnTo>
                    <a:pt x="1143000" y="31750"/>
                  </a:lnTo>
                  <a:close/>
                </a:path>
                <a:path w="2203450" h="76200">
                  <a:moveTo>
                    <a:pt x="1231900" y="31750"/>
                  </a:moveTo>
                  <a:lnTo>
                    <a:pt x="1181100" y="31750"/>
                  </a:lnTo>
                  <a:lnTo>
                    <a:pt x="1181100" y="44450"/>
                  </a:lnTo>
                  <a:lnTo>
                    <a:pt x="1231900" y="44450"/>
                  </a:lnTo>
                  <a:lnTo>
                    <a:pt x="1231900" y="31750"/>
                  </a:lnTo>
                  <a:close/>
                </a:path>
                <a:path w="2203450" h="76200">
                  <a:moveTo>
                    <a:pt x="1320800" y="31750"/>
                  </a:moveTo>
                  <a:lnTo>
                    <a:pt x="1270000" y="31750"/>
                  </a:lnTo>
                  <a:lnTo>
                    <a:pt x="1270000" y="44450"/>
                  </a:lnTo>
                  <a:lnTo>
                    <a:pt x="1320800" y="44450"/>
                  </a:lnTo>
                  <a:lnTo>
                    <a:pt x="1320800" y="31750"/>
                  </a:lnTo>
                  <a:close/>
                </a:path>
                <a:path w="2203450" h="76200">
                  <a:moveTo>
                    <a:pt x="1409700" y="31750"/>
                  </a:moveTo>
                  <a:lnTo>
                    <a:pt x="1358900" y="31750"/>
                  </a:lnTo>
                  <a:lnTo>
                    <a:pt x="1358900" y="44450"/>
                  </a:lnTo>
                  <a:lnTo>
                    <a:pt x="1409700" y="44450"/>
                  </a:lnTo>
                  <a:lnTo>
                    <a:pt x="1409700" y="31750"/>
                  </a:lnTo>
                  <a:close/>
                </a:path>
                <a:path w="2203450" h="76200">
                  <a:moveTo>
                    <a:pt x="1498600" y="31750"/>
                  </a:moveTo>
                  <a:lnTo>
                    <a:pt x="1447800" y="31750"/>
                  </a:lnTo>
                  <a:lnTo>
                    <a:pt x="1447800" y="44450"/>
                  </a:lnTo>
                  <a:lnTo>
                    <a:pt x="1498600" y="44450"/>
                  </a:lnTo>
                  <a:lnTo>
                    <a:pt x="1498600" y="31750"/>
                  </a:lnTo>
                  <a:close/>
                </a:path>
                <a:path w="2203450" h="76200">
                  <a:moveTo>
                    <a:pt x="1587500" y="31750"/>
                  </a:moveTo>
                  <a:lnTo>
                    <a:pt x="1536700" y="31750"/>
                  </a:lnTo>
                  <a:lnTo>
                    <a:pt x="1536700" y="44450"/>
                  </a:lnTo>
                  <a:lnTo>
                    <a:pt x="1587500" y="44450"/>
                  </a:lnTo>
                  <a:lnTo>
                    <a:pt x="1587500" y="31750"/>
                  </a:lnTo>
                  <a:close/>
                </a:path>
                <a:path w="2203450" h="76200">
                  <a:moveTo>
                    <a:pt x="1676400" y="31750"/>
                  </a:moveTo>
                  <a:lnTo>
                    <a:pt x="1625600" y="31750"/>
                  </a:lnTo>
                  <a:lnTo>
                    <a:pt x="1625600" y="44450"/>
                  </a:lnTo>
                  <a:lnTo>
                    <a:pt x="1676400" y="44450"/>
                  </a:lnTo>
                  <a:lnTo>
                    <a:pt x="1676400" y="31750"/>
                  </a:lnTo>
                  <a:close/>
                </a:path>
                <a:path w="2203450" h="76200">
                  <a:moveTo>
                    <a:pt x="1765300" y="31750"/>
                  </a:moveTo>
                  <a:lnTo>
                    <a:pt x="1714500" y="31750"/>
                  </a:lnTo>
                  <a:lnTo>
                    <a:pt x="1714500" y="44450"/>
                  </a:lnTo>
                  <a:lnTo>
                    <a:pt x="1765300" y="44450"/>
                  </a:lnTo>
                  <a:lnTo>
                    <a:pt x="1765300" y="31750"/>
                  </a:lnTo>
                  <a:close/>
                </a:path>
                <a:path w="2203450" h="76200">
                  <a:moveTo>
                    <a:pt x="1854200" y="31750"/>
                  </a:moveTo>
                  <a:lnTo>
                    <a:pt x="1803400" y="31750"/>
                  </a:lnTo>
                  <a:lnTo>
                    <a:pt x="1803400" y="44450"/>
                  </a:lnTo>
                  <a:lnTo>
                    <a:pt x="1854200" y="44450"/>
                  </a:lnTo>
                  <a:lnTo>
                    <a:pt x="1854200" y="31750"/>
                  </a:lnTo>
                  <a:close/>
                </a:path>
                <a:path w="2203450" h="76200">
                  <a:moveTo>
                    <a:pt x="1943100" y="31750"/>
                  </a:moveTo>
                  <a:lnTo>
                    <a:pt x="1892300" y="31750"/>
                  </a:lnTo>
                  <a:lnTo>
                    <a:pt x="1892300" y="44450"/>
                  </a:lnTo>
                  <a:lnTo>
                    <a:pt x="1943100" y="44450"/>
                  </a:lnTo>
                  <a:lnTo>
                    <a:pt x="1943100" y="31750"/>
                  </a:lnTo>
                  <a:close/>
                </a:path>
                <a:path w="2203450" h="76200">
                  <a:moveTo>
                    <a:pt x="2032000" y="31750"/>
                  </a:moveTo>
                  <a:lnTo>
                    <a:pt x="1981200" y="31750"/>
                  </a:lnTo>
                  <a:lnTo>
                    <a:pt x="1981200" y="44450"/>
                  </a:lnTo>
                  <a:lnTo>
                    <a:pt x="2032000" y="44450"/>
                  </a:lnTo>
                  <a:lnTo>
                    <a:pt x="2032000" y="31750"/>
                  </a:lnTo>
                  <a:close/>
                </a:path>
                <a:path w="2203450" h="76200">
                  <a:moveTo>
                    <a:pt x="2076450" y="0"/>
                  </a:moveTo>
                  <a:lnTo>
                    <a:pt x="2076450" y="76200"/>
                  </a:lnTo>
                  <a:lnTo>
                    <a:pt x="2182283" y="44450"/>
                  </a:lnTo>
                  <a:lnTo>
                    <a:pt x="2089150" y="44450"/>
                  </a:lnTo>
                  <a:lnTo>
                    <a:pt x="2089150" y="31750"/>
                  </a:lnTo>
                  <a:lnTo>
                    <a:pt x="2182283" y="31750"/>
                  </a:lnTo>
                  <a:lnTo>
                    <a:pt x="2076450" y="0"/>
                  </a:lnTo>
                  <a:close/>
                </a:path>
                <a:path w="2203450" h="76200">
                  <a:moveTo>
                    <a:pt x="2076450" y="31750"/>
                  </a:moveTo>
                  <a:lnTo>
                    <a:pt x="2070100" y="31750"/>
                  </a:lnTo>
                  <a:lnTo>
                    <a:pt x="2070100" y="44450"/>
                  </a:lnTo>
                  <a:lnTo>
                    <a:pt x="2076450" y="44450"/>
                  </a:lnTo>
                  <a:lnTo>
                    <a:pt x="2076450" y="31750"/>
                  </a:lnTo>
                  <a:close/>
                </a:path>
                <a:path w="2203450" h="76200">
                  <a:moveTo>
                    <a:pt x="2182283" y="31750"/>
                  </a:moveTo>
                  <a:lnTo>
                    <a:pt x="2089150" y="31750"/>
                  </a:lnTo>
                  <a:lnTo>
                    <a:pt x="2089150" y="44450"/>
                  </a:lnTo>
                  <a:lnTo>
                    <a:pt x="2182283" y="44450"/>
                  </a:lnTo>
                  <a:lnTo>
                    <a:pt x="2203450" y="38100"/>
                  </a:lnTo>
                  <a:lnTo>
                    <a:pt x="2182283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1D0F32A4-977B-E36E-D3CD-9B9FDA989EB2}"/>
                </a:ext>
              </a:extLst>
            </p:cNvPr>
            <p:cNvSpPr/>
            <p:nvPr/>
          </p:nvSpPr>
          <p:spPr>
            <a:xfrm>
              <a:off x="3870579" y="1729346"/>
              <a:ext cx="1308735" cy="369570"/>
            </a:xfrm>
            <a:custGeom>
              <a:avLst/>
              <a:gdLst/>
              <a:ahLst/>
              <a:cxnLst/>
              <a:rect l="l" t="t" r="r" b="b"/>
              <a:pathLst>
                <a:path w="1308735" h="369569">
                  <a:moveTo>
                    <a:pt x="1308227" y="0"/>
                  </a:moveTo>
                  <a:lnTo>
                    <a:pt x="0" y="0"/>
                  </a:lnTo>
                  <a:lnTo>
                    <a:pt x="0" y="369328"/>
                  </a:lnTo>
                  <a:lnTo>
                    <a:pt x="1308227" y="369328"/>
                  </a:lnTo>
                  <a:lnTo>
                    <a:pt x="13082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C0AE6B93-6B75-8A53-7285-62D43C01FDEC}"/>
                </a:ext>
              </a:extLst>
            </p:cNvPr>
            <p:cNvSpPr txBox="1"/>
            <p:nvPr/>
          </p:nvSpPr>
          <p:spPr>
            <a:xfrm>
              <a:off x="3949953" y="1758188"/>
              <a:ext cx="114871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solidFill>
                    <a:srgbClr val="3333CC"/>
                  </a:solidFill>
                  <a:latin typeface="Lantinghei SC Extralight"/>
                  <a:cs typeface="Lantinghei SC Extralight"/>
                </a:rPr>
                <a:t>协议</a:t>
              </a:r>
              <a:r>
                <a:rPr sz="1800" dirty="0">
                  <a:solidFill>
                    <a:srgbClr val="3333CC"/>
                  </a:solidFill>
                  <a:latin typeface="Arial"/>
                  <a:cs typeface="Arial"/>
                </a:rPr>
                <a:t>(n</a:t>
              </a:r>
              <a:r>
                <a:rPr sz="1800" spc="-5" dirty="0">
                  <a:solidFill>
                    <a:srgbClr val="3333CC"/>
                  </a:solidFill>
                  <a:latin typeface="Arial"/>
                  <a:cs typeface="Arial"/>
                </a:rPr>
                <a:t> + </a:t>
              </a:r>
              <a:r>
                <a:rPr sz="1800" spc="-25" dirty="0">
                  <a:solidFill>
                    <a:srgbClr val="3333CC"/>
                  </a:solidFill>
                  <a:latin typeface="Arial"/>
                  <a:cs typeface="Arial"/>
                </a:rPr>
                <a:t>1)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653CDE6D-E56B-998B-B699-3A6D93F28F39}"/>
                </a:ext>
              </a:extLst>
            </p:cNvPr>
            <p:cNvSpPr txBox="1"/>
            <p:nvPr/>
          </p:nvSpPr>
          <p:spPr>
            <a:xfrm>
              <a:off x="2837433" y="2144395"/>
              <a:ext cx="939800" cy="54038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2145"/>
                </a:lnSpc>
                <a:spcBef>
                  <a:spcPts val="100"/>
                </a:spcBef>
              </a:pPr>
              <a:r>
                <a:rPr sz="1800" spc="-15" dirty="0">
                  <a:solidFill>
                    <a:srgbClr val="3333CC"/>
                  </a:solidFill>
                  <a:latin typeface="Lantinghei SC Extralight"/>
                  <a:cs typeface="Lantinghei SC Extralight"/>
                </a:rPr>
                <a:t>交换原语</a:t>
              </a:r>
              <a:endParaRPr sz="1800" dirty="0">
                <a:latin typeface="Lantinghei SC Extralight"/>
                <a:cs typeface="Lantinghei SC Extralight"/>
              </a:endParaRPr>
            </a:p>
            <a:p>
              <a:pPr marL="53340">
                <a:lnSpc>
                  <a:spcPts val="1905"/>
                </a:lnSpc>
              </a:pPr>
              <a:r>
                <a:rPr sz="1600" spc="-25" dirty="0">
                  <a:solidFill>
                    <a:srgbClr val="3333CC"/>
                  </a:solidFill>
                  <a:latin typeface="Times New Roman"/>
                  <a:cs typeface="Times New Roman"/>
                </a:rPr>
                <a:t>SAP</a:t>
              </a:r>
              <a:endParaRPr sz="1600" dirty="0">
                <a:latin typeface="Times New Roman"/>
                <a:cs typeface="Times New Roman"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8AAAEEC9-9E08-0DA9-15E2-0029E2A5C522}"/>
                </a:ext>
              </a:extLst>
            </p:cNvPr>
            <p:cNvSpPr/>
            <p:nvPr/>
          </p:nvSpPr>
          <p:spPr>
            <a:xfrm>
              <a:off x="6130544" y="2716987"/>
              <a:ext cx="215265" cy="208915"/>
            </a:xfrm>
            <a:custGeom>
              <a:avLst/>
              <a:gdLst/>
              <a:ahLst/>
              <a:cxnLst/>
              <a:rect l="l" t="t" r="r" b="b"/>
              <a:pathLst>
                <a:path w="215264" h="208914">
                  <a:moveTo>
                    <a:pt x="0" y="208445"/>
                  </a:moveTo>
                  <a:lnTo>
                    <a:pt x="214934" y="208445"/>
                  </a:lnTo>
                  <a:lnTo>
                    <a:pt x="214934" y="0"/>
                  </a:lnTo>
                  <a:lnTo>
                    <a:pt x="0" y="0"/>
                  </a:lnTo>
                  <a:lnTo>
                    <a:pt x="0" y="208445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7CC1BB4C-C529-4CB4-65E2-D7B710979FE1}"/>
                </a:ext>
              </a:extLst>
            </p:cNvPr>
            <p:cNvSpPr/>
            <p:nvPr/>
          </p:nvSpPr>
          <p:spPr>
            <a:xfrm>
              <a:off x="6130544" y="2716987"/>
              <a:ext cx="215265" cy="213995"/>
            </a:xfrm>
            <a:custGeom>
              <a:avLst/>
              <a:gdLst/>
              <a:ahLst/>
              <a:cxnLst/>
              <a:rect l="l" t="t" r="r" b="b"/>
              <a:pathLst>
                <a:path w="215264" h="213994">
                  <a:moveTo>
                    <a:pt x="0" y="213791"/>
                  </a:moveTo>
                  <a:lnTo>
                    <a:pt x="214934" y="213791"/>
                  </a:lnTo>
                  <a:lnTo>
                    <a:pt x="214934" y="0"/>
                  </a:lnTo>
                  <a:lnTo>
                    <a:pt x="0" y="0"/>
                  </a:lnTo>
                  <a:lnTo>
                    <a:pt x="0" y="213791"/>
                  </a:lnTo>
                  <a:close/>
                </a:path>
              </a:pathLst>
            </a:custGeom>
            <a:ln w="1905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23074656-1C2A-8D14-E3D8-CF60C46878E8}"/>
                </a:ext>
              </a:extLst>
            </p:cNvPr>
            <p:cNvSpPr txBox="1"/>
            <p:nvPr/>
          </p:nvSpPr>
          <p:spPr>
            <a:xfrm>
              <a:off x="5205729" y="2123483"/>
              <a:ext cx="939800" cy="582930"/>
            </a:xfrm>
            <a:prstGeom prst="rect">
              <a:avLst/>
            </a:prstGeom>
          </p:spPr>
          <p:txBody>
            <a:bodyPr vert="horz" wrap="square" lIns="0" tIns="3365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65"/>
                </a:spcBef>
              </a:pPr>
              <a:r>
                <a:rPr sz="1800" spc="-15" dirty="0">
                  <a:solidFill>
                    <a:srgbClr val="3333CC"/>
                  </a:solidFill>
                  <a:latin typeface="Lantinghei SC Extralight"/>
                  <a:cs typeface="Lantinghei SC Extralight"/>
                </a:rPr>
                <a:t>交换原语</a:t>
              </a:r>
              <a:endParaRPr sz="1800">
                <a:latin typeface="Lantinghei SC Extralight"/>
                <a:cs typeface="Lantinghei SC Extralight"/>
              </a:endParaRPr>
            </a:p>
            <a:p>
              <a:pPr marL="470534">
                <a:lnSpc>
                  <a:spcPct val="100000"/>
                </a:lnSpc>
                <a:spcBef>
                  <a:spcPts val="140"/>
                </a:spcBef>
              </a:pPr>
              <a:r>
                <a:rPr sz="1600" spc="-25" dirty="0">
                  <a:solidFill>
                    <a:srgbClr val="3333CC"/>
                  </a:solidFill>
                  <a:latin typeface="Times New Roman"/>
                  <a:cs typeface="Times New Roman"/>
                </a:rPr>
                <a:t>SAP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1EC875A9-767A-AA7B-7B3B-F0035B3D2993}"/>
                </a:ext>
              </a:extLst>
            </p:cNvPr>
            <p:cNvSpPr txBox="1"/>
            <p:nvPr/>
          </p:nvSpPr>
          <p:spPr>
            <a:xfrm>
              <a:off x="546303" y="3005454"/>
              <a:ext cx="11684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10" dirty="0">
                  <a:solidFill>
                    <a:srgbClr val="3333CC"/>
                  </a:solidFill>
                  <a:latin typeface="Lantinghei SC Extralight"/>
                  <a:cs typeface="Lantinghei SC Extralight"/>
                </a:rPr>
                <a:t>服务提供者</a:t>
              </a:r>
              <a:endParaRPr sz="1800" dirty="0">
                <a:latin typeface="Lantinghei SC Extralight"/>
                <a:cs typeface="Lantinghei SC Extralight"/>
              </a:endParaRPr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E79FECA4-E7C6-150C-4983-49C5C306B175}"/>
                </a:ext>
              </a:extLst>
            </p:cNvPr>
            <p:cNvSpPr/>
            <p:nvPr/>
          </p:nvSpPr>
          <p:spPr>
            <a:xfrm>
              <a:off x="1353311" y="2684526"/>
              <a:ext cx="6939915" cy="0"/>
            </a:xfrm>
            <a:custGeom>
              <a:avLst/>
              <a:gdLst/>
              <a:ahLst/>
              <a:cxnLst/>
              <a:rect l="l" t="t" r="r" b="b"/>
              <a:pathLst>
                <a:path w="6939915">
                  <a:moveTo>
                    <a:pt x="0" y="0"/>
                  </a:moveTo>
                  <a:lnTo>
                    <a:pt x="6939915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10A68897-5945-E4B2-1EFA-E22AA7775649}"/>
                </a:ext>
              </a:extLst>
            </p:cNvPr>
            <p:cNvSpPr txBox="1"/>
            <p:nvPr/>
          </p:nvSpPr>
          <p:spPr>
            <a:xfrm>
              <a:off x="7424928" y="2981947"/>
              <a:ext cx="902969" cy="369570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square" lIns="0" tIns="41910" rIns="0" bIns="0" rtlCol="0">
              <a:spAutoFit/>
            </a:bodyPr>
            <a:lstStyle/>
            <a:p>
              <a:pPr marL="92710">
                <a:lnSpc>
                  <a:spcPct val="100000"/>
                </a:lnSpc>
                <a:spcBef>
                  <a:spcPts val="330"/>
                </a:spcBef>
              </a:pPr>
              <a:r>
                <a:rPr sz="1800" dirty="0">
                  <a:solidFill>
                    <a:srgbClr val="3333CC"/>
                  </a:solidFill>
                  <a:latin typeface="Lantinghei SC Extralight"/>
                  <a:cs typeface="Lantinghei SC Extralight"/>
                </a:rPr>
                <a:t>第 </a:t>
              </a:r>
              <a:r>
                <a:rPr sz="1800" dirty="0">
                  <a:solidFill>
                    <a:srgbClr val="3333CC"/>
                  </a:solidFill>
                  <a:latin typeface="Arial"/>
                  <a:cs typeface="Arial"/>
                </a:rPr>
                <a:t>n</a:t>
              </a:r>
              <a:r>
                <a:rPr sz="1800" spc="-5" dirty="0">
                  <a:solidFill>
                    <a:srgbClr val="3333CC"/>
                  </a:solidFill>
                  <a:latin typeface="Arial"/>
                  <a:cs typeface="Arial"/>
                </a:rPr>
                <a:t> </a:t>
              </a:r>
              <a:r>
                <a:rPr sz="1800" spc="-50" dirty="0">
                  <a:solidFill>
                    <a:srgbClr val="3333CC"/>
                  </a:solidFill>
                  <a:latin typeface="Lantinghei SC Extralight"/>
                  <a:cs typeface="Lantinghei SC Extralight"/>
                </a:rPr>
                <a:t>层</a:t>
              </a:r>
              <a:endParaRPr sz="1800" dirty="0">
                <a:latin typeface="Lantinghei SC Extralight"/>
                <a:cs typeface="Lantinghei SC Extralight"/>
              </a:endParaRPr>
            </a:p>
          </p:txBody>
        </p:sp>
        <p:sp>
          <p:nvSpPr>
            <p:cNvPr id="29" name="object 27">
              <a:extLst>
                <a:ext uri="{FF2B5EF4-FFF2-40B4-BE49-F238E27FC236}">
                  <a16:creationId xmlns:a16="http://schemas.microsoft.com/office/drawing/2014/main" id="{0B96B870-1E78-E60E-A471-6F68B280237A}"/>
                </a:ext>
              </a:extLst>
            </p:cNvPr>
            <p:cNvSpPr txBox="1"/>
            <p:nvPr/>
          </p:nvSpPr>
          <p:spPr>
            <a:xfrm>
              <a:off x="7376541" y="1880996"/>
              <a:ext cx="112458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solidFill>
                    <a:srgbClr val="3333CC"/>
                  </a:solidFill>
                  <a:latin typeface="Lantinghei SC Extralight"/>
                  <a:cs typeface="Lantinghei SC Extralight"/>
                </a:rPr>
                <a:t>第 </a:t>
              </a:r>
              <a:r>
                <a:rPr sz="1800" dirty="0">
                  <a:solidFill>
                    <a:srgbClr val="3333CC"/>
                  </a:solidFill>
                  <a:latin typeface="Arial"/>
                  <a:cs typeface="Arial"/>
                </a:rPr>
                <a:t>n + 1</a:t>
              </a:r>
              <a:r>
                <a:rPr sz="1800" spc="-5" dirty="0">
                  <a:solidFill>
                    <a:srgbClr val="3333CC"/>
                  </a:solidFill>
                  <a:latin typeface="Arial"/>
                  <a:cs typeface="Arial"/>
                </a:rPr>
                <a:t> </a:t>
              </a:r>
              <a:r>
                <a:rPr sz="1800" spc="-50" dirty="0">
                  <a:solidFill>
                    <a:srgbClr val="3333CC"/>
                  </a:solidFill>
                  <a:latin typeface="Lantinghei SC Extralight"/>
                  <a:cs typeface="Lantinghei SC Extralight"/>
                </a:rPr>
                <a:t>层</a:t>
              </a:r>
              <a:endParaRPr sz="1800">
                <a:latin typeface="Lantinghei SC Extralight"/>
                <a:cs typeface="Lantinghei SC Extralight"/>
              </a:endParaRPr>
            </a:p>
          </p:txBody>
        </p:sp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C3D9D77A-79DE-2EBD-3728-437216BEA99A}"/>
                </a:ext>
              </a:extLst>
            </p:cNvPr>
            <p:cNvSpPr txBox="1"/>
            <p:nvPr/>
          </p:nvSpPr>
          <p:spPr>
            <a:xfrm>
              <a:off x="610006" y="1705736"/>
              <a:ext cx="9398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15" dirty="0">
                  <a:solidFill>
                    <a:srgbClr val="3333CC"/>
                  </a:solidFill>
                  <a:latin typeface="Lantinghei SC Extralight"/>
                  <a:cs typeface="Lantinghei SC Extralight"/>
                </a:rPr>
                <a:t>服务用户</a:t>
              </a:r>
              <a:endParaRPr sz="1800" dirty="0">
                <a:latin typeface="Lantinghei SC Extralight"/>
                <a:cs typeface="Lantinghei SC Extralight"/>
              </a:endParaRPr>
            </a:p>
          </p:txBody>
        </p:sp>
        <p:sp>
          <p:nvSpPr>
            <p:cNvPr id="37" name="object 35">
              <a:extLst>
                <a:ext uri="{FF2B5EF4-FFF2-40B4-BE49-F238E27FC236}">
                  <a16:creationId xmlns:a16="http://schemas.microsoft.com/office/drawing/2014/main" id="{A89DA183-E1B8-F529-D6BB-F766C5A925EA}"/>
                </a:ext>
              </a:extLst>
            </p:cNvPr>
            <p:cNvSpPr/>
            <p:nvPr/>
          </p:nvSpPr>
          <p:spPr>
            <a:xfrm>
              <a:off x="3383660" y="3133725"/>
              <a:ext cx="2199005" cy="76200"/>
            </a:xfrm>
            <a:custGeom>
              <a:avLst/>
              <a:gdLst/>
              <a:ahLst/>
              <a:cxnLst/>
              <a:rect l="l" t="t" r="r" b="b"/>
              <a:pathLst>
                <a:path w="2199004" h="76200">
                  <a:moveTo>
                    <a:pt x="127000" y="0"/>
                  </a:moveTo>
                  <a:lnTo>
                    <a:pt x="0" y="38100"/>
                  </a:lnTo>
                  <a:lnTo>
                    <a:pt x="127000" y="76200"/>
                  </a:lnTo>
                  <a:lnTo>
                    <a:pt x="127000" y="44450"/>
                  </a:lnTo>
                  <a:lnTo>
                    <a:pt x="114300" y="44450"/>
                  </a:lnTo>
                  <a:lnTo>
                    <a:pt x="114300" y="31750"/>
                  </a:lnTo>
                  <a:lnTo>
                    <a:pt x="127000" y="31750"/>
                  </a:lnTo>
                  <a:lnTo>
                    <a:pt x="127000" y="0"/>
                  </a:lnTo>
                  <a:close/>
                </a:path>
                <a:path w="2199004" h="76200">
                  <a:moveTo>
                    <a:pt x="127000" y="31750"/>
                  </a:moveTo>
                  <a:lnTo>
                    <a:pt x="114300" y="31750"/>
                  </a:lnTo>
                  <a:lnTo>
                    <a:pt x="114300" y="44450"/>
                  </a:lnTo>
                  <a:lnTo>
                    <a:pt x="127000" y="44450"/>
                  </a:lnTo>
                  <a:lnTo>
                    <a:pt x="127000" y="31750"/>
                  </a:lnTo>
                  <a:close/>
                </a:path>
                <a:path w="2199004" h="76200">
                  <a:moveTo>
                    <a:pt x="165100" y="31750"/>
                  </a:moveTo>
                  <a:lnTo>
                    <a:pt x="127000" y="31750"/>
                  </a:lnTo>
                  <a:lnTo>
                    <a:pt x="127000" y="44450"/>
                  </a:lnTo>
                  <a:lnTo>
                    <a:pt x="165100" y="44450"/>
                  </a:lnTo>
                  <a:lnTo>
                    <a:pt x="165100" y="31750"/>
                  </a:lnTo>
                  <a:close/>
                </a:path>
                <a:path w="2199004" h="76200">
                  <a:moveTo>
                    <a:pt x="254000" y="31750"/>
                  </a:moveTo>
                  <a:lnTo>
                    <a:pt x="203200" y="31750"/>
                  </a:lnTo>
                  <a:lnTo>
                    <a:pt x="203200" y="44450"/>
                  </a:lnTo>
                  <a:lnTo>
                    <a:pt x="254000" y="44450"/>
                  </a:lnTo>
                  <a:lnTo>
                    <a:pt x="254000" y="31750"/>
                  </a:lnTo>
                  <a:close/>
                </a:path>
                <a:path w="2199004" h="76200">
                  <a:moveTo>
                    <a:pt x="342900" y="31750"/>
                  </a:moveTo>
                  <a:lnTo>
                    <a:pt x="292100" y="31750"/>
                  </a:lnTo>
                  <a:lnTo>
                    <a:pt x="292100" y="44450"/>
                  </a:lnTo>
                  <a:lnTo>
                    <a:pt x="342900" y="44450"/>
                  </a:lnTo>
                  <a:lnTo>
                    <a:pt x="342900" y="31750"/>
                  </a:lnTo>
                  <a:close/>
                </a:path>
                <a:path w="2199004" h="76200">
                  <a:moveTo>
                    <a:pt x="431800" y="31750"/>
                  </a:moveTo>
                  <a:lnTo>
                    <a:pt x="381000" y="31750"/>
                  </a:lnTo>
                  <a:lnTo>
                    <a:pt x="381000" y="44450"/>
                  </a:lnTo>
                  <a:lnTo>
                    <a:pt x="431800" y="44450"/>
                  </a:lnTo>
                  <a:lnTo>
                    <a:pt x="431800" y="31750"/>
                  </a:lnTo>
                  <a:close/>
                </a:path>
                <a:path w="2199004" h="76200">
                  <a:moveTo>
                    <a:pt x="520700" y="31750"/>
                  </a:moveTo>
                  <a:lnTo>
                    <a:pt x="469900" y="31750"/>
                  </a:lnTo>
                  <a:lnTo>
                    <a:pt x="469900" y="44450"/>
                  </a:lnTo>
                  <a:lnTo>
                    <a:pt x="520700" y="44450"/>
                  </a:lnTo>
                  <a:lnTo>
                    <a:pt x="520700" y="31750"/>
                  </a:lnTo>
                  <a:close/>
                </a:path>
                <a:path w="2199004" h="76200">
                  <a:moveTo>
                    <a:pt x="609600" y="31750"/>
                  </a:moveTo>
                  <a:lnTo>
                    <a:pt x="558800" y="31750"/>
                  </a:lnTo>
                  <a:lnTo>
                    <a:pt x="558800" y="44450"/>
                  </a:lnTo>
                  <a:lnTo>
                    <a:pt x="609600" y="44450"/>
                  </a:lnTo>
                  <a:lnTo>
                    <a:pt x="609600" y="31750"/>
                  </a:lnTo>
                  <a:close/>
                </a:path>
                <a:path w="2199004" h="76200">
                  <a:moveTo>
                    <a:pt x="698500" y="31750"/>
                  </a:moveTo>
                  <a:lnTo>
                    <a:pt x="647700" y="31750"/>
                  </a:lnTo>
                  <a:lnTo>
                    <a:pt x="647700" y="44450"/>
                  </a:lnTo>
                  <a:lnTo>
                    <a:pt x="698500" y="44450"/>
                  </a:lnTo>
                  <a:lnTo>
                    <a:pt x="698500" y="31750"/>
                  </a:lnTo>
                  <a:close/>
                </a:path>
                <a:path w="2199004" h="76200">
                  <a:moveTo>
                    <a:pt x="787400" y="31750"/>
                  </a:moveTo>
                  <a:lnTo>
                    <a:pt x="736600" y="31750"/>
                  </a:lnTo>
                  <a:lnTo>
                    <a:pt x="736600" y="44450"/>
                  </a:lnTo>
                  <a:lnTo>
                    <a:pt x="787400" y="44450"/>
                  </a:lnTo>
                  <a:lnTo>
                    <a:pt x="787400" y="31750"/>
                  </a:lnTo>
                  <a:close/>
                </a:path>
                <a:path w="2199004" h="76200">
                  <a:moveTo>
                    <a:pt x="876300" y="31750"/>
                  </a:moveTo>
                  <a:lnTo>
                    <a:pt x="825500" y="31750"/>
                  </a:lnTo>
                  <a:lnTo>
                    <a:pt x="825500" y="44450"/>
                  </a:lnTo>
                  <a:lnTo>
                    <a:pt x="876300" y="44450"/>
                  </a:lnTo>
                  <a:lnTo>
                    <a:pt x="876300" y="31750"/>
                  </a:lnTo>
                  <a:close/>
                </a:path>
                <a:path w="2199004" h="76200">
                  <a:moveTo>
                    <a:pt x="965200" y="31750"/>
                  </a:moveTo>
                  <a:lnTo>
                    <a:pt x="914400" y="31750"/>
                  </a:lnTo>
                  <a:lnTo>
                    <a:pt x="914400" y="44450"/>
                  </a:lnTo>
                  <a:lnTo>
                    <a:pt x="965200" y="44450"/>
                  </a:lnTo>
                  <a:lnTo>
                    <a:pt x="965200" y="31750"/>
                  </a:lnTo>
                  <a:close/>
                </a:path>
                <a:path w="2199004" h="76200">
                  <a:moveTo>
                    <a:pt x="1054100" y="31750"/>
                  </a:moveTo>
                  <a:lnTo>
                    <a:pt x="1003300" y="31750"/>
                  </a:lnTo>
                  <a:lnTo>
                    <a:pt x="1003300" y="44450"/>
                  </a:lnTo>
                  <a:lnTo>
                    <a:pt x="1054100" y="44450"/>
                  </a:lnTo>
                  <a:lnTo>
                    <a:pt x="1054100" y="31750"/>
                  </a:lnTo>
                  <a:close/>
                </a:path>
                <a:path w="2199004" h="76200">
                  <a:moveTo>
                    <a:pt x="1143000" y="31750"/>
                  </a:moveTo>
                  <a:lnTo>
                    <a:pt x="1092200" y="31750"/>
                  </a:lnTo>
                  <a:lnTo>
                    <a:pt x="1092200" y="44450"/>
                  </a:lnTo>
                  <a:lnTo>
                    <a:pt x="1143000" y="44450"/>
                  </a:lnTo>
                  <a:lnTo>
                    <a:pt x="1143000" y="31750"/>
                  </a:lnTo>
                  <a:close/>
                </a:path>
                <a:path w="2199004" h="76200">
                  <a:moveTo>
                    <a:pt x="1231900" y="31750"/>
                  </a:moveTo>
                  <a:lnTo>
                    <a:pt x="1181100" y="31750"/>
                  </a:lnTo>
                  <a:lnTo>
                    <a:pt x="1181100" y="44450"/>
                  </a:lnTo>
                  <a:lnTo>
                    <a:pt x="1231900" y="44450"/>
                  </a:lnTo>
                  <a:lnTo>
                    <a:pt x="1231900" y="31750"/>
                  </a:lnTo>
                  <a:close/>
                </a:path>
                <a:path w="2199004" h="76200">
                  <a:moveTo>
                    <a:pt x="1320800" y="31750"/>
                  </a:moveTo>
                  <a:lnTo>
                    <a:pt x="1270000" y="31750"/>
                  </a:lnTo>
                  <a:lnTo>
                    <a:pt x="1270000" y="44450"/>
                  </a:lnTo>
                  <a:lnTo>
                    <a:pt x="1320800" y="44450"/>
                  </a:lnTo>
                  <a:lnTo>
                    <a:pt x="1320800" y="31750"/>
                  </a:lnTo>
                  <a:close/>
                </a:path>
                <a:path w="2199004" h="76200">
                  <a:moveTo>
                    <a:pt x="1409700" y="31750"/>
                  </a:moveTo>
                  <a:lnTo>
                    <a:pt x="1358900" y="31750"/>
                  </a:lnTo>
                  <a:lnTo>
                    <a:pt x="1358900" y="44450"/>
                  </a:lnTo>
                  <a:lnTo>
                    <a:pt x="1409700" y="44450"/>
                  </a:lnTo>
                  <a:lnTo>
                    <a:pt x="1409700" y="31750"/>
                  </a:lnTo>
                  <a:close/>
                </a:path>
                <a:path w="2199004" h="76200">
                  <a:moveTo>
                    <a:pt x="1498600" y="31750"/>
                  </a:moveTo>
                  <a:lnTo>
                    <a:pt x="1447800" y="31750"/>
                  </a:lnTo>
                  <a:lnTo>
                    <a:pt x="1447800" y="44450"/>
                  </a:lnTo>
                  <a:lnTo>
                    <a:pt x="1498600" y="44450"/>
                  </a:lnTo>
                  <a:lnTo>
                    <a:pt x="1498600" y="31750"/>
                  </a:lnTo>
                  <a:close/>
                </a:path>
                <a:path w="2199004" h="76200">
                  <a:moveTo>
                    <a:pt x="1587500" y="31750"/>
                  </a:moveTo>
                  <a:lnTo>
                    <a:pt x="1536700" y="31750"/>
                  </a:lnTo>
                  <a:lnTo>
                    <a:pt x="1536700" y="44450"/>
                  </a:lnTo>
                  <a:lnTo>
                    <a:pt x="1587500" y="44450"/>
                  </a:lnTo>
                  <a:lnTo>
                    <a:pt x="1587500" y="31750"/>
                  </a:lnTo>
                  <a:close/>
                </a:path>
                <a:path w="2199004" h="76200">
                  <a:moveTo>
                    <a:pt x="1676400" y="31750"/>
                  </a:moveTo>
                  <a:lnTo>
                    <a:pt x="1625600" y="31750"/>
                  </a:lnTo>
                  <a:lnTo>
                    <a:pt x="1625600" y="44450"/>
                  </a:lnTo>
                  <a:lnTo>
                    <a:pt x="1676400" y="44450"/>
                  </a:lnTo>
                  <a:lnTo>
                    <a:pt x="1676400" y="31750"/>
                  </a:lnTo>
                  <a:close/>
                </a:path>
                <a:path w="2199004" h="76200">
                  <a:moveTo>
                    <a:pt x="1765300" y="31750"/>
                  </a:moveTo>
                  <a:lnTo>
                    <a:pt x="1714500" y="31750"/>
                  </a:lnTo>
                  <a:lnTo>
                    <a:pt x="1714500" y="44450"/>
                  </a:lnTo>
                  <a:lnTo>
                    <a:pt x="1765300" y="44450"/>
                  </a:lnTo>
                  <a:lnTo>
                    <a:pt x="1765300" y="31750"/>
                  </a:lnTo>
                  <a:close/>
                </a:path>
                <a:path w="2199004" h="76200">
                  <a:moveTo>
                    <a:pt x="1854200" y="31750"/>
                  </a:moveTo>
                  <a:lnTo>
                    <a:pt x="1803400" y="31750"/>
                  </a:lnTo>
                  <a:lnTo>
                    <a:pt x="1803400" y="44450"/>
                  </a:lnTo>
                  <a:lnTo>
                    <a:pt x="1854200" y="44450"/>
                  </a:lnTo>
                  <a:lnTo>
                    <a:pt x="1854200" y="31750"/>
                  </a:lnTo>
                  <a:close/>
                </a:path>
                <a:path w="2199004" h="76200">
                  <a:moveTo>
                    <a:pt x="1943100" y="31750"/>
                  </a:moveTo>
                  <a:lnTo>
                    <a:pt x="1892300" y="31750"/>
                  </a:lnTo>
                  <a:lnTo>
                    <a:pt x="1892300" y="44450"/>
                  </a:lnTo>
                  <a:lnTo>
                    <a:pt x="1943100" y="44450"/>
                  </a:lnTo>
                  <a:lnTo>
                    <a:pt x="1943100" y="31750"/>
                  </a:lnTo>
                  <a:close/>
                </a:path>
                <a:path w="2199004" h="76200">
                  <a:moveTo>
                    <a:pt x="2032000" y="31750"/>
                  </a:moveTo>
                  <a:lnTo>
                    <a:pt x="1981200" y="31750"/>
                  </a:lnTo>
                  <a:lnTo>
                    <a:pt x="1981200" y="44450"/>
                  </a:lnTo>
                  <a:lnTo>
                    <a:pt x="2032000" y="44450"/>
                  </a:lnTo>
                  <a:lnTo>
                    <a:pt x="2032000" y="31750"/>
                  </a:lnTo>
                  <a:close/>
                </a:path>
                <a:path w="2199004" h="76200">
                  <a:moveTo>
                    <a:pt x="2071751" y="0"/>
                  </a:moveTo>
                  <a:lnTo>
                    <a:pt x="2071751" y="76200"/>
                  </a:lnTo>
                  <a:lnTo>
                    <a:pt x="2177584" y="44450"/>
                  </a:lnTo>
                  <a:lnTo>
                    <a:pt x="2084451" y="44450"/>
                  </a:lnTo>
                  <a:lnTo>
                    <a:pt x="2084451" y="31750"/>
                  </a:lnTo>
                  <a:lnTo>
                    <a:pt x="2177584" y="31750"/>
                  </a:lnTo>
                  <a:lnTo>
                    <a:pt x="2071751" y="0"/>
                  </a:lnTo>
                  <a:close/>
                </a:path>
                <a:path w="2199004" h="76200">
                  <a:moveTo>
                    <a:pt x="2071751" y="31750"/>
                  </a:moveTo>
                  <a:lnTo>
                    <a:pt x="2070100" y="31750"/>
                  </a:lnTo>
                  <a:lnTo>
                    <a:pt x="2070100" y="44450"/>
                  </a:lnTo>
                  <a:lnTo>
                    <a:pt x="2071751" y="44450"/>
                  </a:lnTo>
                  <a:lnTo>
                    <a:pt x="2071751" y="31750"/>
                  </a:lnTo>
                  <a:close/>
                </a:path>
                <a:path w="2199004" h="76200">
                  <a:moveTo>
                    <a:pt x="2177584" y="31750"/>
                  </a:moveTo>
                  <a:lnTo>
                    <a:pt x="2084451" y="31750"/>
                  </a:lnTo>
                  <a:lnTo>
                    <a:pt x="2084451" y="44450"/>
                  </a:lnTo>
                  <a:lnTo>
                    <a:pt x="2177584" y="44450"/>
                  </a:lnTo>
                  <a:lnTo>
                    <a:pt x="2198751" y="38100"/>
                  </a:lnTo>
                  <a:lnTo>
                    <a:pt x="2177584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6">
              <a:extLst>
                <a:ext uri="{FF2B5EF4-FFF2-40B4-BE49-F238E27FC236}">
                  <a16:creationId xmlns:a16="http://schemas.microsoft.com/office/drawing/2014/main" id="{7F540BC4-8713-6B2B-ACBF-06A2B9E90F77}"/>
                </a:ext>
              </a:extLst>
            </p:cNvPr>
            <p:cNvSpPr txBox="1"/>
            <p:nvPr/>
          </p:nvSpPr>
          <p:spPr>
            <a:xfrm>
              <a:off x="4066666" y="3016618"/>
              <a:ext cx="929005" cy="369570"/>
            </a:xfrm>
            <a:prstGeom prst="rect">
              <a:avLst/>
            </a:prstGeom>
            <a:solidFill>
              <a:srgbClr val="AEDC7D"/>
            </a:solidFill>
          </p:spPr>
          <p:txBody>
            <a:bodyPr vert="horz" wrap="square" lIns="0" tIns="41910" rIns="0" bIns="0" rtlCol="0">
              <a:spAutoFit/>
            </a:bodyPr>
            <a:lstStyle/>
            <a:p>
              <a:pPr marL="92075">
                <a:lnSpc>
                  <a:spcPct val="100000"/>
                </a:lnSpc>
                <a:spcBef>
                  <a:spcPts val="330"/>
                </a:spcBef>
              </a:pPr>
              <a:r>
                <a:rPr sz="1800" spc="-5" dirty="0">
                  <a:solidFill>
                    <a:srgbClr val="3333CC"/>
                  </a:solidFill>
                  <a:latin typeface="Lantinghei SC Extralight"/>
                  <a:cs typeface="Lantinghei SC Extralight"/>
                </a:rPr>
                <a:t>协议</a:t>
              </a:r>
              <a:r>
                <a:rPr sz="1800" spc="-25" dirty="0">
                  <a:solidFill>
                    <a:srgbClr val="3333CC"/>
                  </a:solidFill>
                  <a:latin typeface="Arial"/>
                  <a:cs typeface="Arial"/>
                </a:rPr>
                <a:t>(n)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39" name="object 37">
              <a:extLst>
                <a:ext uri="{FF2B5EF4-FFF2-40B4-BE49-F238E27FC236}">
                  <a16:creationId xmlns:a16="http://schemas.microsoft.com/office/drawing/2014/main" id="{AD1F789A-A825-48F4-FDB7-9AC178FC191A}"/>
                </a:ext>
              </a:extLst>
            </p:cNvPr>
            <p:cNvSpPr/>
            <p:nvPr/>
          </p:nvSpPr>
          <p:spPr>
            <a:xfrm>
              <a:off x="2709087" y="2099182"/>
              <a:ext cx="3573145" cy="617855"/>
            </a:xfrm>
            <a:custGeom>
              <a:avLst/>
              <a:gdLst/>
              <a:ahLst/>
              <a:cxnLst/>
              <a:rect l="l" t="t" r="r" b="b"/>
              <a:pathLst>
                <a:path w="3573145" h="617855">
                  <a:moveTo>
                    <a:pt x="86182" y="85852"/>
                  </a:moveTo>
                  <a:lnTo>
                    <a:pt x="79019" y="71501"/>
                  </a:lnTo>
                  <a:lnTo>
                    <a:pt x="43383" y="0"/>
                  </a:lnTo>
                  <a:lnTo>
                    <a:pt x="381" y="85852"/>
                  </a:lnTo>
                  <a:lnTo>
                    <a:pt x="29006" y="85852"/>
                  </a:lnTo>
                  <a:lnTo>
                    <a:pt x="28536" y="532130"/>
                  </a:lnTo>
                  <a:lnTo>
                    <a:pt x="0" y="532130"/>
                  </a:lnTo>
                  <a:lnTo>
                    <a:pt x="42748" y="617728"/>
                  </a:lnTo>
                  <a:lnTo>
                    <a:pt x="78536" y="546354"/>
                  </a:lnTo>
                  <a:lnTo>
                    <a:pt x="85674" y="532130"/>
                  </a:lnTo>
                  <a:lnTo>
                    <a:pt x="57111" y="532130"/>
                  </a:lnTo>
                  <a:lnTo>
                    <a:pt x="57581" y="85852"/>
                  </a:lnTo>
                  <a:lnTo>
                    <a:pt x="86182" y="85852"/>
                  </a:lnTo>
                  <a:close/>
                </a:path>
                <a:path w="3573145" h="617855">
                  <a:moveTo>
                    <a:pt x="3572713" y="85852"/>
                  </a:moveTo>
                  <a:lnTo>
                    <a:pt x="3565575" y="71501"/>
                  </a:lnTo>
                  <a:lnTo>
                    <a:pt x="3530041" y="0"/>
                  </a:lnTo>
                  <a:lnTo>
                    <a:pt x="3486912" y="85852"/>
                  </a:lnTo>
                  <a:lnTo>
                    <a:pt x="3515525" y="85852"/>
                  </a:lnTo>
                  <a:lnTo>
                    <a:pt x="3514814" y="532130"/>
                  </a:lnTo>
                  <a:lnTo>
                    <a:pt x="3486277" y="532130"/>
                  </a:lnTo>
                  <a:lnTo>
                    <a:pt x="3528898" y="617728"/>
                  </a:lnTo>
                  <a:lnTo>
                    <a:pt x="3564788" y="546354"/>
                  </a:lnTo>
                  <a:lnTo>
                    <a:pt x="3571951" y="532130"/>
                  </a:lnTo>
                  <a:lnTo>
                    <a:pt x="3543389" y="532130"/>
                  </a:lnTo>
                  <a:lnTo>
                    <a:pt x="3544112" y="85852"/>
                  </a:lnTo>
                  <a:lnTo>
                    <a:pt x="3572713" y="85852"/>
                  </a:lnTo>
                  <a:close/>
                </a:path>
              </a:pathLst>
            </a:custGeom>
            <a:solidFill>
              <a:srgbClr val="1637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8">
              <a:extLst>
                <a:ext uri="{FF2B5EF4-FFF2-40B4-BE49-F238E27FC236}">
                  <a16:creationId xmlns:a16="http://schemas.microsoft.com/office/drawing/2014/main" id="{1A42D372-B8F7-6784-459C-8B2833C93CA4}"/>
                </a:ext>
              </a:extLst>
            </p:cNvPr>
            <p:cNvSpPr txBox="1"/>
            <p:nvPr/>
          </p:nvSpPr>
          <p:spPr>
            <a:xfrm>
              <a:off x="2527807" y="1215897"/>
              <a:ext cx="65151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Lantinghei SC Heavy"/>
                  <a:cs typeface="Lantinghei SC Heavy"/>
                </a:rPr>
                <a:t>系统</a:t>
              </a:r>
              <a:r>
                <a:rPr sz="1800" b="1" spc="-50" dirty="0">
                  <a:latin typeface="Times New Roman"/>
                  <a:cs typeface="Times New Roman"/>
                </a:rPr>
                <a:t>A</a:t>
              </a:r>
              <a:endParaRPr sz="1800">
                <a:latin typeface="Times New Roman"/>
                <a:cs typeface="Times New Roman"/>
              </a:endParaRPr>
            </a:p>
          </p:txBody>
        </p:sp>
        <p:sp>
          <p:nvSpPr>
            <p:cNvPr id="44" name="object 39">
              <a:extLst>
                <a:ext uri="{FF2B5EF4-FFF2-40B4-BE49-F238E27FC236}">
                  <a16:creationId xmlns:a16="http://schemas.microsoft.com/office/drawing/2014/main" id="{0A0ED2C9-EDEC-5F7D-4142-30E8BD17D2C5}"/>
                </a:ext>
              </a:extLst>
            </p:cNvPr>
            <p:cNvSpPr txBox="1"/>
            <p:nvPr/>
          </p:nvSpPr>
          <p:spPr>
            <a:xfrm>
              <a:off x="5940044" y="1216863"/>
              <a:ext cx="63881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Lantinghei SC Heavy"/>
                  <a:cs typeface="Lantinghei SC Heavy"/>
                </a:rPr>
                <a:t>系统</a:t>
              </a:r>
              <a:r>
                <a:rPr sz="1800" b="1" spc="-50" dirty="0">
                  <a:latin typeface="Times New Roman"/>
                  <a:cs typeface="Times New Roman"/>
                </a:rPr>
                <a:t>B</a:t>
              </a:r>
              <a:endParaRPr sz="1800">
                <a:latin typeface="Times New Roman"/>
                <a:cs typeface="Times New Roman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8E95192C-3B1A-B639-AD00-C54B86D6834A}"/>
                </a:ext>
              </a:extLst>
            </p:cNvPr>
            <p:cNvSpPr/>
            <p:nvPr/>
          </p:nvSpPr>
          <p:spPr>
            <a:xfrm>
              <a:off x="5632129" y="1689453"/>
              <a:ext cx="1381413" cy="37592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实体（</a:t>
              </a:r>
              <a:r>
                <a:rPr kumimoji="1" lang="en-US" altLang="zh-CN" dirty="0"/>
                <a:t>n+1</a:t>
              </a:r>
              <a:r>
                <a:rPr kumimoji="1" lang="zh-CN" altLang="en-US" dirty="0"/>
                <a:t>）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D4E13773-2955-B857-E651-BCD1ABC5989F}"/>
                </a:ext>
              </a:extLst>
            </p:cNvPr>
            <p:cNvSpPr/>
            <p:nvPr/>
          </p:nvSpPr>
          <p:spPr>
            <a:xfrm>
              <a:off x="1961780" y="1729346"/>
              <a:ext cx="1381413" cy="37592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实体（</a:t>
              </a:r>
              <a:r>
                <a:rPr kumimoji="1" lang="en-US" altLang="zh-CN" dirty="0"/>
                <a:t>n+1</a:t>
              </a:r>
              <a:r>
                <a:rPr kumimoji="1" lang="zh-CN" altLang="en-US" dirty="0"/>
                <a:t>）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CD5FC823-BFD9-DE8E-DE12-FD55AA15CFA6}"/>
                </a:ext>
              </a:extLst>
            </p:cNvPr>
            <p:cNvSpPr/>
            <p:nvPr/>
          </p:nvSpPr>
          <p:spPr>
            <a:xfrm>
              <a:off x="2051963" y="2987676"/>
              <a:ext cx="1381413" cy="37592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实体（</a:t>
              </a:r>
              <a:r>
                <a:rPr kumimoji="1" lang="en-US" altLang="zh-CN" dirty="0"/>
                <a:t>n</a:t>
              </a:r>
              <a:r>
                <a:rPr kumimoji="1" lang="zh-CN" altLang="en-US" dirty="0"/>
                <a:t>）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D56622F5-CA91-E6C2-8A62-896728782A03}"/>
                </a:ext>
              </a:extLst>
            </p:cNvPr>
            <p:cNvSpPr/>
            <p:nvPr/>
          </p:nvSpPr>
          <p:spPr>
            <a:xfrm>
              <a:off x="5597906" y="2987676"/>
              <a:ext cx="1381413" cy="37592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实体（</a:t>
              </a:r>
              <a:r>
                <a:rPr kumimoji="1" lang="en-US" altLang="zh-CN" dirty="0"/>
                <a:t>n</a:t>
              </a:r>
              <a:r>
                <a:rPr kumimoji="1" lang="zh-CN" altLang="en-US" dirty="0"/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4158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B0E25520-58BD-1937-D417-0AD63EEBCE53}"/>
              </a:ext>
            </a:extLst>
          </p:cNvPr>
          <p:cNvGrpSpPr/>
          <p:nvPr/>
        </p:nvGrpSpPr>
        <p:grpSpPr>
          <a:xfrm>
            <a:off x="1512824" y="2138172"/>
            <a:ext cx="7235825" cy="4245737"/>
            <a:chOff x="1512824" y="2138172"/>
            <a:chExt cx="7235825" cy="4245737"/>
          </a:xfrm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8BC34558-2742-BB75-4E72-4B4B03D9D22B}"/>
                </a:ext>
              </a:extLst>
            </p:cNvPr>
            <p:cNvSpPr/>
            <p:nvPr/>
          </p:nvSpPr>
          <p:spPr>
            <a:xfrm>
              <a:off x="1512824" y="3937254"/>
              <a:ext cx="7235825" cy="2446655"/>
            </a:xfrm>
            <a:custGeom>
              <a:avLst/>
              <a:gdLst/>
              <a:ahLst/>
              <a:cxnLst/>
              <a:rect l="l" t="t" r="r" b="b"/>
              <a:pathLst>
                <a:path w="7235825" h="2446654">
                  <a:moveTo>
                    <a:pt x="3617849" y="0"/>
                  </a:moveTo>
                  <a:lnTo>
                    <a:pt x="0" y="2446451"/>
                  </a:lnTo>
                  <a:lnTo>
                    <a:pt x="7235825" y="2446451"/>
                  </a:lnTo>
                  <a:lnTo>
                    <a:pt x="3617849" y="0"/>
                  </a:lnTo>
                  <a:close/>
                </a:path>
              </a:pathLst>
            </a:custGeom>
            <a:solidFill>
              <a:srgbClr val="CC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AB001900-52CC-18F9-8EAC-8230A08AA72A}"/>
                </a:ext>
              </a:extLst>
            </p:cNvPr>
            <p:cNvSpPr/>
            <p:nvPr/>
          </p:nvSpPr>
          <p:spPr>
            <a:xfrm>
              <a:off x="1512824" y="3937254"/>
              <a:ext cx="7235825" cy="2446655"/>
            </a:xfrm>
            <a:custGeom>
              <a:avLst/>
              <a:gdLst/>
              <a:ahLst/>
              <a:cxnLst/>
              <a:rect l="l" t="t" r="r" b="b"/>
              <a:pathLst>
                <a:path w="7235825" h="2446654">
                  <a:moveTo>
                    <a:pt x="0" y="2446451"/>
                  </a:moveTo>
                  <a:lnTo>
                    <a:pt x="3617849" y="0"/>
                  </a:lnTo>
                  <a:lnTo>
                    <a:pt x="7235825" y="2446451"/>
                  </a:lnTo>
                  <a:lnTo>
                    <a:pt x="0" y="2446451"/>
                  </a:lnTo>
                  <a:close/>
                </a:path>
              </a:pathLst>
            </a:custGeom>
            <a:ln w="9525">
              <a:solidFill>
                <a:srgbClr val="1637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71719B0D-BFAC-37ED-8AE4-6443153D7447}"/>
                </a:ext>
              </a:extLst>
            </p:cNvPr>
            <p:cNvSpPr/>
            <p:nvPr/>
          </p:nvSpPr>
          <p:spPr>
            <a:xfrm>
              <a:off x="1512824" y="2138172"/>
              <a:ext cx="7235825" cy="2989580"/>
            </a:xfrm>
            <a:custGeom>
              <a:avLst/>
              <a:gdLst/>
              <a:ahLst/>
              <a:cxnLst/>
              <a:rect l="l" t="t" r="r" b="b"/>
              <a:pathLst>
                <a:path w="7235825" h="2989579">
                  <a:moveTo>
                    <a:pt x="7235825" y="0"/>
                  </a:moveTo>
                  <a:lnTo>
                    <a:pt x="0" y="0"/>
                  </a:lnTo>
                  <a:lnTo>
                    <a:pt x="3617849" y="2989326"/>
                  </a:lnTo>
                  <a:lnTo>
                    <a:pt x="7235825" y="0"/>
                  </a:lnTo>
                  <a:close/>
                </a:path>
              </a:pathLst>
            </a:custGeom>
            <a:solidFill>
              <a:srgbClr val="CC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A225552A-6850-1300-74E5-7A7599E56B67}"/>
                </a:ext>
              </a:extLst>
            </p:cNvPr>
            <p:cNvSpPr/>
            <p:nvPr/>
          </p:nvSpPr>
          <p:spPr>
            <a:xfrm>
              <a:off x="1512824" y="2138172"/>
              <a:ext cx="7235825" cy="2989580"/>
            </a:xfrm>
            <a:custGeom>
              <a:avLst/>
              <a:gdLst/>
              <a:ahLst/>
              <a:cxnLst/>
              <a:rect l="l" t="t" r="r" b="b"/>
              <a:pathLst>
                <a:path w="7235825" h="2989579">
                  <a:moveTo>
                    <a:pt x="0" y="0"/>
                  </a:moveTo>
                  <a:lnTo>
                    <a:pt x="3617849" y="2989326"/>
                  </a:lnTo>
                  <a:lnTo>
                    <a:pt x="7235825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637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0">
            <a:extLst>
              <a:ext uri="{FF2B5EF4-FFF2-40B4-BE49-F238E27FC236}">
                <a16:creationId xmlns:a16="http://schemas.microsoft.com/office/drawing/2014/main" id="{A3653A73-2321-6C8E-57C9-F10770AB7DDD}"/>
              </a:ext>
            </a:extLst>
          </p:cNvPr>
          <p:cNvSpPr txBox="1"/>
          <p:nvPr/>
        </p:nvSpPr>
        <p:spPr>
          <a:xfrm>
            <a:off x="2614548" y="2307844"/>
            <a:ext cx="814705" cy="393700"/>
          </a:xfrm>
          <a:prstGeom prst="rect">
            <a:avLst/>
          </a:prstGeom>
          <a:solidFill>
            <a:srgbClr val="CCEBFF"/>
          </a:solidFill>
          <a:ln w="9525">
            <a:solidFill>
              <a:srgbClr val="163793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300"/>
              </a:spcBef>
            </a:pPr>
            <a:r>
              <a:rPr sz="2000" b="1" spc="-20" dirty="0">
                <a:solidFill>
                  <a:srgbClr val="333399"/>
                </a:solidFill>
                <a:latin typeface="Arial"/>
                <a:cs typeface="Arial"/>
              </a:rPr>
              <a:t>HTTP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9E1D7B8F-4DF9-743C-EF60-2D8C0E008C1D}"/>
              </a:ext>
            </a:extLst>
          </p:cNvPr>
          <p:cNvSpPr txBox="1"/>
          <p:nvPr/>
        </p:nvSpPr>
        <p:spPr>
          <a:xfrm>
            <a:off x="4162297" y="2307844"/>
            <a:ext cx="815975" cy="393700"/>
          </a:xfrm>
          <a:prstGeom prst="rect">
            <a:avLst/>
          </a:prstGeom>
          <a:solidFill>
            <a:srgbClr val="CCEBFF"/>
          </a:solidFill>
          <a:ln w="9525">
            <a:solidFill>
              <a:srgbClr val="163793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300"/>
              </a:spcBef>
            </a:pPr>
            <a:r>
              <a:rPr sz="2000" b="1" spc="-20" dirty="0">
                <a:solidFill>
                  <a:srgbClr val="333399"/>
                </a:solidFill>
                <a:latin typeface="Arial"/>
                <a:cs typeface="Arial"/>
              </a:rPr>
              <a:t>SMTP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DE73F1A1-8857-F4BE-1F4E-170ECBAA03C1}"/>
              </a:ext>
            </a:extLst>
          </p:cNvPr>
          <p:cNvSpPr txBox="1"/>
          <p:nvPr/>
        </p:nvSpPr>
        <p:spPr>
          <a:xfrm>
            <a:off x="5303773" y="2307844"/>
            <a:ext cx="814705" cy="393700"/>
          </a:xfrm>
          <a:prstGeom prst="rect">
            <a:avLst/>
          </a:prstGeom>
          <a:solidFill>
            <a:srgbClr val="CCEBFF"/>
          </a:solidFill>
          <a:ln w="9525">
            <a:solidFill>
              <a:srgbClr val="163793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300"/>
              </a:spcBef>
            </a:pPr>
            <a:r>
              <a:rPr sz="2000" b="1" spc="-25" dirty="0">
                <a:solidFill>
                  <a:srgbClr val="333399"/>
                </a:solidFill>
                <a:latin typeface="Arial"/>
                <a:cs typeface="Arial"/>
              </a:rPr>
              <a:t>DNS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2C2E9273-41CC-0432-0247-3C45CE5FF38C}"/>
              </a:ext>
            </a:extLst>
          </p:cNvPr>
          <p:cNvSpPr txBox="1"/>
          <p:nvPr/>
        </p:nvSpPr>
        <p:spPr>
          <a:xfrm>
            <a:off x="6851522" y="2307844"/>
            <a:ext cx="815975" cy="393700"/>
          </a:xfrm>
          <a:prstGeom prst="rect">
            <a:avLst/>
          </a:prstGeom>
          <a:solidFill>
            <a:srgbClr val="CCEBFF"/>
          </a:solidFill>
          <a:ln w="9525">
            <a:solidFill>
              <a:srgbClr val="163793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300"/>
              </a:spcBef>
            </a:pPr>
            <a:r>
              <a:rPr sz="2000" b="1" spc="-25" dirty="0">
                <a:solidFill>
                  <a:srgbClr val="333399"/>
                </a:solidFill>
                <a:latin typeface="Arial"/>
                <a:cs typeface="Arial"/>
              </a:rPr>
              <a:t>RTP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339F8D47-3E40-D436-5CE6-94795577E2CE}"/>
              </a:ext>
            </a:extLst>
          </p:cNvPr>
          <p:cNvSpPr txBox="1"/>
          <p:nvPr/>
        </p:nvSpPr>
        <p:spPr>
          <a:xfrm>
            <a:off x="3347973" y="3252342"/>
            <a:ext cx="814705" cy="393700"/>
          </a:xfrm>
          <a:prstGeom prst="rect">
            <a:avLst/>
          </a:prstGeom>
          <a:solidFill>
            <a:srgbClr val="FFFF9A"/>
          </a:solidFill>
          <a:ln w="9525">
            <a:solidFill>
              <a:srgbClr val="163793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300"/>
              </a:spcBef>
            </a:pPr>
            <a:r>
              <a:rPr sz="2000" b="1" spc="-25" dirty="0">
                <a:solidFill>
                  <a:srgbClr val="333399"/>
                </a:solidFill>
                <a:latin typeface="Arial"/>
                <a:cs typeface="Arial"/>
              </a:rPr>
              <a:t>TCP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F59233FE-0923-9D94-0DB6-35D484AED9A2}"/>
              </a:ext>
            </a:extLst>
          </p:cNvPr>
          <p:cNvSpPr txBox="1"/>
          <p:nvPr/>
        </p:nvSpPr>
        <p:spPr>
          <a:xfrm>
            <a:off x="6118097" y="3252342"/>
            <a:ext cx="815975" cy="393700"/>
          </a:xfrm>
          <a:prstGeom prst="rect">
            <a:avLst/>
          </a:prstGeom>
          <a:solidFill>
            <a:srgbClr val="FFFF99"/>
          </a:solidFill>
          <a:ln w="9525">
            <a:solidFill>
              <a:srgbClr val="163793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300"/>
              </a:spcBef>
            </a:pPr>
            <a:r>
              <a:rPr sz="2000" b="1" spc="-25" dirty="0">
                <a:solidFill>
                  <a:srgbClr val="333399"/>
                </a:solidFill>
                <a:latin typeface="Arial"/>
                <a:cs typeface="Arial"/>
              </a:rPr>
              <a:t>UDP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46757EE5-CE20-206B-0202-CC801FF6F756}"/>
              </a:ext>
            </a:extLst>
          </p:cNvPr>
          <p:cNvSpPr txBox="1"/>
          <p:nvPr/>
        </p:nvSpPr>
        <p:spPr>
          <a:xfrm>
            <a:off x="4732273" y="4357242"/>
            <a:ext cx="815975" cy="393700"/>
          </a:xfrm>
          <a:prstGeom prst="rect">
            <a:avLst/>
          </a:prstGeom>
          <a:solidFill>
            <a:srgbClr val="FF99FF"/>
          </a:solidFill>
          <a:ln w="9525">
            <a:solidFill>
              <a:srgbClr val="163793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00"/>
              </a:spcBef>
            </a:pPr>
            <a:r>
              <a:rPr sz="2000" b="1" spc="-25" dirty="0">
                <a:solidFill>
                  <a:srgbClr val="333399"/>
                </a:solidFill>
                <a:latin typeface="Arial"/>
                <a:cs typeface="Arial"/>
              </a:rPr>
              <a:t>IP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642318DB-0D2A-4345-CE5B-FDAEABAF4E0D}"/>
              </a:ext>
            </a:extLst>
          </p:cNvPr>
          <p:cNvSpPr txBox="1"/>
          <p:nvPr/>
        </p:nvSpPr>
        <p:spPr>
          <a:xfrm>
            <a:off x="980643" y="4342257"/>
            <a:ext cx="7937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333399"/>
                </a:solidFill>
                <a:latin typeface="Lantinghei SC Heavy"/>
                <a:cs typeface="Lantinghei SC Heavy"/>
              </a:rPr>
              <a:t>网际层</a:t>
            </a:r>
            <a:endParaRPr sz="2000">
              <a:latin typeface="Lantinghei SC Heavy"/>
              <a:cs typeface="Lantinghei SC Heavy"/>
            </a:endParaRPr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8BC0ACAE-BD0B-9717-C826-155A5E5D269A}"/>
              </a:ext>
            </a:extLst>
          </p:cNvPr>
          <p:cNvSpPr txBox="1"/>
          <p:nvPr/>
        </p:nvSpPr>
        <p:spPr>
          <a:xfrm>
            <a:off x="726440" y="5603240"/>
            <a:ext cx="13055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333399"/>
                </a:solidFill>
                <a:latin typeface="Lantinghei SC Heavy"/>
                <a:cs typeface="Lantinghei SC Heavy"/>
              </a:rPr>
              <a:t>网络接口层</a:t>
            </a:r>
            <a:endParaRPr sz="2000">
              <a:latin typeface="Lantinghei SC Heavy"/>
              <a:cs typeface="Lantinghei SC Heavy"/>
            </a:endParaRP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E3E80E30-CDD8-0A47-D0C6-B770395EE340}"/>
              </a:ext>
            </a:extLst>
          </p:cNvPr>
          <p:cNvSpPr txBox="1"/>
          <p:nvPr/>
        </p:nvSpPr>
        <p:spPr>
          <a:xfrm>
            <a:off x="980643" y="3334003"/>
            <a:ext cx="79375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b="1" spc="-20" dirty="0" err="1">
                <a:solidFill>
                  <a:srgbClr val="333399"/>
                </a:solidFill>
                <a:latin typeface="Lantinghei SC Heavy"/>
                <a:cs typeface="Lantinghei SC Heavy"/>
              </a:rPr>
              <a:t>传</a:t>
            </a:r>
            <a:r>
              <a:rPr sz="2000" b="1" spc="-20" dirty="0" err="1">
                <a:solidFill>
                  <a:srgbClr val="333399"/>
                </a:solidFill>
                <a:latin typeface="Lantinghei SC Heavy"/>
                <a:cs typeface="Lantinghei SC Heavy"/>
              </a:rPr>
              <a:t>输层</a:t>
            </a:r>
            <a:endParaRPr sz="2000" dirty="0">
              <a:latin typeface="Lantinghei SC Heavy"/>
              <a:cs typeface="Lantinghei SC Heavy"/>
            </a:endParaRPr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EE4EE879-159D-35E0-17C4-516C5EA14A21}"/>
              </a:ext>
            </a:extLst>
          </p:cNvPr>
          <p:cNvSpPr txBox="1"/>
          <p:nvPr/>
        </p:nvSpPr>
        <p:spPr>
          <a:xfrm>
            <a:off x="980643" y="2325751"/>
            <a:ext cx="7937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333399"/>
                </a:solidFill>
                <a:latin typeface="Lantinghei SC Heavy"/>
                <a:cs typeface="Lantinghei SC Heavy"/>
              </a:rPr>
              <a:t>应用层</a:t>
            </a:r>
            <a:endParaRPr sz="2000">
              <a:latin typeface="Lantinghei SC Heavy"/>
              <a:cs typeface="Lantinghei SC Heavy"/>
            </a:endParaRPr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7BD767F8-0760-DA99-14B3-79680ECF9BB8}"/>
              </a:ext>
            </a:extLst>
          </p:cNvPr>
          <p:cNvSpPr txBox="1"/>
          <p:nvPr/>
        </p:nvSpPr>
        <p:spPr>
          <a:xfrm>
            <a:off x="3635121" y="2247976"/>
            <a:ext cx="29768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08910" algn="l"/>
              </a:tabLst>
            </a:pPr>
            <a:r>
              <a:rPr sz="2000" b="1" spc="-50" dirty="0">
                <a:solidFill>
                  <a:srgbClr val="333399"/>
                </a:solidFill>
                <a:latin typeface="Times New Roman"/>
                <a:cs typeface="Times New Roman"/>
              </a:rPr>
              <a:t>…</a:t>
            </a:r>
            <a:r>
              <a:rPr sz="2000" b="1" dirty="0">
                <a:solidFill>
                  <a:srgbClr val="333399"/>
                </a:solidFill>
                <a:latin typeface="Times New Roman"/>
                <a:cs typeface="Times New Roman"/>
              </a:rPr>
              <a:t>	</a:t>
            </a:r>
            <a:r>
              <a:rPr sz="2000" b="1" spc="-50" dirty="0">
                <a:solidFill>
                  <a:srgbClr val="333399"/>
                </a:solidFill>
                <a:latin typeface="Times New Roman"/>
                <a:cs typeface="Times New Roman"/>
              </a:rPr>
              <a:t>…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9" name="object 47">
            <a:extLst>
              <a:ext uri="{FF2B5EF4-FFF2-40B4-BE49-F238E27FC236}">
                <a16:creationId xmlns:a16="http://schemas.microsoft.com/office/drawing/2014/main" id="{D6DD29C1-B051-330A-357C-CE2F0E9BDA72}"/>
              </a:ext>
            </a:extLst>
          </p:cNvPr>
          <p:cNvSpPr txBox="1"/>
          <p:nvPr/>
        </p:nvSpPr>
        <p:spPr>
          <a:xfrm>
            <a:off x="5877305" y="5649264"/>
            <a:ext cx="2286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163793"/>
                </a:solidFill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0" name="object 48">
            <a:extLst>
              <a:ext uri="{FF2B5EF4-FFF2-40B4-BE49-F238E27FC236}">
                <a16:creationId xmlns:a16="http://schemas.microsoft.com/office/drawing/2014/main" id="{F57D7D42-90F0-D23F-BEBD-F50ED1A2A2DD}"/>
              </a:ext>
            </a:extLst>
          </p:cNvPr>
          <p:cNvSpPr/>
          <p:nvPr/>
        </p:nvSpPr>
        <p:spPr>
          <a:xfrm>
            <a:off x="3009773" y="2728467"/>
            <a:ext cx="4250055" cy="2916555"/>
          </a:xfrm>
          <a:custGeom>
            <a:avLst/>
            <a:gdLst/>
            <a:ahLst/>
            <a:cxnLst/>
            <a:rect l="l" t="t" r="r" b="b"/>
            <a:pathLst>
              <a:path w="4250055" h="2916554">
                <a:moveTo>
                  <a:pt x="509651" y="547751"/>
                </a:moveTo>
                <a:lnTo>
                  <a:pt x="468058" y="463296"/>
                </a:lnTo>
                <a:lnTo>
                  <a:pt x="443738" y="413893"/>
                </a:lnTo>
                <a:lnTo>
                  <a:pt x="422783" y="433374"/>
                </a:lnTo>
                <a:lnTo>
                  <a:pt x="107810" y="94957"/>
                </a:lnTo>
                <a:lnTo>
                  <a:pt x="119087" y="84455"/>
                </a:lnTo>
                <a:lnTo>
                  <a:pt x="128778" y="75438"/>
                </a:lnTo>
                <a:lnTo>
                  <a:pt x="0" y="0"/>
                </a:lnTo>
                <a:lnTo>
                  <a:pt x="66040" y="133858"/>
                </a:lnTo>
                <a:lnTo>
                  <a:pt x="86956" y="114376"/>
                </a:lnTo>
                <a:lnTo>
                  <a:pt x="401853" y="452818"/>
                </a:lnTo>
                <a:lnTo>
                  <a:pt x="380873" y="472313"/>
                </a:lnTo>
                <a:lnTo>
                  <a:pt x="509651" y="547751"/>
                </a:lnTo>
                <a:close/>
              </a:path>
              <a:path w="4250055" h="2916554">
                <a:moveTo>
                  <a:pt x="1546225" y="1651"/>
                </a:moveTo>
                <a:lnTo>
                  <a:pt x="1411097" y="64643"/>
                </a:lnTo>
                <a:lnTo>
                  <a:pt x="1430172" y="86067"/>
                </a:lnTo>
                <a:lnTo>
                  <a:pt x="1059230" y="416534"/>
                </a:lnTo>
                <a:lnTo>
                  <a:pt x="1040257" y="395224"/>
                </a:lnTo>
                <a:lnTo>
                  <a:pt x="962025" y="522351"/>
                </a:lnTo>
                <a:lnTo>
                  <a:pt x="1097280" y="459232"/>
                </a:lnTo>
                <a:lnTo>
                  <a:pt x="1086751" y="447421"/>
                </a:lnTo>
                <a:lnTo>
                  <a:pt x="1078255" y="437896"/>
                </a:lnTo>
                <a:lnTo>
                  <a:pt x="1449146" y="107365"/>
                </a:lnTo>
                <a:lnTo>
                  <a:pt x="1468120" y="128651"/>
                </a:lnTo>
                <a:lnTo>
                  <a:pt x="1500136" y="76581"/>
                </a:lnTo>
                <a:lnTo>
                  <a:pt x="1546225" y="1651"/>
                </a:lnTo>
                <a:close/>
              </a:path>
              <a:path w="4250055" h="2916554">
                <a:moveTo>
                  <a:pt x="1805051" y="2066925"/>
                </a:moveTo>
                <a:lnTo>
                  <a:pt x="1658366" y="2094357"/>
                </a:lnTo>
                <a:lnTo>
                  <a:pt x="1671510" y="2119807"/>
                </a:lnTo>
                <a:lnTo>
                  <a:pt x="279222" y="2838145"/>
                </a:lnTo>
                <a:lnTo>
                  <a:pt x="266065" y="2812669"/>
                </a:lnTo>
                <a:lnTo>
                  <a:pt x="158750" y="2916288"/>
                </a:lnTo>
                <a:lnTo>
                  <a:pt x="305435" y="2888869"/>
                </a:lnTo>
                <a:lnTo>
                  <a:pt x="295694" y="2870022"/>
                </a:lnTo>
                <a:lnTo>
                  <a:pt x="292315" y="2863494"/>
                </a:lnTo>
                <a:lnTo>
                  <a:pt x="1684642" y="2145233"/>
                </a:lnTo>
                <a:lnTo>
                  <a:pt x="1697736" y="2170557"/>
                </a:lnTo>
                <a:lnTo>
                  <a:pt x="1757045" y="2113280"/>
                </a:lnTo>
                <a:lnTo>
                  <a:pt x="1805051" y="2066925"/>
                </a:lnTo>
                <a:close/>
              </a:path>
              <a:path w="4250055" h="2916554">
                <a:moveTo>
                  <a:pt x="1890776" y="1611376"/>
                </a:moveTo>
                <a:lnTo>
                  <a:pt x="1841804" y="1559560"/>
                </a:lnTo>
                <a:lnTo>
                  <a:pt x="1788287" y="1502918"/>
                </a:lnTo>
                <a:lnTo>
                  <a:pt x="1774075" y="1527644"/>
                </a:lnTo>
                <a:lnTo>
                  <a:pt x="872299" y="1008278"/>
                </a:lnTo>
                <a:lnTo>
                  <a:pt x="876414" y="1001141"/>
                </a:lnTo>
                <a:lnTo>
                  <a:pt x="886587" y="983488"/>
                </a:lnTo>
                <a:lnTo>
                  <a:pt x="741426" y="949325"/>
                </a:lnTo>
                <a:lnTo>
                  <a:pt x="843788" y="1057783"/>
                </a:lnTo>
                <a:lnTo>
                  <a:pt x="858050" y="1033030"/>
                </a:lnTo>
                <a:lnTo>
                  <a:pt x="1759826" y="1552460"/>
                </a:lnTo>
                <a:lnTo>
                  <a:pt x="1745615" y="1577213"/>
                </a:lnTo>
                <a:lnTo>
                  <a:pt x="1890776" y="1611376"/>
                </a:lnTo>
                <a:close/>
              </a:path>
              <a:path w="4250055" h="2916554">
                <a:moveTo>
                  <a:pt x="2135759" y="2171700"/>
                </a:moveTo>
                <a:lnTo>
                  <a:pt x="2135035" y="2142744"/>
                </a:lnTo>
                <a:lnTo>
                  <a:pt x="2132076" y="2022475"/>
                </a:lnTo>
                <a:lnTo>
                  <a:pt x="2053082" y="2148967"/>
                </a:lnTo>
                <a:lnTo>
                  <a:pt x="2080552" y="2156523"/>
                </a:lnTo>
                <a:lnTo>
                  <a:pt x="1911553" y="2774772"/>
                </a:lnTo>
                <a:lnTo>
                  <a:pt x="1883918" y="2767203"/>
                </a:lnTo>
                <a:lnTo>
                  <a:pt x="1887601" y="2916288"/>
                </a:lnTo>
                <a:lnTo>
                  <a:pt x="1962696" y="2796032"/>
                </a:lnTo>
                <a:lnTo>
                  <a:pt x="1966595" y="2789809"/>
                </a:lnTo>
                <a:lnTo>
                  <a:pt x="1939099" y="2782303"/>
                </a:lnTo>
                <a:lnTo>
                  <a:pt x="2108123" y="2164105"/>
                </a:lnTo>
                <a:lnTo>
                  <a:pt x="2135759" y="2171700"/>
                </a:lnTo>
                <a:close/>
              </a:path>
              <a:path w="4250055" h="2916554">
                <a:moveTo>
                  <a:pt x="3271901" y="512826"/>
                </a:moveTo>
                <a:lnTo>
                  <a:pt x="3224796" y="440817"/>
                </a:lnTo>
                <a:lnTo>
                  <a:pt x="3190240" y="387985"/>
                </a:lnTo>
                <a:lnTo>
                  <a:pt x="3171850" y="409803"/>
                </a:lnTo>
                <a:lnTo>
                  <a:pt x="2802852" y="98717"/>
                </a:lnTo>
                <a:lnTo>
                  <a:pt x="2810586" y="89535"/>
                </a:lnTo>
                <a:lnTo>
                  <a:pt x="2821305" y="76835"/>
                </a:lnTo>
                <a:lnTo>
                  <a:pt x="2684526" y="17526"/>
                </a:lnTo>
                <a:lnTo>
                  <a:pt x="2766060" y="142367"/>
                </a:lnTo>
                <a:lnTo>
                  <a:pt x="2784437" y="120561"/>
                </a:lnTo>
                <a:lnTo>
                  <a:pt x="3153435" y="431647"/>
                </a:lnTo>
                <a:lnTo>
                  <a:pt x="3134995" y="453517"/>
                </a:lnTo>
                <a:lnTo>
                  <a:pt x="3271901" y="512826"/>
                </a:lnTo>
                <a:close/>
              </a:path>
              <a:path w="4250055" h="2916554">
                <a:moveTo>
                  <a:pt x="3527425" y="965200"/>
                </a:moveTo>
                <a:lnTo>
                  <a:pt x="3381883" y="997839"/>
                </a:lnTo>
                <a:lnTo>
                  <a:pt x="3395891" y="1022794"/>
                </a:lnTo>
                <a:lnTo>
                  <a:pt x="2492489" y="1530477"/>
                </a:lnTo>
                <a:lnTo>
                  <a:pt x="2478532" y="1505585"/>
                </a:lnTo>
                <a:lnTo>
                  <a:pt x="2374900" y="1612900"/>
                </a:lnTo>
                <a:lnTo>
                  <a:pt x="2520442" y="1580261"/>
                </a:lnTo>
                <a:lnTo>
                  <a:pt x="2510383" y="1562354"/>
                </a:lnTo>
                <a:lnTo>
                  <a:pt x="2506459" y="1555369"/>
                </a:lnTo>
                <a:lnTo>
                  <a:pt x="3409873" y="1047673"/>
                </a:lnTo>
                <a:lnTo>
                  <a:pt x="3423920" y="1072642"/>
                </a:lnTo>
                <a:lnTo>
                  <a:pt x="3478720" y="1015746"/>
                </a:lnTo>
                <a:lnTo>
                  <a:pt x="3527425" y="965200"/>
                </a:lnTo>
                <a:close/>
              </a:path>
              <a:path w="4250055" h="2916554">
                <a:moveTo>
                  <a:pt x="4046601" y="2916288"/>
                </a:moveTo>
                <a:lnTo>
                  <a:pt x="3998671" y="2870009"/>
                </a:lnTo>
                <a:lnTo>
                  <a:pt x="3939286" y="2812669"/>
                </a:lnTo>
                <a:lnTo>
                  <a:pt x="3926141" y="2838094"/>
                </a:lnTo>
                <a:lnTo>
                  <a:pt x="2552877" y="2129332"/>
                </a:lnTo>
                <a:lnTo>
                  <a:pt x="2556256" y="2122805"/>
                </a:lnTo>
                <a:lnTo>
                  <a:pt x="2566035" y="2103882"/>
                </a:lnTo>
                <a:lnTo>
                  <a:pt x="2419350" y="2076450"/>
                </a:lnTo>
                <a:lnTo>
                  <a:pt x="2526665" y="2180082"/>
                </a:lnTo>
                <a:lnTo>
                  <a:pt x="2539771" y="2154720"/>
                </a:lnTo>
                <a:lnTo>
                  <a:pt x="3913047" y="2863431"/>
                </a:lnTo>
                <a:lnTo>
                  <a:pt x="3899916" y="2888843"/>
                </a:lnTo>
                <a:lnTo>
                  <a:pt x="4046601" y="2916288"/>
                </a:lnTo>
                <a:close/>
              </a:path>
              <a:path w="4250055" h="2916554">
                <a:moveTo>
                  <a:pt x="4249801" y="1651"/>
                </a:moveTo>
                <a:lnTo>
                  <a:pt x="4115562" y="66802"/>
                </a:lnTo>
                <a:lnTo>
                  <a:pt x="4134866" y="87807"/>
                </a:lnTo>
                <a:lnTo>
                  <a:pt x="3772166" y="421449"/>
                </a:lnTo>
                <a:lnTo>
                  <a:pt x="3752850" y="400431"/>
                </a:lnTo>
                <a:lnTo>
                  <a:pt x="3676650" y="528701"/>
                </a:lnTo>
                <a:lnTo>
                  <a:pt x="3810889" y="463550"/>
                </a:lnTo>
                <a:lnTo>
                  <a:pt x="3800373" y="452120"/>
                </a:lnTo>
                <a:lnTo>
                  <a:pt x="3791508" y="442493"/>
                </a:lnTo>
                <a:lnTo>
                  <a:pt x="4154271" y="108902"/>
                </a:lnTo>
                <a:lnTo>
                  <a:pt x="4173601" y="129921"/>
                </a:lnTo>
                <a:lnTo>
                  <a:pt x="4204373" y="78105"/>
                </a:lnTo>
                <a:lnTo>
                  <a:pt x="4249801" y="1651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9">
            <a:extLst>
              <a:ext uri="{FF2B5EF4-FFF2-40B4-BE49-F238E27FC236}">
                <a16:creationId xmlns:a16="http://schemas.microsoft.com/office/drawing/2014/main" id="{F2D6EA4B-EA46-3944-731A-05270B3D7489}"/>
              </a:ext>
            </a:extLst>
          </p:cNvPr>
          <p:cNvSpPr txBox="1"/>
          <p:nvPr/>
        </p:nvSpPr>
        <p:spPr>
          <a:xfrm>
            <a:off x="2614548" y="5636818"/>
            <a:ext cx="1304925" cy="549275"/>
          </a:xfrm>
          <a:prstGeom prst="rect">
            <a:avLst/>
          </a:prstGeom>
          <a:solidFill>
            <a:srgbClr val="99FF66"/>
          </a:solidFill>
          <a:ln w="9525">
            <a:solidFill>
              <a:srgbClr val="163793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100"/>
              </a:spcBef>
            </a:pPr>
            <a:r>
              <a:rPr sz="2000" b="1" spc="65" dirty="0">
                <a:solidFill>
                  <a:srgbClr val="333399"/>
                </a:solidFill>
                <a:latin typeface="Lantinghei SC Heavy"/>
                <a:cs typeface="Lantinghei SC Heavy"/>
              </a:rPr>
              <a:t>网络接口</a:t>
            </a:r>
            <a:r>
              <a:rPr sz="2000" b="1" spc="-50" dirty="0">
                <a:solidFill>
                  <a:srgbClr val="333399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52" name="object 50">
            <a:extLst>
              <a:ext uri="{FF2B5EF4-FFF2-40B4-BE49-F238E27FC236}">
                <a16:creationId xmlns:a16="http://schemas.microsoft.com/office/drawing/2014/main" id="{362AD036-1832-9E0D-BB9D-7D9C3DCD19A7}"/>
              </a:ext>
            </a:extLst>
          </p:cNvPr>
          <p:cNvSpPr txBox="1"/>
          <p:nvPr/>
        </p:nvSpPr>
        <p:spPr>
          <a:xfrm>
            <a:off x="4325873" y="5636818"/>
            <a:ext cx="1303655" cy="549275"/>
          </a:xfrm>
          <a:prstGeom prst="rect">
            <a:avLst/>
          </a:prstGeom>
          <a:solidFill>
            <a:srgbClr val="99FF66"/>
          </a:solidFill>
          <a:ln w="9525">
            <a:solidFill>
              <a:srgbClr val="163793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50"/>
              </a:spcBef>
            </a:pPr>
            <a:r>
              <a:rPr sz="2000" b="1" spc="60" dirty="0">
                <a:solidFill>
                  <a:srgbClr val="333399"/>
                </a:solidFill>
                <a:latin typeface="Lantinghei SC Heavy"/>
                <a:cs typeface="Lantinghei SC Heavy"/>
              </a:rPr>
              <a:t>网络接口</a:t>
            </a:r>
            <a:r>
              <a:rPr sz="2000" b="1" spc="-50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03056077-5C5E-E789-8C67-F7A13EEC1F25}"/>
              </a:ext>
            </a:extLst>
          </p:cNvPr>
          <p:cNvSpPr txBox="1"/>
          <p:nvPr/>
        </p:nvSpPr>
        <p:spPr>
          <a:xfrm>
            <a:off x="6364223" y="5636818"/>
            <a:ext cx="1303655" cy="549275"/>
          </a:xfrm>
          <a:prstGeom prst="rect">
            <a:avLst/>
          </a:prstGeom>
          <a:solidFill>
            <a:srgbClr val="99FF66"/>
          </a:solidFill>
          <a:ln w="9525">
            <a:solidFill>
              <a:srgbClr val="163793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690"/>
              </a:spcBef>
            </a:pPr>
            <a:r>
              <a:rPr sz="2000" b="1" spc="60" dirty="0">
                <a:solidFill>
                  <a:srgbClr val="333399"/>
                </a:solidFill>
                <a:latin typeface="Lantinghei SC Heavy"/>
                <a:cs typeface="Lantinghei SC Heavy"/>
              </a:rPr>
              <a:t>网络接口</a:t>
            </a:r>
            <a:r>
              <a:rPr sz="2000" b="1" spc="-50" dirty="0">
                <a:solidFill>
                  <a:srgbClr val="333399"/>
                </a:solidFill>
                <a:latin typeface="Arial"/>
                <a:cs typeface="Arial"/>
              </a:rPr>
              <a:t>3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F6A46C15-8260-1D88-BB70-E7E33ECA351D}"/>
              </a:ext>
            </a:extLst>
          </p:cNvPr>
          <p:cNvSpPr/>
          <p:nvPr/>
        </p:nvSpPr>
        <p:spPr>
          <a:xfrm>
            <a:off x="8682481" y="1144562"/>
            <a:ext cx="31750" cy="934719"/>
          </a:xfrm>
          <a:custGeom>
            <a:avLst/>
            <a:gdLst/>
            <a:ahLst/>
            <a:cxnLst/>
            <a:rect l="l" t="t" r="r" b="b"/>
            <a:pathLst>
              <a:path w="31750" h="934719">
                <a:moveTo>
                  <a:pt x="0" y="934681"/>
                </a:moveTo>
                <a:lnTo>
                  <a:pt x="31623" y="934681"/>
                </a:lnTo>
                <a:lnTo>
                  <a:pt x="31623" y="0"/>
                </a:lnTo>
                <a:lnTo>
                  <a:pt x="0" y="0"/>
                </a:lnTo>
                <a:lnTo>
                  <a:pt x="0" y="934681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3">
            <a:extLst>
              <a:ext uri="{FF2B5EF4-FFF2-40B4-BE49-F238E27FC236}">
                <a16:creationId xmlns:a16="http://schemas.microsoft.com/office/drawing/2014/main" id="{9FCF02A5-3384-5B3E-EC4C-4A8268390142}"/>
              </a:ext>
            </a:extLst>
          </p:cNvPr>
          <p:cNvSpPr txBox="1"/>
          <p:nvPr/>
        </p:nvSpPr>
        <p:spPr>
          <a:xfrm>
            <a:off x="2642616" y="1243754"/>
            <a:ext cx="4961255" cy="780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" algn="ctr">
              <a:lnSpc>
                <a:spcPts val="2655"/>
              </a:lnSpc>
            </a:pP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Everything</a:t>
            </a:r>
            <a:r>
              <a:rPr sz="2400" b="1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over</a:t>
            </a:r>
            <a:r>
              <a:rPr sz="2400" b="1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333399"/>
                </a:solidFill>
                <a:latin typeface="Arial"/>
                <a:cs typeface="Arial"/>
              </a:rPr>
              <a:t>IP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IP</a:t>
            </a:r>
            <a:r>
              <a:rPr sz="2400" b="1" spc="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99"/>
                </a:solidFill>
                <a:latin typeface="Lantinghei SC Heavy"/>
                <a:cs typeface="Lantinghei SC Heavy"/>
              </a:rPr>
              <a:t>可为各式各样的应用程序提供服务</a:t>
            </a:r>
            <a:endParaRPr sz="2400">
              <a:latin typeface="Lantinghei SC Heavy"/>
              <a:cs typeface="Lantinghei SC Heavy"/>
            </a:endParaRPr>
          </a:p>
        </p:txBody>
      </p:sp>
      <p:sp>
        <p:nvSpPr>
          <p:cNvPr id="56" name="object 54">
            <a:extLst>
              <a:ext uri="{FF2B5EF4-FFF2-40B4-BE49-F238E27FC236}">
                <a16:creationId xmlns:a16="http://schemas.microsoft.com/office/drawing/2014/main" id="{66EF1257-072B-B4E3-720E-6C4B77F497C5}"/>
              </a:ext>
            </a:extLst>
          </p:cNvPr>
          <p:cNvSpPr/>
          <p:nvPr/>
        </p:nvSpPr>
        <p:spPr>
          <a:xfrm>
            <a:off x="1499108" y="1122489"/>
            <a:ext cx="7183755" cy="979169"/>
          </a:xfrm>
          <a:custGeom>
            <a:avLst/>
            <a:gdLst/>
            <a:ahLst/>
            <a:cxnLst/>
            <a:rect l="l" t="t" r="r" b="b"/>
            <a:pathLst>
              <a:path w="7183755" h="979169">
                <a:moveTo>
                  <a:pt x="7183374" y="0"/>
                </a:moveTo>
                <a:lnTo>
                  <a:pt x="0" y="0"/>
                </a:lnTo>
                <a:lnTo>
                  <a:pt x="0" y="978725"/>
                </a:lnTo>
                <a:lnTo>
                  <a:pt x="7183374" y="978725"/>
                </a:lnTo>
                <a:lnTo>
                  <a:pt x="7183374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5">
            <a:extLst>
              <a:ext uri="{FF2B5EF4-FFF2-40B4-BE49-F238E27FC236}">
                <a16:creationId xmlns:a16="http://schemas.microsoft.com/office/drawing/2014/main" id="{B9617629-C990-8BEC-4E79-752F608F6B8C}"/>
              </a:ext>
            </a:extLst>
          </p:cNvPr>
          <p:cNvSpPr txBox="1"/>
          <p:nvPr/>
        </p:nvSpPr>
        <p:spPr>
          <a:xfrm>
            <a:off x="1499108" y="1107186"/>
            <a:ext cx="718375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IP</a:t>
            </a:r>
            <a:r>
              <a:rPr sz="2400" b="1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over</a:t>
            </a:r>
            <a:r>
              <a:rPr sz="2400" b="1" spc="-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Everything</a:t>
            </a:r>
            <a:endParaRPr sz="2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IP</a:t>
            </a:r>
            <a:r>
              <a:rPr sz="2400" b="1" spc="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99"/>
                </a:solidFill>
                <a:latin typeface="Lantinghei SC Heavy"/>
                <a:cs typeface="Lantinghei SC Heavy"/>
              </a:rPr>
              <a:t>可应用到各式各样的网络上</a:t>
            </a:r>
            <a:endParaRPr sz="2400" dirty="0">
              <a:latin typeface="Lantinghei SC Heavy"/>
              <a:cs typeface="Lantinghei SC Heavy"/>
            </a:endParaRPr>
          </a:p>
        </p:txBody>
      </p: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EDD32CD5-9354-1D93-6BD8-D688E6B05C73}"/>
              </a:ext>
            </a:extLst>
          </p:cNvPr>
          <p:cNvCxnSpPr>
            <a:cxnSpLocks/>
          </p:cNvCxnSpPr>
          <p:nvPr/>
        </p:nvCxnSpPr>
        <p:spPr>
          <a:xfrm>
            <a:off x="726440" y="2937164"/>
            <a:ext cx="84314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0A0C07EC-B9CB-1D68-1CC8-226077C2CF66}"/>
              </a:ext>
            </a:extLst>
          </p:cNvPr>
          <p:cNvCxnSpPr>
            <a:cxnSpLocks/>
          </p:cNvCxnSpPr>
          <p:nvPr/>
        </p:nvCxnSpPr>
        <p:spPr>
          <a:xfrm>
            <a:off x="726438" y="3995235"/>
            <a:ext cx="84314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BE622F2D-CFC6-4A8E-F541-8485ED346719}"/>
              </a:ext>
            </a:extLst>
          </p:cNvPr>
          <p:cNvCxnSpPr>
            <a:cxnSpLocks/>
          </p:cNvCxnSpPr>
          <p:nvPr/>
        </p:nvCxnSpPr>
        <p:spPr>
          <a:xfrm>
            <a:off x="726438" y="5160581"/>
            <a:ext cx="84314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85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98F9512-8FFA-C3CE-6485-44DBCAFAE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534232"/>
              </p:ext>
            </p:extLst>
          </p:nvPr>
        </p:nvGraphicFramePr>
        <p:xfrm>
          <a:off x="863601" y="3043766"/>
          <a:ext cx="4686300" cy="2366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100">
                  <a:extLst>
                    <a:ext uri="{9D8B030D-6E8A-4147-A177-3AD203B41FA5}">
                      <a16:colId xmlns:a16="http://schemas.microsoft.com/office/drawing/2014/main" val="250191902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906035763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31530515"/>
                    </a:ext>
                  </a:extLst>
                </a:gridCol>
              </a:tblGrid>
              <a:tr h="39440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最小单位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572321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zh-CN" altLang="en-US" dirty="0"/>
                        <a:t>应用层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message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797100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zh-CN" altLang="en-US" dirty="0"/>
                        <a:t>传输层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segment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555194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zh-CN" altLang="en-US" dirty="0"/>
                        <a:t>网络层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datagram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904295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zh-CN" altLang="en-US" dirty="0"/>
                        <a:t>链路层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frame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99926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32658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F41FA65-47C3-18A6-7323-EB1159F37D4F}"/>
              </a:ext>
            </a:extLst>
          </p:cNvPr>
          <p:cNvSpPr txBox="1"/>
          <p:nvPr/>
        </p:nvSpPr>
        <p:spPr>
          <a:xfrm>
            <a:off x="3733800" y="208280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一些内容（正在整理）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42E743-699C-120E-9847-D92364BA6D79}"/>
              </a:ext>
            </a:extLst>
          </p:cNvPr>
          <p:cNvSpPr txBox="1"/>
          <p:nvPr/>
        </p:nvSpPr>
        <p:spPr>
          <a:xfrm>
            <a:off x="7162800" y="3492500"/>
            <a:ext cx="1829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其格式，之后补</a:t>
            </a:r>
          </a:p>
        </p:txBody>
      </p:sp>
    </p:spTree>
    <p:extLst>
      <p:ext uri="{BB962C8B-B14F-4D97-AF65-F5344CB8AC3E}">
        <p14:creationId xmlns:p14="http://schemas.microsoft.com/office/powerpoint/2010/main" val="1463886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35703195-9ACA-7E90-81F6-3629A526A134}"/>
              </a:ext>
            </a:extLst>
          </p:cNvPr>
          <p:cNvGrpSpPr/>
          <p:nvPr/>
        </p:nvGrpSpPr>
        <p:grpSpPr>
          <a:xfrm>
            <a:off x="780583" y="0"/>
            <a:ext cx="10084422" cy="6683324"/>
            <a:chOff x="780583" y="0"/>
            <a:chExt cx="10084422" cy="668332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91BD74D-19F7-7B40-38B4-57398E69EC24}"/>
                </a:ext>
              </a:extLst>
            </p:cNvPr>
            <p:cNvSpPr/>
            <p:nvPr/>
          </p:nvSpPr>
          <p:spPr>
            <a:xfrm>
              <a:off x="6321732" y="646755"/>
              <a:ext cx="4429048" cy="6014251"/>
            </a:xfrm>
            <a:custGeom>
              <a:avLst/>
              <a:gdLst>
                <a:gd name="csX0" fmla="*/ 0 w 4429048"/>
                <a:gd name="csY0" fmla="*/ 0 h 6014251"/>
                <a:gd name="csX1" fmla="*/ 420760 w 4429048"/>
                <a:gd name="csY1" fmla="*/ 0 h 6014251"/>
                <a:gd name="csX2" fmla="*/ 1018681 w 4429048"/>
                <a:gd name="csY2" fmla="*/ 0 h 6014251"/>
                <a:gd name="csX3" fmla="*/ 1439441 w 4429048"/>
                <a:gd name="csY3" fmla="*/ 0 h 6014251"/>
                <a:gd name="csX4" fmla="*/ 1860200 w 4429048"/>
                <a:gd name="csY4" fmla="*/ 0 h 6014251"/>
                <a:gd name="csX5" fmla="*/ 2502412 w 4429048"/>
                <a:gd name="csY5" fmla="*/ 0 h 6014251"/>
                <a:gd name="csX6" fmla="*/ 3056043 w 4429048"/>
                <a:gd name="csY6" fmla="*/ 0 h 6014251"/>
                <a:gd name="csX7" fmla="*/ 3476803 w 4429048"/>
                <a:gd name="csY7" fmla="*/ 0 h 6014251"/>
                <a:gd name="csX8" fmla="*/ 4429048 w 4429048"/>
                <a:gd name="csY8" fmla="*/ 0 h 6014251"/>
                <a:gd name="csX9" fmla="*/ 4429048 w 4429048"/>
                <a:gd name="csY9" fmla="*/ 667035 h 6014251"/>
                <a:gd name="csX10" fmla="*/ 4429048 w 4429048"/>
                <a:gd name="csY10" fmla="*/ 1093500 h 6014251"/>
                <a:gd name="csX11" fmla="*/ 4429048 w 4429048"/>
                <a:gd name="csY11" fmla="*/ 1640250 h 6014251"/>
                <a:gd name="csX12" fmla="*/ 4429048 w 4429048"/>
                <a:gd name="csY12" fmla="*/ 2006573 h 6014251"/>
                <a:gd name="csX13" fmla="*/ 4429048 w 4429048"/>
                <a:gd name="csY13" fmla="*/ 2673608 h 6014251"/>
                <a:gd name="csX14" fmla="*/ 4429048 w 4429048"/>
                <a:gd name="csY14" fmla="*/ 3220358 h 6014251"/>
                <a:gd name="csX15" fmla="*/ 4429048 w 4429048"/>
                <a:gd name="csY15" fmla="*/ 3887393 h 6014251"/>
                <a:gd name="csX16" fmla="*/ 4429048 w 4429048"/>
                <a:gd name="csY16" fmla="*/ 4374001 h 6014251"/>
                <a:gd name="csX17" fmla="*/ 4429048 w 4429048"/>
                <a:gd name="csY17" fmla="*/ 4800466 h 6014251"/>
                <a:gd name="csX18" fmla="*/ 4429048 w 4429048"/>
                <a:gd name="csY18" fmla="*/ 5347216 h 6014251"/>
                <a:gd name="csX19" fmla="*/ 4429048 w 4429048"/>
                <a:gd name="csY19" fmla="*/ 6014251 h 6014251"/>
                <a:gd name="csX20" fmla="*/ 3786836 w 4429048"/>
                <a:gd name="csY20" fmla="*/ 6014251 h 6014251"/>
                <a:gd name="csX21" fmla="*/ 3233205 w 4429048"/>
                <a:gd name="csY21" fmla="*/ 6014251 h 6014251"/>
                <a:gd name="csX22" fmla="*/ 2723865 w 4429048"/>
                <a:gd name="csY22" fmla="*/ 6014251 h 6014251"/>
                <a:gd name="csX23" fmla="*/ 2214524 w 4429048"/>
                <a:gd name="csY23" fmla="*/ 6014251 h 6014251"/>
                <a:gd name="csX24" fmla="*/ 1705183 w 4429048"/>
                <a:gd name="csY24" fmla="*/ 6014251 h 6014251"/>
                <a:gd name="csX25" fmla="*/ 1195843 w 4429048"/>
                <a:gd name="csY25" fmla="*/ 6014251 h 6014251"/>
                <a:gd name="csX26" fmla="*/ 597921 w 4429048"/>
                <a:gd name="csY26" fmla="*/ 6014251 h 6014251"/>
                <a:gd name="csX27" fmla="*/ 0 w 4429048"/>
                <a:gd name="csY27" fmla="*/ 6014251 h 6014251"/>
                <a:gd name="csX28" fmla="*/ 0 w 4429048"/>
                <a:gd name="csY28" fmla="*/ 5647928 h 6014251"/>
                <a:gd name="csX29" fmla="*/ 0 w 4429048"/>
                <a:gd name="csY29" fmla="*/ 5161321 h 6014251"/>
                <a:gd name="csX30" fmla="*/ 0 w 4429048"/>
                <a:gd name="csY30" fmla="*/ 4554428 h 6014251"/>
                <a:gd name="csX31" fmla="*/ 0 w 4429048"/>
                <a:gd name="csY31" fmla="*/ 3887393 h 6014251"/>
                <a:gd name="csX32" fmla="*/ 0 w 4429048"/>
                <a:gd name="csY32" fmla="*/ 3521071 h 6014251"/>
                <a:gd name="csX33" fmla="*/ 0 w 4429048"/>
                <a:gd name="csY33" fmla="*/ 3154748 h 6014251"/>
                <a:gd name="csX34" fmla="*/ 0 w 4429048"/>
                <a:gd name="csY34" fmla="*/ 2487713 h 6014251"/>
                <a:gd name="csX35" fmla="*/ 0 w 4429048"/>
                <a:gd name="csY35" fmla="*/ 2121390 h 6014251"/>
                <a:gd name="csX36" fmla="*/ 0 w 4429048"/>
                <a:gd name="csY36" fmla="*/ 1574640 h 6014251"/>
                <a:gd name="csX37" fmla="*/ 0 w 4429048"/>
                <a:gd name="csY37" fmla="*/ 1148175 h 6014251"/>
                <a:gd name="csX38" fmla="*/ 0 w 4429048"/>
                <a:gd name="csY38" fmla="*/ 721710 h 6014251"/>
                <a:gd name="csX39" fmla="*/ 0 w 4429048"/>
                <a:gd name="csY39" fmla="*/ 0 h 60142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4429048" h="6014251" fill="none" extrusionOk="0">
                  <a:moveTo>
                    <a:pt x="0" y="0"/>
                  </a:moveTo>
                  <a:cubicBezTo>
                    <a:pt x="142875" y="-37292"/>
                    <a:pt x="260929" y="35892"/>
                    <a:pt x="420760" y="0"/>
                  </a:cubicBezTo>
                  <a:cubicBezTo>
                    <a:pt x="580591" y="-35892"/>
                    <a:pt x="753612" y="45309"/>
                    <a:pt x="1018681" y="0"/>
                  </a:cubicBezTo>
                  <a:cubicBezTo>
                    <a:pt x="1283750" y="-45309"/>
                    <a:pt x="1270011" y="36435"/>
                    <a:pt x="1439441" y="0"/>
                  </a:cubicBezTo>
                  <a:cubicBezTo>
                    <a:pt x="1608871" y="-36435"/>
                    <a:pt x="1689897" y="1373"/>
                    <a:pt x="1860200" y="0"/>
                  </a:cubicBezTo>
                  <a:cubicBezTo>
                    <a:pt x="2030503" y="-1373"/>
                    <a:pt x="2195468" y="31623"/>
                    <a:pt x="2502412" y="0"/>
                  </a:cubicBezTo>
                  <a:cubicBezTo>
                    <a:pt x="2809356" y="-31623"/>
                    <a:pt x="2794868" y="5102"/>
                    <a:pt x="3056043" y="0"/>
                  </a:cubicBezTo>
                  <a:cubicBezTo>
                    <a:pt x="3317218" y="-5102"/>
                    <a:pt x="3360167" y="31112"/>
                    <a:pt x="3476803" y="0"/>
                  </a:cubicBezTo>
                  <a:cubicBezTo>
                    <a:pt x="3593439" y="-31112"/>
                    <a:pt x="4171077" y="61495"/>
                    <a:pt x="4429048" y="0"/>
                  </a:cubicBezTo>
                  <a:cubicBezTo>
                    <a:pt x="4481070" y="278657"/>
                    <a:pt x="4365911" y="426988"/>
                    <a:pt x="4429048" y="667035"/>
                  </a:cubicBezTo>
                  <a:cubicBezTo>
                    <a:pt x="4492185" y="907082"/>
                    <a:pt x="4423610" y="923572"/>
                    <a:pt x="4429048" y="1093500"/>
                  </a:cubicBezTo>
                  <a:cubicBezTo>
                    <a:pt x="4434486" y="1263429"/>
                    <a:pt x="4391095" y="1529572"/>
                    <a:pt x="4429048" y="1640250"/>
                  </a:cubicBezTo>
                  <a:cubicBezTo>
                    <a:pt x="4467001" y="1750928"/>
                    <a:pt x="4412390" y="1841040"/>
                    <a:pt x="4429048" y="2006573"/>
                  </a:cubicBezTo>
                  <a:cubicBezTo>
                    <a:pt x="4445706" y="2172106"/>
                    <a:pt x="4363031" y="2430054"/>
                    <a:pt x="4429048" y="2673608"/>
                  </a:cubicBezTo>
                  <a:cubicBezTo>
                    <a:pt x="4495065" y="2917162"/>
                    <a:pt x="4379118" y="3006661"/>
                    <a:pt x="4429048" y="3220358"/>
                  </a:cubicBezTo>
                  <a:cubicBezTo>
                    <a:pt x="4478978" y="3434055"/>
                    <a:pt x="4406817" y="3669188"/>
                    <a:pt x="4429048" y="3887393"/>
                  </a:cubicBezTo>
                  <a:cubicBezTo>
                    <a:pt x="4451279" y="4105598"/>
                    <a:pt x="4381718" y="4175001"/>
                    <a:pt x="4429048" y="4374001"/>
                  </a:cubicBezTo>
                  <a:cubicBezTo>
                    <a:pt x="4476378" y="4573001"/>
                    <a:pt x="4387717" y="4704626"/>
                    <a:pt x="4429048" y="4800466"/>
                  </a:cubicBezTo>
                  <a:cubicBezTo>
                    <a:pt x="4470379" y="4896306"/>
                    <a:pt x="4428701" y="5145516"/>
                    <a:pt x="4429048" y="5347216"/>
                  </a:cubicBezTo>
                  <a:cubicBezTo>
                    <a:pt x="4429395" y="5548916"/>
                    <a:pt x="4394069" y="5824731"/>
                    <a:pt x="4429048" y="6014251"/>
                  </a:cubicBezTo>
                  <a:cubicBezTo>
                    <a:pt x="4258648" y="6087459"/>
                    <a:pt x="3973256" y="6006515"/>
                    <a:pt x="3786836" y="6014251"/>
                  </a:cubicBezTo>
                  <a:cubicBezTo>
                    <a:pt x="3600416" y="6021987"/>
                    <a:pt x="3483077" y="6001907"/>
                    <a:pt x="3233205" y="6014251"/>
                  </a:cubicBezTo>
                  <a:cubicBezTo>
                    <a:pt x="2983333" y="6026595"/>
                    <a:pt x="2945015" y="6000788"/>
                    <a:pt x="2723865" y="6014251"/>
                  </a:cubicBezTo>
                  <a:cubicBezTo>
                    <a:pt x="2502715" y="6027714"/>
                    <a:pt x="2450718" y="5968004"/>
                    <a:pt x="2214524" y="6014251"/>
                  </a:cubicBezTo>
                  <a:cubicBezTo>
                    <a:pt x="1978330" y="6060498"/>
                    <a:pt x="1838964" y="6000986"/>
                    <a:pt x="1705183" y="6014251"/>
                  </a:cubicBezTo>
                  <a:cubicBezTo>
                    <a:pt x="1571402" y="6027516"/>
                    <a:pt x="1404052" y="5977976"/>
                    <a:pt x="1195843" y="6014251"/>
                  </a:cubicBezTo>
                  <a:cubicBezTo>
                    <a:pt x="987634" y="6050526"/>
                    <a:pt x="857870" y="5950282"/>
                    <a:pt x="597921" y="6014251"/>
                  </a:cubicBezTo>
                  <a:cubicBezTo>
                    <a:pt x="337972" y="6078220"/>
                    <a:pt x="178311" y="5966948"/>
                    <a:pt x="0" y="6014251"/>
                  </a:cubicBezTo>
                  <a:cubicBezTo>
                    <a:pt x="-37554" y="5927158"/>
                    <a:pt x="20017" y="5767830"/>
                    <a:pt x="0" y="5647928"/>
                  </a:cubicBezTo>
                  <a:cubicBezTo>
                    <a:pt x="-20017" y="5528026"/>
                    <a:pt x="47642" y="5354239"/>
                    <a:pt x="0" y="5161321"/>
                  </a:cubicBezTo>
                  <a:cubicBezTo>
                    <a:pt x="-47642" y="4968403"/>
                    <a:pt x="25639" y="4776512"/>
                    <a:pt x="0" y="4554428"/>
                  </a:cubicBezTo>
                  <a:cubicBezTo>
                    <a:pt x="-25639" y="4332344"/>
                    <a:pt x="45853" y="4101022"/>
                    <a:pt x="0" y="3887393"/>
                  </a:cubicBezTo>
                  <a:cubicBezTo>
                    <a:pt x="-45853" y="3673765"/>
                    <a:pt x="30635" y="3629843"/>
                    <a:pt x="0" y="3521071"/>
                  </a:cubicBezTo>
                  <a:cubicBezTo>
                    <a:pt x="-30635" y="3412299"/>
                    <a:pt x="8012" y="3332598"/>
                    <a:pt x="0" y="3154748"/>
                  </a:cubicBezTo>
                  <a:cubicBezTo>
                    <a:pt x="-8012" y="2976898"/>
                    <a:pt x="12892" y="2774235"/>
                    <a:pt x="0" y="2487713"/>
                  </a:cubicBezTo>
                  <a:cubicBezTo>
                    <a:pt x="-12892" y="2201191"/>
                    <a:pt x="17591" y="2250313"/>
                    <a:pt x="0" y="2121390"/>
                  </a:cubicBezTo>
                  <a:cubicBezTo>
                    <a:pt x="-17591" y="1992467"/>
                    <a:pt x="16" y="1809937"/>
                    <a:pt x="0" y="1574640"/>
                  </a:cubicBezTo>
                  <a:cubicBezTo>
                    <a:pt x="-16" y="1339343"/>
                    <a:pt x="12909" y="1271545"/>
                    <a:pt x="0" y="1148175"/>
                  </a:cubicBezTo>
                  <a:cubicBezTo>
                    <a:pt x="-12909" y="1024806"/>
                    <a:pt x="33730" y="874750"/>
                    <a:pt x="0" y="721710"/>
                  </a:cubicBezTo>
                  <a:cubicBezTo>
                    <a:pt x="-33730" y="568671"/>
                    <a:pt x="56865" y="196913"/>
                    <a:pt x="0" y="0"/>
                  </a:cubicBezTo>
                  <a:close/>
                </a:path>
                <a:path w="4429048" h="6014251" stroke="0" extrusionOk="0">
                  <a:moveTo>
                    <a:pt x="0" y="0"/>
                  </a:moveTo>
                  <a:cubicBezTo>
                    <a:pt x="211569" y="-12593"/>
                    <a:pt x="260932" y="45526"/>
                    <a:pt x="509341" y="0"/>
                  </a:cubicBezTo>
                  <a:cubicBezTo>
                    <a:pt x="757750" y="-45526"/>
                    <a:pt x="802118" y="449"/>
                    <a:pt x="930100" y="0"/>
                  </a:cubicBezTo>
                  <a:cubicBezTo>
                    <a:pt x="1058082" y="-449"/>
                    <a:pt x="1439024" y="73658"/>
                    <a:pt x="1572312" y="0"/>
                  </a:cubicBezTo>
                  <a:cubicBezTo>
                    <a:pt x="1705600" y="-73658"/>
                    <a:pt x="1922980" y="54773"/>
                    <a:pt x="2081653" y="0"/>
                  </a:cubicBezTo>
                  <a:cubicBezTo>
                    <a:pt x="2240326" y="-54773"/>
                    <a:pt x="2378591" y="19105"/>
                    <a:pt x="2590993" y="0"/>
                  </a:cubicBezTo>
                  <a:cubicBezTo>
                    <a:pt x="2803395" y="-19105"/>
                    <a:pt x="3003701" y="70322"/>
                    <a:pt x="3233205" y="0"/>
                  </a:cubicBezTo>
                  <a:cubicBezTo>
                    <a:pt x="3462709" y="-70322"/>
                    <a:pt x="3481335" y="17937"/>
                    <a:pt x="3698255" y="0"/>
                  </a:cubicBezTo>
                  <a:cubicBezTo>
                    <a:pt x="3915175" y="-17937"/>
                    <a:pt x="4118721" y="7788"/>
                    <a:pt x="4429048" y="0"/>
                  </a:cubicBezTo>
                  <a:cubicBezTo>
                    <a:pt x="4445476" y="145951"/>
                    <a:pt x="4424915" y="391394"/>
                    <a:pt x="4429048" y="667035"/>
                  </a:cubicBezTo>
                  <a:cubicBezTo>
                    <a:pt x="4433181" y="942677"/>
                    <a:pt x="4421120" y="958518"/>
                    <a:pt x="4429048" y="1093500"/>
                  </a:cubicBezTo>
                  <a:cubicBezTo>
                    <a:pt x="4436976" y="1228482"/>
                    <a:pt x="4416697" y="1455673"/>
                    <a:pt x="4429048" y="1640250"/>
                  </a:cubicBezTo>
                  <a:cubicBezTo>
                    <a:pt x="4441399" y="1824827"/>
                    <a:pt x="4373489" y="2125292"/>
                    <a:pt x="4429048" y="2247143"/>
                  </a:cubicBezTo>
                  <a:cubicBezTo>
                    <a:pt x="4484607" y="2368994"/>
                    <a:pt x="4423862" y="2440480"/>
                    <a:pt x="4429048" y="2613465"/>
                  </a:cubicBezTo>
                  <a:cubicBezTo>
                    <a:pt x="4434234" y="2786450"/>
                    <a:pt x="4389940" y="2947248"/>
                    <a:pt x="4429048" y="3160216"/>
                  </a:cubicBezTo>
                  <a:cubicBezTo>
                    <a:pt x="4468156" y="3373184"/>
                    <a:pt x="4381131" y="3549828"/>
                    <a:pt x="4429048" y="3706966"/>
                  </a:cubicBezTo>
                  <a:cubicBezTo>
                    <a:pt x="4476965" y="3864104"/>
                    <a:pt x="4409119" y="4072550"/>
                    <a:pt x="4429048" y="4253716"/>
                  </a:cubicBezTo>
                  <a:cubicBezTo>
                    <a:pt x="4448977" y="4434882"/>
                    <a:pt x="4373567" y="4618405"/>
                    <a:pt x="4429048" y="4860608"/>
                  </a:cubicBezTo>
                  <a:cubicBezTo>
                    <a:pt x="4484529" y="5102811"/>
                    <a:pt x="4404186" y="5173845"/>
                    <a:pt x="4429048" y="5467501"/>
                  </a:cubicBezTo>
                  <a:cubicBezTo>
                    <a:pt x="4453910" y="5761157"/>
                    <a:pt x="4366744" y="5863416"/>
                    <a:pt x="4429048" y="6014251"/>
                  </a:cubicBezTo>
                  <a:cubicBezTo>
                    <a:pt x="4319181" y="6038447"/>
                    <a:pt x="4167103" y="5980898"/>
                    <a:pt x="4008288" y="6014251"/>
                  </a:cubicBezTo>
                  <a:cubicBezTo>
                    <a:pt x="3849473" y="6047604"/>
                    <a:pt x="3681712" y="5958416"/>
                    <a:pt x="3366076" y="6014251"/>
                  </a:cubicBezTo>
                  <a:cubicBezTo>
                    <a:pt x="3050440" y="6070086"/>
                    <a:pt x="3026434" y="5994877"/>
                    <a:pt x="2812445" y="6014251"/>
                  </a:cubicBezTo>
                  <a:cubicBezTo>
                    <a:pt x="2598456" y="6033625"/>
                    <a:pt x="2506719" y="6012766"/>
                    <a:pt x="2347395" y="6014251"/>
                  </a:cubicBezTo>
                  <a:cubicBezTo>
                    <a:pt x="2188071" y="6015736"/>
                    <a:pt x="2061008" y="5948736"/>
                    <a:pt x="1793764" y="6014251"/>
                  </a:cubicBezTo>
                  <a:cubicBezTo>
                    <a:pt x="1526520" y="6079766"/>
                    <a:pt x="1462711" y="5980884"/>
                    <a:pt x="1373005" y="6014251"/>
                  </a:cubicBezTo>
                  <a:cubicBezTo>
                    <a:pt x="1283299" y="6047618"/>
                    <a:pt x="1095580" y="5988020"/>
                    <a:pt x="952245" y="6014251"/>
                  </a:cubicBezTo>
                  <a:cubicBezTo>
                    <a:pt x="808910" y="6040482"/>
                    <a:pt x="312976" y="5922977"/>
                    <a:pt x="0" y="6014251"/>
                  </a:cubicBezTo>
                  <a:cubicBezTo>
                    <a:pt x="-32953" y="5907881"/>
                    <a:pt x="23936" y="5715057"/>
                    <a:pt x="0" y="5587786"/>
                  </a:cubicBezTo>
                  <a:cubicBezTo>
                    <a:pt x="-23936" y="5460516"/>
                    <a:pt x="61285" y="5087947"/>
                    <a:pt x="0" y="4920751"/>
                  </a:cubicBezTo>
                  <a:cubicBezTo>
                    <a:pt x="-61285" y="4753556"/>
                    <a:pt x="38431" y="4558948"/>
                    <a:pt x="0" y="4434143"/>
                  </a:cubicBezTo>
                  <a:cubicBezTo>
                    <a:pt x="-38431" y="4309338"/>
                    <a:pt x="34099" y="4172258"/>
                    <a:pt x="0" y="4067821"/>
                  </a:cubicBezTo>
                  <a:cubicBezTo>
                    <a:pt x="-34099" y="3963384"/>
                    <a:pt x="24178" y="3678397"/>
                    <a:pt x="0" y="3460928"/>
                  </a:cubicBezTo>
                  <a:cubicBezTo>
                    <a:pt x="-24178" y="3243459"/>
                    <a:pt x="24989" y="3245435"/>
                    <a:pt x="0" y="3034463"/>
                  </a:cubicBezTo>
                  <a:cubicBezTo>
                    <a:pt x="-24989" y="2823492"/>
                    <a:pt x="69881" y="2576911"/>
                    <a:pt x="0" y="2427570"/>
                  </a:cubicBezTo>
                  <a:cubicBezTo>
                    <a:pt x="-69881" y="2278229"/>
                    <a:pt x="11913" y="1944647"/>
                    <a:pt x="0" y="1760535"/>
                  </a:cubicBezTo>
                  <a:cubicBezTo>
                    <a:pt x="-11913" y="1576424"/>
                    <a:pt x="36267" y="1488342"/>
                    <a:pt x="0" y="1273928"/>
                  </a:cubicBezTo>
                  <a:cubicBezTo>
                    <a:pt x="-36267" y="1059514"/>
                    <a:pt x="35349" y="893820"/>
                    <a:pt x="0" y="606893"/>
                  </a:cubicBezTo>
                  <a:cubicBezTo>
                    <a:pt x="-35349" y="319966"/>
                    <a:pt x="37733" y="162854"/>
                    <a:pt x="0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1D7BAFC-BB0A-B100-3FA1-8205D371D7DD}"/>
                </a:ext>
              </a:extLst>
            </p:cNvPr>
            <p:cNvSpPr/>
            <p:nvPr/>
          </p:nvSpPr>
          <p:spPr>
            <a:xfrm>
              <a:off x="1438505" y="669073"/>
              <a:ext cx="4429048" cy="6014251"/>
            </a:xfrm>
            <a:custGeom>
              <a:avLst/>
              <a:gdLst>
                <a:gd name="csX0" fmla="*/ 0 w 4429048"/>
                <a:gd name="csY0" fmla="*/ 0 h 6014251"/>
                <a:gd name="csX1" fmla="*/ 420760 w 4429048"/>
                <a:gd name="csY1" fmla="*/ 0 h 6014251"/>
                <a:gd name="csX2" fmla="*/ 1018681 w 4429048"/>
                <a:gd name="csY2" fmla="*/ 0 h 6014251"/>
                <a:gd name="csX3" fmla="*/ 1439441 w 4429048"/>
                <a:gd name="csY3" fmla="*/ 0 h 6014251"/>
                <a:gd name="csX4" fmla="*/ 1860200 w 4429048"/>
                <a:gd name="csY4" fmla="*/ 0 h 6014251"/>
                <a:gd name="csX5" fmla="*/ 2502412 w 4429048"/>
                <a:gd name="csY5" fmla="*/ 0 h 6014251"/>
                <a:gd name="csX6" fmla="*/ 3056043 w 4429048"/>
                <a:gd name="csY6" fmla="*/ 0 h 6014251"/>
                <a:gd name="csX7" fmla="*/ 3476803 w 4429048"/>
                <a:gd name="csY7" fmla="*/ 0 h 6014251"/>
                <a:gd name="csX8" fmla="*/ 4429048 w 4429048"/>
                <a:gd name="csY8" fmla="*/ 0 h 6014251"/>
                <a:gd name="csX9" fmla="*/ 4429048 w 4429048"/>
                <a:gd name="csY9" fmla="*/ 667035 h 6014251"/>
                <a:gd name="csX10" fmla="*/ 4429048 w 4429048"/>
                <a:gd name="csY10" fmla="*/ 1093500 h 6014251"/>
                <a:gd name="csX11" fmla="*/ 4429048 w 4429048"/>
                <a:gd name="csY11" fmla="*/ 1640250 h 6014251"/>
                <a:gd name="csX12" fmla="*/ 4429048 w 4429048"/>
                <a:gd name="csY12" fmla="*/ 2006573 h 6014251"/>
                <a:gd name="csX13" fmla="*/ 4429048 w 4429048"/>
                <a:gd name="csY13" fmla="*/ 2673608 h 6014251"/>
                <a:gd name="csX14" fmla="*/ 4429048 w 4429048"/>
                <a:gd name="csY14" fmla="*/ 3220358 h 6014251"/>
                <a:gd name="csX15" fmla="*/ 4429048 w 4429048"/>
                <a:gd name="csY15" fmla="*/ 3887393 h 6014251"/>
                <a:gd name="csX16" fmla="*/ 4429048 w 4429048"/>
                <a:gd name="csY16" fmla="*/ 4374001 h 6014251"/>
                <a:gd name="csX17" fmla="*/ 4429048 w 4429048"/>
                <a:gd name="csY17" fmla="*/ 4800466 h 6014251"/>
                <a:gd name="csX18" fmla="*/ 4429048 w 4429048"/>
                <a:gd name="csY18" fmla="*/ 5347216 h 6014251"/>
                <a:gd name="csX19" fmla="*/ 4429048 w 4429048"/>
                <a:gd name="csY19" fmla="*/ 6014251 h 6014251"/>
                <a:gd name="csX20" fmla="*/ 3786836 w 4429048"/>
                <a:gd name="csY20" fmla="*/ 6014251 h 6014251"/>
                <a:gd name="csX21" fmla="*/ 3233205 w 4429048"/>
                <a:gd name="csY21" fmla="*/ 6014251 h 6014251"/>
                <a:gd name="csX22" fmla="*/ 2723865 w 4429048"/>
                <a:gd name="csY22" fmla="*/ 6014251 h 6014251"/>
                <a:gd name="csX23" fmla="*/ 2214524 w 4429048"/>
                <a:gd name="csY23" fmla="*/ 6014251 h 6014251"/>
                <a:gd name="csX24" fmla="*/ 1705183 w 4429048"/>
                <a:gd name="csY24" fmla="*/ 6014251 h 6014251"/>
                <a:gd name="csX25" fmla="*/ 1195843 w 4429048"/>
                <a:gd name="csY25" fmla="*/ 6014251 h 6014251"/>
                <a:gd name="csX26" fmla="*/ 597921 w 4429048"/>
                <a:gd name="csY26" fmla="*/ 6014251 h 6014251"/>
                <a:gd name="csX27" fmla="*/ 0 w 4429048"/>
                <a:gd name="csY27" fmla="*/ 6014251 h 6014251"/>
                <a:gd name="csX28" fmla="*/ 0 w 4429048"/>
                <a:gd name="csY28" fmla="*/ 5647928 h 6014251"/>
                <a:gd name="csX29" fmla="*/ 0 w 4429048"/>
                <a:gd name="csY29" fmla="*/ 5161321 h 6014251"/>
                <a:gd name="csX30" fmla="*/ 0 w 4429048"/>
                <a:gd name="csY30" fmla="*/ 4554428 h 6014251"/>
                <a:gd name="csX31" fmla="*/ 0 w 4429048"/>
                <a:gd name="csY31" fmla="*/ 3887393 h 6014251"/>
                <a:gd name="csX32" fmla="*/ 0 w 4429048"/>
                <a:gd name="csY32" fmla="*/ 3521071 h 6014251"/>
                <a:gd name="csX33" fmla="*/ 0 w 4429048"/>
                <a:gd name="csY33" fmla="*/ 3154748 h 6014251"/>
                <a:gd name="csX34" fmla="*/ 0 w 4429048"/>
                <a:gd name="csY34" fmla="*/ 2487713 h 6014251"/>
                <a:gd name="csX35" fmla="*/ 0 w 4429048"/>
                <a:gd name="csY35" fmla="*/ 2121390 h 6014251"/>
                <a:gd name="csX36" fmla="*/ 0 w 4429048"/>
                <a:gd name="csY36" fmla="*/ 1574640 h 6014251"/>
                <a:gd name="csX37" fmla="*/ 0 w 4429048"/>
                <a:gd name="csY37" fmla="*/ 1148175 h 6014251"/>
                <a:gd name="csX38" fmla="*/ 0 w 4429048"/>
                <a:gd name="csY38" fmla="*/ 721710 h 6014251"/>
                <a:gd name="csX39" fmla="*/ 0 w 4429048"/>
                <a:gd name="csY39" fmla="*/ 0 h 60142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4429048" h="6014251" fill="none" extrusionOk="0">
                  <a:moveTo>
                    <a:pt x="0" y="0"/>
                  </a:moveTo>
                  <a:cubicBezTo>
                    <a:pt x="142875" y="-37292"/>
                    <a:pt x="260929" y="35892"/>
                    <a:pt x="420760" y="0"/>
                  </a:cubicBezTo>
                  <a:cubicBezTo>
                    <a:pt x="580591" y="-35892"/>
                    <a:pt x="753612" y="45309"/>
                    <a:pt x="1018681" y="0"/>
                  </a:cubicBezTo>
                  <a:cubicBezTo>
                    <a:pt x="1283750" y="-45309"/>
                    <a:pt x="1270011" y="36435"/>
                    <a:pt x="1439441" y="0"/>
                  </a:cubicBezTo>
                  <a:cubicBezTo>
                    <a:pt x="1608871" y="-36435"/>
                    <a:pt x="1689897" y="1373"/>
                    <a:pt x="1860200" y="0"/>
                  </a:cubicBezTo>
                  <a:cubicBezTo>
                    <a:pt x="2030503" y="-1373"/>
                    <a:pt x="2195468" y="31623"/>
                    <a:pt x="2502412" y="0"/>
                  </a:cubicBezTo>
                  <a:cubicBezTo>
                    <a:pt x="2809356" y="-31623"/>
                    <a:pt x="2794868" y="5102"/>
                    <a:pt x="3056043" y="0"/>
                  </a:cubicBezTo>
                  <a:cubicBezTo>
                    <a:pt x="3317218" y="-5102"/>
                    <a:pt x="3360167" y="31112"/>
                    <a:pt x="3476803" y="0"/>
                  </a:cubicBezTo>
                  <a:cubicBezTo>
                    <a:pt x="3593439" y="-31112"/>
                    <a:pt x="4171077" y="61495"/>
                    <a:pt x="4429048" y="0"/>
                  </a:cubicBezTo>
                  <a:cubicBezTo>
                    <a:pt x="4481070" y="278657"/>
                    <a:pt x="4365911" y="426988"/>
                    <a:pt x="4429048" y="667035"/>
                  </a:cubicBezTo>
                  <a:cubicBezTo>
                    <a:pt x="4492185" y="907082"/>
                    <a:pt x="4423610" y="923572"/>
                    <a:pt x="4429048" y="1093500"/>
                  </a:cubicBezTo>
                  <a:cubicBezTo>
                    <a:pt x="4434486" y="1263429"/>
                    <a:pt x="4391095" y="1529572"/>
                    <a:pt x="4429048" y="1640250"/>
                  </a:cubicBezTo>
                  <a:cubicBezTo>
                    <a:pt x="4467001" y="1750928"/>
                    <a:pt x="4412390" y="1841040"/>
                    <a:pt x="4429048" y="2006573"/>
                  </a:cubicBezTo>
                  <a:cubicBezTo>
                    <a:pt x="4445706" y="2172106"/>
                    <a:pt x="4363031" y="2430054"/>
                    <a:pt x="4429048" y="2673608"/>
                  </a:cubicBezTo>
                  <a:cubicBezTo>
                    <a:pt x="4495065" y="2917162"/>
                    <a:pt x="4379118" y="3006661"/>
                    <a:pt x="4429048" y="3220358"/>
                  </a:cubicBezTo>
                  <a:cubicBezTo>
                    <a:pt x="4478978" y="3434055"/>
                    <a:pt x="4406817" y="3669188"/>
                    <a:pt x="4429048" y="3887393"/>
                  </a:cubicBezTo>
                  <a:cubicBezTo>
                    <a:pt x="4451279" y="4105598"/>
                    <a:pt x="4381718" y="4175001"/>
                    <a:pt x="4429048" y="4374001"/>
                  </a:cubicBezTo>
                  <a:cubicBezTo>
                    <a:pt x="4476378" y="4573001"/>
                    <a:pt x="4387717" y="4704626"/>
                    <a:pt x="4429048" y="4800466"/>
                  </a:cubicBezTo>
                  <a:cubicBezTo>
                    <a:pt x="4470379" y="4896306"/>
                    <a:pt x="4428701" y="5145516"/>
                    <a:pt x="4429048" y="5347216"/>
                  </a:cubicBezTo>
                  <a:cubicBezTo>
                    <a:pt x="4429395" y="5548916"/>
                    <a:pt x="4394069" y="5824731"/>
                    <a:pt x="4429048" y="6014251"/>
                  </a:cubicBezTo>
                  <a:cubicBezTo>
                    <a:pt x="4258648" y="6087459"/>
                    <a:pt x="3973256" y="6006515"/>
                    <a:pt x="3786836" y="6014251"/>
                  </a:cubicBezTo>
                  <a:cubicBezTo>
                    <a:pt x="3600416" y="6021987"/>
                    <a:pt x="3483077" y="6001907"/>
                    <a:pt x="3233205" y="6014251"/>
                  </a:cubicBezTo>
                  <a:cubicBezTo>
                    <a:pt x="2983333" y="6026595"/>
                    <a:pt x="2945015" y="6000788"/>
                    <a:pt x="2723865" y="6014251"/>
                  </a:cubicBezTo>
                  <a:cubicBezTo>
                    <a:pt x="2502715" y="6027714"/>
                    <a:pt x="2450718" y="5968004"/>
                    <a:pt x="2214524" y="6014251"/>
                  </a:cubicBezTo>
                  <a:cubicBezTo>
                    <a:pt x="1978330" y="6060498"/>
                    <a:pt x="1838964" y="6000986"/>
                    <a:pt x="1705183" y="6014251"/>
                  </a:cubicBezTo>
                  <a:cubicBezTo>
                    <a:pt x="1571402" y="6027516"/>
                    <a:pt x="1404052" y="5977976"/>
                    <a:pt x="1195843" y="6014251"/>
                  </a:cubicBezTo>
                  <a:cubicBezTo>
                    <a:pt x="987634" y="6050526"/>
                    <a:pt x="857870" y="5950282"/>
                    <a:pt x="597921" y="6014251"/>
                  </a:cubicBezTo>
                  <a:cubicBezTo>
                    <a:pt x="337972" y="6078220"/>
                    <a:pt x="178311" y="5966948"/>
                    <a:pt x="0" y="6014251"/>
                  </a:cubicBezTo>
                  <a:cubicBezTo>
                    <a:pt x="-37554" y="5927158"/>
                    <a:pt x="20017" y="5767830"/>
                    <a:pt x="0" y="5647928"/>
                  </a:cubicBezTo>
                  <a:cubicBezTo>
                    <a:pt x="-20017" y="5528026"/>
                    <a:pt x="47642" y="5354239"/>
                    <a:pt x="0" y="5161321"/>
                  </a:cubicBezTo>
                  <a:cubicBezTo>
                    <a:pt x="-47642" y="4968403"/>
                    <a:pt x="25639" y="4776512"/>
                    <a:pt x="0" y="4554428"/>
                  </a:cubicBezTo>
                  <a:cubicBezTo>
                    <a:pt x="-25639" y="4332344"/>
                    <a:pt x="45853" y="4101022"/>
                    <a:pt x="0" y="3887393"/>
                  </a:cubicBezTo>
                  <a:cubicBezTo>
                    <a:pt x="-45853" y="3673765"/>
                    <a:pt x="30635" y="3629843"/>
                    <a:pt x="0" y="3521071"/>
                  </a:cubicBezTo>
                  <a:cubicBezTo>
                    <a:pt x="-30635" y="3412299"/>
                    <a:pt x="8012" y="3332598"/>
                    <a:pt x="0" y="3154748"/>
                  </a:cubicBezTo>
                  <a:cubicBezTo>
                    <a:pt x="-8012" y="2976898"/>
                    <a:pt x="12892" y="2774235"/>
                    <a:pt x="0" y="2487713"/>
                  </a:cubicBezTo>
                  <a:cubicBezTo>
                    <a:pt x="-12892" y="2201191"/>
                    <a:pt x="17591" y="2250313"/>
                    <a:pt x="0" y="2121390"/>
                  </a:cubicBezTo>
                  <a:cubicBezTo>
                    <a:pt x="-17591" y="1992467"/>
                    <a:pt x="16" y="1809937"/>
                    <a:pt x="0" y="1574640"/>
                  </a:cubicBezTo>
                  <a:cubicBezTo>
                    <a:pt x="-16" y="1339343"/>
                    <a:pt x="12909" y="1271545"/>
                    <a:pt x="0" y="1148175"/>
                  </a:cubicBezTo>
                  <a:cubicBezTo>
                    <a:pt x="-12909" y="1024806"/>
                    <a:pt x="33730" y="874750"/>
                    <a:pt x="0" y="721710"/>
                  </a:cubicBezTo>
                  <a:cubicBezTo>
                    <a:pt x="-33730" y="568671"/>
                    <a:pt x="56865" y="196913"/>
                    <a:pt x="0" y="0"/>
                  </a:cubicBezTo>
                  <a:close/>
                </a:path>
                <a:path w="4429048" h="6014251" stroke="0" extrusionOk="0">
                  <a:moveTo>
                    <a:pt x="0" y="0"/>
                  </a:moveTo>
                  <a:cubicBezTo>
                    <a:pt x="211569" y="-12593"/>
                    <a:pt x="260932" y="45526"/>
                    <a:pt x="509341" y="0"/>
                  </a:cubicBezTo>
                  <a:cubicBezTo>
                    <a:pt x="757750" y="-45526"/>
                    <a:pt x="802118" y="449"/>
                    <a:pt x="930100" y="0"/>
                  </a:cubicBezTo>
                  <a:cubicBezTo>
                    <a:pt x="1058082" y="-449"/>
                    <a:pt x="1439024" y="73658"/>
                    <a:pt x="1572312" y="0"/>
                  </a:cubicBezTo>
                  <a:cubicBezTo>
                    <a:pt x="1705600" y="-73658"/>
                    <a:pt x="1922980" y="54773"/>
                    <a:pt x="2081653" y="0"/>
                  </a:cubicBezTo>
                  <a:cubicBezTo>
                    <a:pt x="2240326" y="-54773"/>
                    <a:pt x="2378591" y="19105"/>
                    <a:pt x="2590993" y="0"/>
                  </a:cubicBezTo>
                  <a:cubicBezTo>
                    <a:pt x="2803395" y="-19105"/>
                    <a:pt x="3003701" y="70322"/>
                    <a:pt x="3233205" y="0"/>
                  </a:cubicBezTo>
                  <a:cubicBezTo>
                    <a:pt x="3462709" y="-70322"/>
                    <a:pt x="3481335" y="17937"/>
                    <a:pt x="3698255" y="0"/>
                  </a:cubicBezTo>
                  <a:cubicBezTo>
                    <a:pt x="3915175" y="-17937"/>
                    <a:pt x="4118721" y="7788"/>
                    <a:pt x="4429048" y="0"/>
                  </a:cubicBezTo>
                  <a:cubicBezTo>
                    <a:pt x="4445476" y="145951"/>
                    <a:pt x="4424915" y="391394"/>
                    <a:pt x="4429048" y="667035"/>
                  </a:cubicBezTo>
                  <a:cubicBezTo>
                    <a:pt x="4433181" y="942677"/>
                    <a:pt x="4421120" y="958518"/>
                    <a:pt x="4429048" y="1093500"/>
                  </a:cubicBezTo>
                  <a:cubicBezTo>
                    <a:pt x="4436976" y="1228482"/>
                    <a:pt x="4416697" y="1455673"/>
                    <a:pt x="4429048" y="1640250"/>
                  </a:cubicBezTo>
                  <a:cubicBezTo>
                    <a:pt x="4441399" y="1824827"/>
                    <a:pt x="4373489" y="2125292"/>
                    <a:pt x="4429048" y="2247143"/>
                  </a:cubicBezTo>
                  <a:cubicBezTo>
                    <a:pt x="4484607" y="2368994"/>
                    <a:pt x="4423862" y="2440480"/>
                    <a:pt x="4429048" y="2613465"/>
                  </a:cubicBezTo>
                  <a:cubicBezTo>
                    <a:pt x="4434234" y="2786450"/>
                    <a:pt x="4389940" y="2947248"/>
                    <a:pt x="4429048" y="3160216"/>
                  </a:cubicBezTo>
                  <a:cubicBezTo>
                    <a:pt x="4468156" y="3373184"/>
                    <a:pt x="4381131" y="3549828"/>
                    <a:pt x="4429048" y="3706966"/>
                  </a:cubicBezTo>
                  <a:cubicBezTo>
                    <a:pt x="4476965" y="3864104"/>
                    <a:pt x="4409119" y="4072550"/>
                    <a:pt x="4429048" y="4253716"/>
                  </a:cubicBezTo>
                  <a:cubicBezTo>
                    <a:pt x="4448977" y="4434882"/>
                    <a:pt x="4373567" y="4618405"/>
                    <a:pt x="4429048" y="4860608"/>
                  </a:cubicBezTo>
                  <a:cubicBezTo>
                    <a:pt x="4484529" y="5102811"/>
                    <a:pt x="4404186" y="5173845"/>
                    <a:pt x="4429048" y="5467501"/>
                  </a:cubicBezTo>
                  <a:cubicBezTo>
                    <a:pt x="4453910" y="5761157"/>
                    <a:pt x="4366744" y="5863416"/>
                    <a:pt x="4429048" y="6014251"/>
                  </a:cubicBezTo>
                  <a:cubicBezTo>
                    <a:pt x="4319181" y="6038447"/>
                    <a:pt x="4167103" y="5980898"/>
                    <a:pt x="4008288" y="6014251"/>
                  </a:cubicBezTo>
                  <a:cubicBezTo>
                    <a:pt x="3849473" y="6047604"/>
                    <a:pt x="3681712" y="5958416"/>
                    <a:pt x="3366076" y="6014251"/>
                  </a:cubicBezTo>
                  <a:cubicBezTo>
                    <a:pt x="3050440" y="6070086"/>
                    <a:pt x="3026434" y="5994877"/>
                    <a:pt x="2812445" y="6014251"/>
                  </a:cubicBezTo>
                  <a:cubicBezTo>
                    <a:pt x="2598456" y="6033625"/>
                    <a:pt x="2506719" y="6012766"/>
                    <a:pt x="2347395" y="6014251"/>
                  </a:cubicBezTo>
                  <a:cubicBezTo>
                    <a:pt x="2188071" y="6015736"/>
                    <a:pt x="2061008" y="5948736"/>
                    <a:pt x="1793764" y="6014251"/>
                  </a:cubicBezTo>
                  <a:cubicBezTo>
                    <a:pt x="1526520" y="6079766"/>
                    <a:pt x="1462711" y="5980884"/>
                    <a:pt x="1373005" y="6014251"/>
                  </a:cubicBezTo>
                  <a:cubicBezTo>
                    <a:pt x="1283299" y="6047618"/>
                    <a:pt x="1095580" y="5988020"/>
                    <a:pt x="952245" y="6014251"/>
                  </a:cubicBezTo>
                  <a:cubicBezTo>
                    <a:pt x="808910" y="6040482"/>
                    <a:pt x="312976" y="5922977"/>
                    <a:pt x="0" y="6014251"/>
                  </a:cubicBezTo>
                  <a:cubicBezTo>
                    <a:pt x="-32953" y="5907881"/>
                    <a:pt x="23936" y="5715057"/>
                    <a:pt x="0" y="5587786"/>
                  </a:cubicBezTo>
                  <a:cubicBezTo>
                    <a:pt x="-23936" y="5460516"/>
                    <a:pt x="61285" y="5087947"/>
                    <a:pt x="0" y="4920751"/>
                  </a:cubicBezTo>
                  <a:cubicBezTo>
                    <a:pt x="-61285" y="4753556"/>
                    <a:pt x="38431" y="4558948"/>
                    <a:pt x="0" y="4434143"/>
                  </a:cubicBezTo>
                  <a:cubicBezTo>
                    <a:pt x="-38431" y="4309338"/>
                    <a:pt x="34099" y="4172258"/>
                    <a:pt x="0" y="4067821"/>
                  </a:cubicBezTo>
                  <a:cubicBezTo>
                    <a:pt x="-34099" y="3963384"/>
                    <a:pt x="24178" y="3678397"/>
                    <a:pt x="0" y="3460928"/>
                  </a:cubicBezTo>
                  <a:cubicBezTo>
                    <a:pt x="-24178" y="3243459"/>
                    <a:pt x="24989" y="3245435"/>
                    <a:pt x="0" y="3034463"/>
                  </a:cubicBezTo>
                  <a:cubicBezTo>
                    <a:pt x="-24989" y="2823492"/>
                    <a:pt x="69881" y="2576911"/>
                    <a:pt x="0" y="2427570"/>
                  </a:cubicBezTo>
                  <a:cubicBezTo>
                    <a:pt x="-69881" y="2278229"/>
                    <a:pt x="11913" y="1944647"/>
                    <a:pt x="0" y="1760535"/>
                  </a:cubicBezTo>
                  <a:cubicBezTo>
                    <a:pt x="-11913" y="1576424"/>
                    <a:pt x="36267" y="1488342"/>
                    <a:pt x="0" y="1273928"/>
                  </a:cubicBezTo>
                  <a:cubicBezTo>
                    <a:pt x="-36267" y="1059514"/>
                    <a:pt x="35349" y="893820"/>
                    <a:pt x="0" y="606893"/>
                  </a:cubicBezTo>
                  <a:cubicBezTo>
                    <a:pt x="-35349" y="319966"/>
                    <a:pt x="37733" y="162854"/>
                    <a:pt x="0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A7C879F7-7FE2-1830-B78A-02E8F6B24808}"/>
                </a:ext>
              </a:extLst>
            </p:cNvPr>
            <p:cNvGrpSpPr/>
            <p:nvPr/>
          </p:nvGrpSpPr>
          <p:grpSpPr>
            <a:xfrm>
              <a:off x="780583" y="0"/>
              <a:ext cx="10084422" cy="6679580"/>
              <a:chOff x="780583" y="0"/>
              <a:chExt cx="10084422" cy="6679580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5BC3B73-C82D-34E2-D47E-A91607E37485}"/>
                  </a:ext>
                </a:extLst>
              </p:cNvPr>
              <p:cNvSpPr/>
              <p:nvPr/>
            </p:nvSpPr>
            <p:spPr>
              <a:xfrm>
                <a:off x="1438507" y="669073"/>
                <a:ext cx="4657493" cy="6010507"/>
              </a:xfrm>
              <a:solidFill>
                <a:srgbClr val="CEFDFF"/>
              </a:solidFill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" name="下箭头 3">
                <a:extLst>
                  <a:ext uri="{FF2B5EF4-FFF2-40B4-BE49-F238E27FC236}">
                    <a16:creationId xmlns:a16="http://schemas.microsoft.com/office/drawing/2014/main" id="{338FEFEB-1E7A-D7B3-BDB8-F7767729A3F3}"/>
                  </a:ext>
                </a:extLst>
              </p:cNvPr>
              <p:cNvSpPr/>
              <p:nvPr/>
            </p:nvSpPr>
            <p:spPr>
              <a:xfrm>
                <a:off x="780583" y="628183"/>
                <a:ext cx="546410" cy="6051397"/>
              </a:xfrm>
              <a:prstGeom prst="downArrow">
                <a:avLst>
                  <a:gd name="adj1" fmla="val 50000"/>
                  <a:gd name="adj2" fmla="val 84694"/>
                </a:avLst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时间</a:t>
                </a: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4676032-B2DB-33DC-F425-EFD18DD4DA89}"/>
                  </a:ext>
                </a:extLst>
              </p:cNvPr>
              <p:cNvSpPr/>
              <p:nvPr/>
            </p:nvSpPr>
            <p:spPr>
              <a:xfrm>
                <a:off x="4109225" y="0"/>
                <a:ext cx="3973550" cy="442331"/>
              </a:xfrm>
              <a:prstGeom prst="rect">
                <a:avLst/>
              </a:prstGeom>
              <a:solidFill>
                <a:srgbClr val="E6F7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</a:rPr>
                  <a:t>非持久性连接</a:t>
                </a: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B88D653-F4A7-905C-B418-F544C39C3878}"/>
                  </a:ext>
                </a:extLst>
              </p:cNvPr>
              <p:cNvSpPr/>
              <p:nvPr/>
            </p:nvSpPr>
            <p:spPr>
              <a:xfrm>
                <a:off x="1984913" y="1144861"/>
                <a:ext cx="3646449" cy="46835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zh-CN" altLang="en-US" sz="1400" dirty="0"/>
                  <a:t>用户在浏览器输入</a:t>
                </a:r>
                <a:r>
                  <a:rPr kumimoji="1" lang="en-US" altLang="zh-CN" sz="1400" dirty="0"/>
                  <a:t>URL</a:t>
                </a:r>
              </a:p>
              <a:p>
                <a:r>
                  <a:rPr kumimoji="1" lang="en-US" altLang="zh-CN" sz="1400" dirty="0"/>
                  <a:t>  </a:t>
                </a:r>
                <a:r>
                  <a:rPr kumimoji="1" lang="en-US" altLang="zh-CN" sz="1400" dirty="0">
                    <a:hlinkClick r:id="rId2"/>
                  </a:rPr>
                  <a:t>www.guofei.site/linux.html</a:t>
                </a:r>
                <a:r>
                  <a:rPr kumimoji="1" lang="zh-CN" altLang="en-US" sz="1400" dirty="0"/>
                  <a:t> 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32A3583-9F06-1B02-0BC8-BF7BAA589D0A}"/>
                  </a:ext>
                </a:extLst>
              </p:cNvPr>
              <p:cNvSpPr/>
              <p:nvPr/>
            </p:nvSpPr>
            <p:spPr>
              <a:xfrm>
                <a:off x="6207512" y="669073"/>
                <a:ext cx="4657493" cy="6010507"/>
              </a:xfrm>
              <a:solidFill>
                <a:srgbClr val="CEFDFF"/>
              </a:solidFill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8717179-9E76-A38B-B72B-9D4CC19D43AE}"/>
                  </a:ext>
                </a:extLst>
              </p:cNvPr>
              <p:cNvSpPr/>
              <p:nvPr/>
            </p:nvSpPr>
            <p:spPr>
              <a:xfrm>
                <a:off x="1984916" y="2038812"/>
                <a:ext cx="3646449" cy="46835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zh-CN" altLang="en-US" sz="1400" dirty="0"/>
                  <a:t>向 </a:t>
                </a:r>
                <a:r>
                  <a:rPr kumimoji="1" lang="en-US" altLang="zh-CN" sz="1400" dirty="0">
                    <a:hlinkClick r:id="rId3"/>
                  </a:rPr>
                  <a:t>www.guofei.site</a:t>
                </a:r>
                <a:r>
                  <a:rPr kumimoji="1" lang="zh-CN" altLang="en-US" sz="1400" dirty="0"/>
                  <a:t> 的服务器上的 </a:t>
                </a:r>
                <a:r>
                  <a:rPr kumimoji="1" lang="en-US" altLang="zh-CN" sz="1400" dirty="0"/>
                  <a:t>HTTP</a:t>
                </a:r>
                <a:r>
                  <a:rPr kumimoji="1" lang="zh-CN" altLang="en-US" sz="1400" dirty="0"/>
                  <a:t>服务进程（</a:t>
                </a:r>
                <a:r>
                  <a:rPr kumimoji="1" lang="en-US" altLang="zh-CN" sz="1400" dirty="0"/>
                  <a:t>80</a:t>
                </a:r>
                <a:r>
                  <a:rPr kumimoji="1" lang="zh-CN" altLang="en-US" sz="1400" dirty="0"/>
                  <a:t>端口）发起</a:t>
                </a:r>
                <a:r>
                  <a:rPr kumimoji="1" lang="en-US" altLang="zh-CN" sz="1400" dirty="0"/>
                  <a:t> TCP</a:t>
                </a:r>
                <a:r>
                  <a:rPr kumimoji="1" lang="zh-CN" altLang="en-US" sz="1400" dirty="0"/>
                  <a:t> 连接请求</a:t>
                </a: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8D4B782-5DFF-351D-75FE-5463BBE0118F}"/>
                  </a:ext>
                </a:extLst>
              </p:cNvPr>
              <p:cNvSpPr/>
              <p:nvPr/>
            </p:nvSpPr>
            <p:spPr>
              <a:xfrm>
                <a:off x="6713031" y="2527577"/>
                <a:ext cx="3646449" cy="46835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en-US" altLang="zh-CN" sz="1400" dirty="0"/>
                  <a:t>80</a:t>
                </a:r>
                <a:r>
                  <a:rPr kumimoji="1" lang="zh-CN" altLang="en-US" sz="1400" dirty="0"/>
                  <a:t>端口等待</a:t>
                </a:r>
                <a:r>
                  <a:rPr kumimoji="1" lang="en-US" altLang="zh-CN" sz="1400" dirty="0"/>
                  <a:t>TCP</a:t>
                </a:r>
                <a:r>
                  <a:rPr kumimoji="1" lang="zh-CN" altLang="en-US" sz="1400" dirty="0"/>
                  <a:t>连接请求</a:t>
                </a: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B1EC8F4-72F7-5C83-2706-0B586C93D937}"/>
                  </a:ext>
                </a:extLst>
              </p:cNvPr>
              <p:cNvSpPr/>
              <p:nvPr/>
            </p:nvSpPr>
            <p:spPr>
              <a:xfrm>
                <a:off x="1984915" y="5843201"/>
                <a:ext cx="3646449" cy="46835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zh-CN" altLang="en-US" sz="1400" dirty="0"/>
                  <a:t>重复以上步骤，直到收到所有</a:t>
                </a:r>
                <a:r>
                  <a:rPr kumimoji="1" lang="en-US" altLang="zh-CN" sz="1400" dirty="0"/>
                  <a:t>jpeg</a:t>
                </a:r>
                <a:r>
                  <a:rPr kumimoji="1" lang="zh-CN" altLang="en-US" sz="1400" dirty="0"/>
                  <a:t>对象</a:t>
                </a:r>
              </a:p>
            </p:txBody>
          </p:sp>
          <p:cxnSp>
            <p:nvCxnSpPr>
              <p:cNvPr id="16" name="直线箭头连接符 15">
                <a:extLst>
                  <a:ext uri="{FF2B5EF4-FFF2-40B4-BE49-F238E27FC236}">
                    <a16:creationId xmlns:a16="http://schemas.microsoft.com/office/drawing/2014/main" id="{F1E979B5-8B9B-E870-7D9B-66C40E9404D6}"/>
                  </a:ext>
                </a:extLst>
              </p:cNvPr>
              <p:cNvCxnSpPr>
                <a:cxnSpLocks/>
                <a:stCxn id="10" idx="3"/>
                <a:endCxn id="11" idx="1"/>
              </p:cNvCxnSpPr>
              <p:nvPr/>
            </p:nvCxnSpPr>
            <p:spPr>
              <a:xfrm>
                <a:off x="5631365" y="2272989"/>
                <a:ext cx="1081666" cy="488765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线箭头连接符 16">
                <a:extLst>
                  <a:ext uri="{FF2B5EF4-FFF2-40B4-BE49-F238E27FC236}">
                    <a16:creationId xmlns:a16="http://schemas.microsoft.com/office/drawing/2014/main" id="{F89889E9-A367-7D1C-FD55-BEE0E6E7B230}"/>
                  </a:ext>
                </a:extLst>
              </p:cNvPr>
              <p:cNvCxnSpPr>
                <a:cxnSpLocks/>
                <a:stCxn id="11" idx="1"/>
                <a:endCxn id="24" idx="3"/>
              </p:cNvCxnSpPr>
              <p:nvPr/>
            </p:nvCxnSpPr>
            <p:spPr>
              <a:xfrm flipH="1">
                <a:off x="5631362" y="2761754"/>
                <a:ext cx="1081669" cy="57335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8DA1309B-4299-1FD0-7578-2ABDA5FF88F7}"/>
                  </a:ext>
                </a:extLst>
              </p:cNvPr>
              <p:cNvSpPr/>
              <p:nvPr/>
            </p:nvSpPr>
            <p:spPr>
              <a:xfrm>
                <a:off x="2774794" y="531540"/>
                <a:ext cx="1984917" cy="33453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HTTP</a:t>
                </a:r>
                <a:r>
                  <a:rPr kumimoji="1" lang="zh-CN" altLang="en-US" dirty="0"/>
                  <a:t> 客户端</a:t>
                </a: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FADFAA56-93E7-4499-EC20-C040C657D387}"/>
                  </a:ext>
                </a:extLst>
              </p:cNvPr>
              <p:cNvSpPr/>
              <p:nvPr/>
            </p:nvSpPr>
            <p:spPr>
              <a:xfrm>
                <a:off x="7543798" y="503661"/>
                <a:ext cx="1984917" cy="33453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HTTP</a:t>
                </a:r>
                <a:r>
                  <a:rPr kumimoji="1" lang="zh-CN" altLang="en-US" dirty="0"/>
                  <a:t> 服务器</a:t>
                </a: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C66F13AD-04CB-2EA9-C257-39D8E4219A0F}"/>
                  </a:ext>
                </a:extLst>
              </p:cNvPr>
              <p:cNvSpPr/>
              <p:nvPr/>
            </p:nvSpPr>
            <p:spPr>
              <a:xfrm>
                <a:off x="1984913" y="3100931"/>
                <a:ext cx="3646449" cy="46835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zh-CN" altLang="en-US" sz="1400" dirty="0"/>
                  <a:t>把</a:t>
                </a:r>
                <a:r>
                  <a:rPr kumimoji="1" lang="en-US" altLang="zh-CN" sz="1400" dirty="0"/>
                  <a:t>HTTP</a:t>
                </a:r>
                <a:r>
                  <a:rPr kumimoji="1" lang="zh-CN" altLang="en-US" sz="1400" dirty="0"/>
                  <a:t>请求消息（包括需要的对象的</a:t>
                </a:r>
                <a:r>
                  <a:rPr kumimoji="1" lang="en-US" altLang="zh-CN" sz="1400" dirty="0"/>
                  <a:t>URL</a:t>
                </a:r>
                <a:r>
                  <a:rPr kumimoji="1" lang="zh-CN" altLang="en-US" sz="1400" dirty="0"/>
                  <a:t>）</a:t>
                </a:r>
                <a:endParaRPr kumimoji="1" lang="en-US" altLang="zh-CN" sz="1400" dirty="0"/>
              </a:p>
              <a:p>
                <a:r>
                  <a:rPr kumimoji="1" lang="zh-CN" altLang="en-US" sz="1400" dirty="0"/>
                  <a:t>通过</a:t>
                </a:r>
                <a:r>
                  <a:rPr kumimoji="1" lang="en-US" altLang="zh-CN" sz="1400" dirty="0"/>
                  <a:t>Socket</a:t>
                </a:r>
                <a:r>
                  <a:rPr kumimoji="1" lang="zh-CN" altLang="en-US" sz="1400" dirty="0"/>
                  <a:t>发出</a:t>
                </a: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660A3DB-34C5-88E4-D2C0-604BCC0FFB5F}"/>
                  </a:ext>
                </a:extLst>
              </p:cNvPr>
              <p:cNvSpPr/>
              <p:nvPr/>
            </p:nvSpPr>
            <p:spPr>
              <a:xfrm>
                <a:off x="6763211" y="3343477"/>
                <a:ext cx="3646449" cy="46835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zh-CN" altLang="en-US" sz="1400" dirty="0"/>
                  <a:t>收到请求消息，并解析，把需要的对象用 </a:t>
                </a:r>
                <a:r>
                  <a:rPr kumimoji="1" lang="en-US" altLang="zh-CN" sz="1400" dirty="0"/>
                  <a:t>Socket</a:t>
                </a:r>
                <a:r>
                  <a:rPr kumimoji="1" lang="zh-CN" altLang="en-US" sz="1400" dirty="0"/>
                  <a:t>发出</a:t>
                </a:r>
              </a:p>
            </p:txBody>
          </p:sp>
          <p:cxnSp>
            <p:nvCxnSpPr>
              <p:cNvPr id="26" name="直线箭头连接符 25">
                <a:extLst>
                  <a:ext uri="{FF2B5EF4-FFF2-40B4-BE49-F238E27FC236}">
                    <a16:creationId xmlns:a16="http://schemas.microsoft.com/office/drawing/2014/main" id="{8F3816BB-BE20-A070-1A24-FD64164D4A7C}"/>
                  </a:ext>
                </a:extLst>
              </p:cNvPr>
              <p:cNvCxnSpPr>
                <a:cxnSpLocks/>
                <a:stCxn id="24" idx="3"/>
                <a:endCxn id="25" idx="1"/>
              </p:cNvCxnSpPr>
              <p:nvPr/>
            </p:nvCxnSpPr>
            <p:spPr>
              <a:xfrm>
                <a:off x="5631362" y="3335108"/>
                <a:ext cx="1131849" cy="24254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箭头连接符 28">
                <a:extLst>
                  <a:ext uri="{FF2B5EF4-FFF2-40B4-BE49-F238E27FC236}">
                    <a16:creationId xmlns:a16="http://schemas.microsoft.com/office/drawing/2014/main" id="{C69742DB-58BA-C666-B80D-623AE2D8D988}"/>
                  </a:ext>
                </a:extLst>
              </p:cNvPr>
              <p:cNvCxnSpPr>
                <a:cxnSpLocks/>
                <a:stCxn id="25" idx="1"/>
                <a:endCxn id="33" idx="3"/>
              </p:cNvCxnSpPr>
              <p:nvPr/>
            </p:nvCxnSpPr>
            <p:spPr>
              <a:xfrm flipH="1">
                <a:off x="5629502" y="3577654"/>
                <a:ext cx="1133709" cy="69227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1164A982-5C71-50A6-458B-CD7E380FD89F}"/>
                  </a:ext>
                </a:extLst>
              </p:cNvPr>
              <p:cNvSpPr/>
              <p:nvPr/>
            </p:nvSpPr>
            <p:spPr>
              <a:xfrm>
                <a:off x="1983053" y="4035754"/>
                <a:ext cx="3646449" cy="46835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zh-CN" altLang="en-US" sz="1400" dirty="0"/>
                  <a:t>接收消息</a:t>
                </a: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6A7288B2-B579-FE89-0995-9C23948A8AD3}"/>
                  </a:ext>
                </a:extLst>
              </p:cNvPr>
              <p:cNvSpPr/>
              <p:nvPr/>
            </p:nvSpPr>
            <p:spPr>
              <a:xfrm>
                <a:off x="6763211" y="4090614"/>
                <a:ext cx="3646449" cy="46835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zh-CN" altLang="en-US" sz="1400" dirty="0"/>
                  <a:t>接收完毕后，关闭</a:t>
                </a:r>
                <a:r>
                  <a:rPr kumimoji="1" lang="en-US" altLang="zh-CN" sz="1400" dirty="0"/>
                  <a:t>TCP</a:t>
                </a:r>
                <a:r>
                  <a:rPr kumimoji="1" lang="zh-CN" altLang="en-US" sz="1400" dirty="0"/>
                  <a:t>连接</a:t>
                </a: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334F125-1C0D-B0DF-E6B5-EEEA8AC572CF}"/>
                  </a:ext>
                </a:extLst>
              </p:cNvPr>
              <p:cNvSpPr/>
              <p:nvPr/>
            </p:nvSpPr>
            <p:spPr>
              <a:xfrm>
                <a:off x="1984914" y="4970577"/>
                <a:ext cx="3646449" cy="46835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zh-CN" altLang="en-US" sz="1400" dirty="0"/>
                  <a:t>解析</a:t>
                </a:r>
                <a:r>
                  <a:rPr kumimoji="1" lang="en-US" altLang="zh-CN" sz="1400" dirty="0"/>
                  <a:t>html</a:t>
                </a:r>
                <a:r>
                  <a:rPr kumimoji="1" lang="zh-CN" altLang="en-US" sz="1400" dirty="0"/>
                  <a:t>文件，发现有</a:t>
                </a:r>
                <a:r>
                  <a:rPr kumimoji="1" lang="en-US" altLang="zh-CN" sz="1400" dirty="0"/>
                  <a:t>10</a:t>
                </a:r>
                <a:r>
                  <a:rPr kumimoji="1" lang="zh-CN" altLang="en-US" sz="1400" dirty="0"/>
                  <a:t>个</a:t>
                </a:r>
                <a:r>
                  <a:rPr kumimoji="1" lang="en-US" altLang="zh-CN" sz="1400" dirty="0"/>
                  <a:t>jpeg</a:t>
                </a:r>
                <a:r>
                  <a:rPr kumimoji="1" lang="zh-CN" altLang="en-US" sz="1400" dirty="0"/>
                  <a:t>对象的超链接</a:t>
                </a:r>
              </a:p>
            </p:txBody>
          </p:sp>
          <p:cxnSp>
            <p:nvCxnSpPr>
              <p:cNvPr id="36" name="直线箭头连接符 35">
                <a:extLst>
                  <a:ext uri="{FF2B5EF4-FFF2-40B4-BE49-F238E27FC236}">
                    <a16:creationId xmlns:a16="http://schemas.microsoft.com/office/drawing/2014/main" id="{BB657C0D-1A3F-F9AE-60FE-8A55BB4FFC6E}"/>
                  </a:ext>
                </a:extLst>
              </p:cNvPr>
              <p:cNvCxnSpPr>
                <a:cxnSpLocks/>
                <a:stCxn id="33" idx="3"/>
                <a:endCxn id="34" idx="1"/>
              </p:cNvCxnSpPr>
              <p:nvPr/>
            </p:nvCxnSpPr>
            <p:spPr>
              <a:xfrm>
                <a:off x="5629502" y="4269931"/>
                <a:ext cx="1133709" cy="5486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箭头连接符 38">
                <a:extLst>
                  <a:ext uri="{FF2B5EF4-FFF2-40B4-BE49-F238E27FC236}">
                    <a16:creationId xmlns:a16="http://schemas.microsoft.com/office/drawing/2014/main" id="{D94C30FF-4B1C-A077-6954-A3F559B036F2}"/>
                  </a:ext>
                </a:extLst>
              </p:cNvPr>
              <p:cNvCxnSpPr>
                <a:cxnSpLocks/>
                <a:stCxn id="33" idx="2"/>
                <a:endCxn id="35" idx="0"/>
              </p:cNvCxnSpPr>
              <p:nvPr/>
            </p:nvCxnSpPr>
            <p:spPr>
              <a:xfrm>
                <a:off x="3806278" y="4504107"/>
                <a:ext cx="1861" cy="46647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线箭头连接符 41">
                <a:extLst>
                  <a:ext uri="{FF2B5EF4-FFF2-40B4-BE49-F238E27FC236}">
                    <a16:creationId xmlns:a16="http://schemas.microsoft.com/office/drawing/2014/main" id="{74613B82-0A5F-413C-2EC7-87AF27CAD7F2}"/>
                  </a:ext>
                </a:extLst>
              </p:cNvPr>
              <p:cNvCxnSpPr>
                <a:cxnSpLocks/>
                <a:stCxn id="35" idx="2"/>
                <a:endCxn id="12" idx="0"/>
              </p:cNvCxnSpPr>
              <p:nvPr/>
            </p:nvCxnSpPr>
            <p:spPr>
              <a:xfrm>
                <a:off x="3808139" y="5438930"/>
                <a:ext cx="1" cy="40427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肘形连接符 75">
                <a:extLst>
                  <a:ext uri="{FF2B5EF4-FFF2-40B4-BE49-F238E27FC236}">
                    <a16:creationId xmlns:a16="http://schemas.microsoft.com/office/drawing/2014/main" id="{46979DEE-2659-6B8F-102D-4720DB953FC6}"/>
                  </a:ext>
                </a:extLst>
              </p:cNvPr>
              <p:cNvCxnSpPr>
                <a:stCxn id="12" idx="1"/>
                <a:endCxn id="7" idx="1"/>
              </p:cNvCxnSpPr>
              <p:nvPr/>
            </p:nvCxnSpPr>
            <p:spPr>
              <a:xfrm rot="10800000">
                <a:off x="1984913" y="1379038"/>
                <a:ext cx="2" cy="4698340"/>
              </a:xfrm>
              <a:prstGeom prst="bentConnector3">
                <a:avLst>
                  <a:gd name="adj1" fmla="val 11430100000"/>
                </a:avLst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90447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668CFC51-9935-1272-A9CC-092852B5527E}"/>
              </a:ext>
            </a:extLst>
          </p:cNvPr>
          <p:cNvGrpSpPr/>
          <p:nvPr/>
        </p:nvGrpSpPr>
        <p:grpSpPr>
          <a:xfrm>
            <a:off x="-611131" y="810411"/>
            <a:ext cx="7924799" cy="3695508"/>
            <a:chOff x="1219201" y="875323"/>
            <a:chExt cx="7924799" cy="3695508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965C074-34A7-94BD-741E-B77127E1776D}"/>
                </a:ext>
              </a:extLst>
            </p:cNvPr>
            <p:cNvSpPr txBox="1"/>
            <p:nvPr/>
          </p:nvSpPr>
          <p:spPr>
            <a:xfrm>
              <a:off x="3048000" y="1951672"/>
              <a:ext cx="6096000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2000" b="1" dirty="0">
                  <a:solidFill>
                    <a:srgbClr val="002060"/>
                  </a:solidFill>
                </a:rPr>
                <a:t>GET /somedir/page.html HTTP/1.1 </a:t>
              </a:r>
            </a:p>
            <a:p>
              <a:r>
                <a:rPr lang="en" altLang="zh-CN" sz="2000" b="1" dirty="0">
                  <a:solidFill>
                    <a:srgbClr val="002060"/>
                  </a:solidFill>
                </a:rPr>
                <a:t>Host: www.someschool.edu </a:t>
              </a:r>
            </a:p>
            <a:p>
              <a:r>
                <a:rPr lang="en" altLang="zh-CN" sz="2000" b="1" dirty="0">
                  <a:solidFill>
                    <a:srgbClr val="002060"/>
                  </a:solidFill>
                </a:rPr>
                <a:t>User-agent: Mozilla/4.0 </a:t>
              </a:r>
            </a:p>
            <a:p>
              <a:r>
                <a:rPr lang="en" altLang="zh-CN" sz="2000" b="1" dirty="0">
                  <a:solidFill>
                    <a:srgbClr val="002060"/>
                  </a:solidFill>
                </a:rPr>
                <a:t>Connection: close </a:t>
              </a:r>
            </a:p>
            <a:p>
              <a:r>
                <a:rPr lang="en" altLang="zh-CN" sz="2000" b="1" dirty="0" err="1">
                  <a:solidFill>
                    <a:srgbClr val="002060"/>
                  </a:solidFill>
                </a:rPr>
                <a:t>Accept-language:fr</a:t>
              </a:r>
              <a:endParaRPr lang="zh-CN" altLang="en-US" sz="2000" b="1" dirty="0">
                <a:solidFill>
                  <a:srgbClr val="002060"/>
                </a:solidFill>
              </a:endParaRPr>
            </a:p>
          </p:txBody>
        </p:sp>
        <p:sp>
          <p:nvSpPr>
            <p:cNvPr id="6" name="线形标注 1 5">
              <a:extLst>
                <a:ext uri="{FF2B5EF4-FFF2-40B4-BE49-F238E27FC236}">
                  <a16:creationId xmlns:a16="http://schemas.microsoft.com/office/drawing/2014/main" id="{1CAA7523-300A-2F78-AE13-D351BE4A60F8}"/>
                </a:ext>
              </a:extLst>
            </p:cNvPr>
            <p:cNvSpPr/>
            <p:nvPr/>
          </p:nvSpPr>
          <p:spPr>
            <a:xfrm>
              <a:off x="1219201" y="1164492"/>
              <a:ext cx="1398954" cy="570523"/>
            </a:xfrm>
            <a:prstGeom prst="borderCallout1">
              <a:avLst>
                <a:gd name="adj1" fmla="val 50114"/>
                <a:gd name="adj2" fmla="val 101385"/>
                <a:gd name="adj3" fmla="val 164772"/>
                <a:gd name="adj4" fmla="val 157272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b="1" dirty="0">
                  <a:solidFill>
                    <a:srgbClr val="FF0000"/>
                  </a:solidFill>
                </a:rPr>
                <a:t>GET</a:t>
              </a:r>
              <a:r>
                <a:rPr kumimoji="1" lang="zh-CN" altLang="en-US" sz="1600" b="1" dirty="0">
                  <a:solidFill>
                    <a:srgbClr val="FF0000"/>
                  </a:solidFill>
                </a:rPr>
                <a:t>、</a:t>
              </a:r>
              <a:r>
                <a:rPr kumimoji="1" lang="en-US" altLang="zh-CN" sz="1600" b="1" dirty="0">
                  <a:solidFill>
                    <a:srgbClr val="FF0000"/>
                  </a:solidFill>
                </a:rPr>
                <a:t>POST</a:t>
              </a:r>
              <a:r>
                <a:rPr kumimoji="1" lang="zh-CN" altLang="en-US" sz="1600" b="1" dirty="0">
                  <a:solidFill>
                    <a:srgbClr val="FF0000"/>
                  </a:solidFill>
                </a:rPr>
                <a:t>、</a:t>
              </a:r>
              <a:r>
                <a:rPr kumimoji="1" lang="en-US" altLang="zh-CN" sz="1600" b="1" dirty="0">
                  <a:solidFill>
                    <a:srgbClr val="FF0000"/>
                  </a:solidFill>
                </a:rPr>
                <a:t>HEAD</a:t>
              </a:r>
              <a:endParaRPr kumimoji="1" lang="zh-CN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线形标注 1 6">
              <a:extLst>
                <a:ext uri="{FF2B5EF4-FFF2-40B4-BE49-F238E27FC236}">
                  <a16:creationId xmlns:a16="http://schemas.microsoft.com/office/drawing/2014/main" id="{B3F28719-1E97-0ADF-8098-DAD6145C0F24}"/>
                </a:ext>
              </a:extLst>
            </p:cNvPr>
            <p:cNvSpPr/>
            <p:nvPr/>
          </p:nvSpPr>
          <p:spPr>
            <a:xfrm>
              <a:off x="2919046" y="875323"/>
              <a:ext cx="1211385" cy="429846"/>
            </a:xfrm>
            <a:prstGeom prst="borderCallout1">
              <a:avLst>
                <a:gd name="adj1" fmla="val 39205"/>
                <a:gd name="adj2" fmla="val 100094"/>
                <a:gd name="adj3" fmla="val 252045"/>
                <a:gd name="adj4" fmla="val 139853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b="1" dirty="0">
                  <a:solidFill>
                    <a:srgbClr val="FF0000"/>
                  </a:solidFill>
                </a:rPr>
                <a:t>URL</a:t>
              </a:r>
              <a:endParaRPr kumimoji="1" lang="zh-CN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左中括号 7">
              <a:extLst>
                <a:ext uri="{FF2B5EF4-FFF2-40B4-BE49-F238E27FC236}">
                  <a16:creationId xmlns:a16="http://schemas.microsoft.com/office/drawing/2014/main" id="{DAE64919-DCD0-DBAE-4833-18CB2F7B49D0}"/>
                </a:ext>
              </a:extLst>
            </p:cNvPr>
            <p:cNvSpPr/>
            <p:nvPr/>
          </p:nvSpPr>
          <p:spPr>
            <a:xfrm>
              <a:off x="2711938" y="2360246"/>
              <a:ext cx="207108" cy="1141046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4FE0116-D976-4610-2A6A-F8457A74CD0E}"/>
                </a:ext>
              </a:extLst>
            </p:cNvPr>
            <p:cNvSpPr/>
            <p:nvPr/>
          </p:nvSpPr>
          <p:spPr>
            <a:xfrm>
              <a:off x="1414586" y="2547818"/>
              <a:ext cx="1203569" cy="570522"/>
            </a:xfrm>
            <a:prstGeom prst="rect">
              <a:avLst/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rgbClr val="FF0000"/>
                  </a:solidFill>
                </a:rPr>
                <a:t>Header</a:t>
              </a:r>
            </a:p>
            <a:p>
              <a:pPr algn="ctr"/>
              <a:r>
                <a:rPr kumimoji="1" lang="en-US" altLang="zh-CN" b="1" dirty="0">
                  <a:solidFill>
                    <a:srgbClr val="FF0000"/>
                  </a:solidFill>
                </a:rPr>
                <a:t>lines</a:t>
              </a:r>
              <a:endParaRPr kumimoji="1"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线形标注 1 9">
              <a:extLst>
                <a:ext uri="{FF2B5EF4-FFF2-40B4-BE49-F238E27FC236}">
                  <a16:creationId xmlns:a16="http://schemas.microsoft.com/office/drawing/2014/main" id="{1296A823-7580-6B4F-0D38-2FFD4D71466A}"/>
                </a:ext>
              </a:extLst>
            </p:cNvPr>
            <p:cNvSpPr/>
            <p:nvPr/>
          </p:nvSpPr>
          <p:spPr>
            <a:xfrm>
              <a:off x="7557474" y="1962748"/>
              <a:ext cx="1422403" cy="522543"/>
            </a:xfrm>
            <a:prstGeom prst="borderCallout1">
              <a:avLst>
                <a:gd name="adj1" fmla="val 48296"/>
                <a:gd name="adj2" fmla="val 94"/>
                <a:gd name="adj3" fmla="val 98173"/>
                <a:gd name="adj4" fmla="val -82540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b="1" dirty="0">
                  <a:solidFill>
                    <a:srgbClr val="FF0000"/>
                  </a:solidFill>
                </a:rPr>
                <a:t>代理</a:t>
              </a:r>
              <a:r>
                <a:rPr kumimoji="1" lang="en-US" altLang="zh-CN" sz="1600" b="1" dirty="0">
                  <a:solidFill>
                    <a:srgbClr val="FF0000"/>
                  </a:solidFill>
                </a:rPr>
                <a:t>/</a:t>
              </a:r>
              <a:r>
                <a:rPr kumimoji="1" lang="zh-CN" altLang="en-US" sz="1600" b="1" dirty="0">
                  <a:solidFill>
                    <a:srgbClr val="FF0000"/>
                  </a:solidFill>
                </a:rPr>
                <a:t>缓存</a:t>
              </a:r>
              <a:endParaRPr kumimoji="1" lang="en-US" altLang="zh-CN" sz="1600" b="1" dirty="0">
                <a:solidFill>
                  <a:srgbClr val="FF0000"/>
                </a:solidFill>
              </a:endParaRPr>
            </a:p>
            <a:p>
              <a:pPr algn="ctr"/>
              <a:r>
                <a:rPr kumimoji="1" lang="zh-CN" altLang="en-US" sz="1600" b="1" dirty="0">
                  <a:solidFill>
                    <a:srgbClr val="FF0000"/>
                  </a:solidFill>
                </a:rPr>
                <a:t>场景下有用</a:t>
              </a:r>
            </a:p>
          </p:txBody>
        </p:sp>
        <p:sp>
          <p:nvSpPr>
            <p:cNvPr id="11" name="线形标注 1 10">
              <a:extLst>
                <a:ext uri="{FF2B5EF4-FFF2-40B4-BE49-F238E27FC236}">
                  <a16:creationId xmlns:a16="http://schemas.microsoft.com/office/drawing/2014/main" id="{0F3907D6-6382-4B27-3D0D-20E8F8FF755C}"/>
                </a:ext>
              </a:extLst>
            </p:cNvPr>
            <p:cNvSpPr/>
            <p:nvPr/>
          </p:nvSpPr>
          <p:spPr>
            <a:xfrm>
              <a:off x="7557475" y="2715846"/>
              <a:ext cx="1484925" cy="522542"/>
            </a:xfrm>
            <a:prstGeom prst="borderCallout1">
              <a:avLst>
                <a:gd name="adj1" fmla="val 48296"/>
                <a:gd name="adj2" fmla="val 94"/>
                <a:gd name="adj3" fmla="val 13746"/>
                <a:gd name="adj4" fmla="val -104969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b="1" dirty="0">
                  <a:solidFill>
                    <a:srgbClr val="FF0000"/>
                  </a:solidFill>
                </a:rPr>
                <a:t>可能对不同浏览器支持不同</a:t>
              </a:r>
            </a:p>
          </p:txBody>
        </p:sp>
        <p:sp>
          <p:nvSpPr>
            <p:cNvPr id="12" name="线形标注 1 11">
              <a:extLst>
                <a:ext uri="{FF2B5EF4-FFF2-40B4-BE49-F238E27FC236}">
                  <a16:creationId xmlns:a16="http://schemas.microsoft.com/office/drawing/2014/main" id="{9DA09D15-01B8-135F-7EDF-D6A8A1601B3C}"/>
                </a:ext>
              </a:extLst>
            </p:cNvPr>
            <p:cNvSpPr/>
            <p:nvPr/>
          </p:nvSpPr>
          <p:spPr>
            <a:xfrm>
              <a:off x="7233136" y="3468943"/>
              <a:ext cx="1746741" cy="522542"/>
            </a:xfrm>
            <a:prstGeom prst="borderCallout1">
              <a:avLst>
                <a:gd name="adj1" fmla="val 48296"/>
                <a:gd name="adj2" fmla="val 94"/>
                <a:gd name="adj3" fmla="val -75993"/>
                <a:gd name="adj4" fmla="val -107729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b="1" dirty="0">
                  <a:solidFill>
                    <a:srgbClr val="FF0000"/>
                  </a:solidFill>
                </a:rPr>
                <a:t>发送后关闭连接</a:t>
              </a:r>
            </a:p>
          </p:txBody>
        </p:sp>
        <p:sp>
          <p:nvSpPr>
            <p:cNvPr id="13" name="线形标注 1 12">
              <a:extLst>
                <a:ext uri="{FF2B5EF4-FFF2-40B4-BE49-F238E27FC236}">
                  <a16:creationId xmlns:a16="http://schemas.microsoft.com/office/drawing/2014/main" id="{2CC859F7-7353-CEF2-0EA0-39AECCBBAECF}"/>
                </a:ext>
              </a:extLst>
            </p:cNvPr>
            <p:cNvSpPr/>
            <p:nvPr/>
          </p:nvSpPr>
          <p:spPr>
            <a:xfrm>
              <a:off x="4743936" y="3991485"/>
              <a:ext cx="2149233" cy="579346"/>
            </a:xfrm>
            <a:prstGeom prst="borderCallout1">
              <a:avLst>
                <a:gd name="adj1" fmla="val 48296"/>
                <a:gd name="adj2" fmla="val 94"/>
                <a:gd name="adj3" fmla="val -69425"/>
                <a:gd name="adj4" fmla="val -26593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b="1" dirty="0">
                  <a:solidFill>
                    <a:srgbClr val="FF0000"/>
                  </a:solidFill>
                </a:rPr>
                <a:t>语言：法语（如果网站有多个语言版本）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913F802-0A1F-2226-63DA-024D86F7FBA0}"/>
                </a:ext>
              </a:extLst>
            </p:cNvPr>
            <p:cNvSpPr/>
            <p:nvPr/>
          </p:nvSpPr>
          <p:spPr>
            <a:xfrm>
              <a:off x="4664117" y="1084003"/>
              <a:ext cx="3973550" cy="442331"/>
            </a:xfrm>
            <a:prstGeom prst="rect">
              <a:avLst/>
            </a:prstGeom>
            <a:solidFill>
              <a:srgbClr val="E6F7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1" dirty="0">
                  <a:solidFill>
                    <a:schemeClr val="tx1"/>
                  </a:solidFill>
                </a:rPr>
                <a:t>HTTP</a:t>
              </a:r>
              <a:r>
                <a:rPr kumimoji="1" lang="zh-CN" altLang="en-US" sz="2400" b="1" dirty="0">
                  <a:solidFill>
                    <a:schemeClr val="tx1"/>
                  </a:solidFill>
                </a:rPr>
                <a:t> 的 </a:t>
              </a:r>
              <a:r>
                <a:rPr kumimoji="1" lang="en-US" altLang="zh-CN" sz="2400" b="1" dirty="0">
                  <a:solidFill>
                    <a:schemeClr val="tx1"/>
                  </a:solidFill>
                </a:rPr>
                <a:t>request</a:t>
              </a:r>
              <a:endParaRPr kumimoji="1" lang="zh-CN" altLang="en-US" sz="2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3EC3F67B-46B8-1E2A-1AA8-8E3C72BC3ED7}"/>
              </a:ext>
            </a:extLst>
          </p:cNvPr>
          <p:cNvSpPr txBox="1"/>
          <p:nvPr/>
        </p:nvSpPr>
        <p:spPr>
          <a:xfrm>
            <a:off x="1912139" y="4914516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HTTP</a:t>
            </a:r>
            <a:r>
              <a:rPr kumimoji="1" lang="zh-CN" altLang="en-US" sz="2400" dirty="0"/>
              <a:t> 的 </a:t>
            </a:r>
            <a:r>
              <a:rPr kumimoji="1" lang="en-US" altLang="zh-CN" sz="2400" dirty="0"/>
              <a:t>request</a:t>
            </a:r>
            <a:endParaRPr kumimoji="1" lang="zh-CN" altLang="en-US" sz="24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57CD428-AD8C-B972-0931-5D93B7F50007}"/>
              </a:ext>
            </a:extLst>
          </p:cNvPr>
          <p:cNvGrpSpPr/>
          <p:nvPr/>
        </p:nvGrpSpPr>
        <p:grpSpPr>
          <a:xfrm>
            <a:off x="8556314" y="810411"/>
            <a:ext cx="8124089" cy="3889540"/>
            <a:chOff x="1359878" y="786661"/>
            <a:chExt cx="8124089" cy="388954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2C1E190-C53C-EC6E-5FF2-2C51D851BFF6}"/>
                </a:ext>
              </a:extLst>
            </p:cNvPr>
            <p:cNvGrpSpPr/>
            <p:nvPr/>
          </p:nvGrpSpPr>
          <p:grpSpPr>
            <a:xfrm>
              <a:off x="1359878" y="786661"/>
              <a:ext cx="8124089" cy="3456810"/>
              <a:chOff x="1414586" y="1357184"/>
              <a:chExt cx="8124089" cy="3456810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FD8819B-12EE-5F40-9D7B-6A63849574A1}"/>
                  </a:ext>
                </a:extLst>
              </p:cNvPr>
              <p:cNvSpPr txBox="1"/>
              <p:nvPr/>
            </p:nvSpPr>
            <p:spPr>
              <a:xfrm>
                <a:off x="3048000" y="1951672"/>
                <a:ext cx="6096000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sz="2000" b="1" dirty="0">
                    <a:solidFill>
                      <a:srgbClr val="002060"/>
                    </a:solidFill>
                  </a:rPr>
                  <a:t>HTTP/1.1 200 OK </a:t>
                </a:r>
              </a:p>
              <a:p>
                <a:r>
                  <a:rPr lang="en" altLang="zh-CN" sz="2000" b="1" dirty="0">
                    <a:solidFill>
                      <a:srgbClr val="002060"/>
                    </a:solidFill>
                  </a:rPr>
                  <a:t>Connection: close </a:t>
                </a:r>
              </a:p>
              <a:p>
                <a:r>
                  <a:rPr lang="en" altLang="zh-CN" sz="2000" b="1" dirty="0">
                    <a:solidFill>
                      <a:srgbClr val="002060"/>
                    </a:solidFill>
                  </a:rPr>
                  <a:t>Date: Thu, 06 Aug 1998 12:00:15 GMT </a:t>
                </a:r>
              </a:p>
              <a:p>
                <a:r>
                  <a:rPr lang="en" altLang="zh-CN" sz="2000" b="1" dirty="0">
                    <a:solidFill>
                      <a:srgbClr val="002060"/>
                    </a:solidFill>
                  </a:rPr>
                  <a:t>Server: Apache/1.3.0 (Unix) </a:t>
                </a:r>
              </a:p>
              <a:p>
                <a:r>
                  <a:rPr lang="en" altLang="zh-CN" sz="2000" b="1" dirty="0">
                    <a:solidFill>
                      <a:srgbClr val="002060"/>
                    </a:solidFill>
                  </a:rPr>
                  <a:t>Last-Modified: Mon, 22 Jun 1998 …... </a:t>
                </a:r>
              </a:p>
              <a:p>
                <a:r>
                  <a:rPr lang="en" altLang="zh-CN" sz="2000" b="1" dirty="0">
                    <a:solidFill>
                      <a:srgbClr val="002060"/>
                    </a:solidFill>
                  </a:rPr>
                  <a:t>Content-Length: 6821 </a:t>
                </a:r>
              </a:p>
              <a:p>
                <a:r>
                  <a:rPr lang="en" altLang="zh-CN" sz="2000" b="1" dirty="0">
                    <a:solidFill>
                      <a:srgbClr val="002060"/>
                    </a:solidFill>
                  </a:rPr>
                  <a:t>Content-Type: text/html</a:t>
                </a:r>
              </a:p>
              <a:p>
                <a:endParaRPr lang="en" altLang="zh-CN" sz="2000" b="1" dirty="0">
                  <a:solidFill>
                    <a:srgbClr val="002060"/>
                  </a:solidFill>
                </a:endParaRPr>
              </a:p>
              <a:p>
                <a:r>
                  <a:rPr lang="en" altLang="zh-CN" sz="2000" b="1" dirty="0">
                    <a:solidFill>
                      <a:srgbClr val="002060"/>
                    </a:solidFill>
                  </a:rPr>
                  <a:t>data data data data data ... </a:t>
                </a:r>
                <a:endParaRPr lang="zh-CN" altLang="en-US" sz="2000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" name="线形标注 1 19">
                <a:extLst>
                  <a:ext uri="{FF2B5EF4-FFF2-40B4-BE49-F238E27FC236}">
                    <a16:creationId xmlns:a16="http://schemas.microsoft.com/office/drawing/2014/main" id="{024EA6AB-6A64-9EB6-789E-771B5B56D773}"/>
                  </a:ext>
                </a:extLst>
              </p:cNvPr>
              <p:cNvSpPr/>
              <p:nvPr/>
            </p:nvSpPr>
            <p:spPr>
              <a:xfrm>
                <a:off x="2919046" y="1363427"/>
                <a:ext cx="1211385" cy="429846"/>
              </a:xfrm>
              <a:prstGeom prst="borderCallout1">
                <a:avLst>
                  <a:gd name="adj1" fmla="val 39205"/>
                  <a:gd name="adj2" fmla="val 100094"/>
                  <a:gd name="adj3" fmla="val 144772"/>
                  <a:gd name="adj4" fmla="val 122435"/>
                </a:avLst>
              </a:prstGeom>
              <a:solidFill>
                <a:srgbClr val="CEFDFF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600" b="1" dirty="0">
                    <a:solidFill>
                      <a:srgbClr val="FF0000"/>
                    </a:solidFill>
                  </a:rPr>
                  <a:t>状态码</a:t>
                </a:r>
              </a:p>
            </p:txBody>
          </p:sp>
          <p:sp>
            <p:nvSpPr>
              <p:cNvPr id="21" name="左中括号 20">
                <a:extLst>
                  <a:ext uri="{FF2B5EF4-FFF2-40B4-BE49-F238E27FC236}">
                    <a16:creationId xmlns:a16="http://schemas.microsoft.com/office/drawing/2014/main" id="{72B8A8FA-6C8D-7E06-23B9-E57D5D583867}"/>
                  </a:ext>
                </a:extLst>
              </p:cNvPr>
              <p:cNvSpPr/>
              <p:nvPr/>
            </p:nvSpPr>
            <p:spPr>
              <a:xfrm>
                <a:off x="2711938" y="2360246"/>
                <a:ext cx="207108" cy="1141046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9F3131BE-F60B-1C59-1065-B65431B02EC8}"/>
                  </a:ext>
                </a:extLst>
              </p:cNvPr>
              <p:cNvSpPr/>
              <p:nvPr/>
            </p:nvSpPr>
            <p:spPr>
              <a:xfrm>
                <a:off x="1414586" y="2547818"/>
                <a:ext cx="1203569" cy="570522"/>
              </a:xfrm>
              <a:prstGeom prst="rect">
                <a:avLst/>
              </a:prstGeom>
              <a:solidFill>
                <a:srgbClr val="CEFDFF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b="1" dirty="0">
                    <a:solidFill>
                      <a:srgbClr val="FF0000"/>
                    </a:solidFill>
                  </a:rPr>
                  <a:t>Header</a:t>
                </a:r>
              </a:p>
              <a:p>
                <a:pPr algn="ctr"/>
                <a:r>
                  <a:rPr kumimoji="1" lang="en-US" altLang="zh-CN" b="1" dirty="0">
                    <a:solidFill>
                      <a:srgbClr val="FF0000"/>
                    </a:solidFill>
                  </a:rPr>
                  <a:t>lines</a:t>
                </a:r>
                <a:endParaRPr kumimoji="1" lang="zh-CN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3" name="线形标注 1 22">
                <a:extLst>
                  <a:ext uri="{FF2B5EF4-FFF2-40B4-BE49-F238E27FC236}">
                    <a16:creationId xmlns:a16="http://schemas.microsoft.com/office/drawing/2014/main" id="{91D04223-9241-51A0-D8EF-697AC857FDAB}"/>
                  </a:ext>
                </a:extLst>
              </p:cNvPr>
              <p:cNvSpPr/>
              <p:nvPr/>
            </p:nvSpPr>
            <p:spPr>
              <a:xfrm>
                <a:off x="6893169" y="1962749"/>
                <a:ext cx="2305539" cy="522542"/>
              </a:xfrm>
              <a:prstGeom prst="borderCallout1">
                <a:avLst>
                  <a:gd name="adj1" fmla="val 48296"/>
                  <a:gd name="adj2" fmla="val 94"/>
                  <a:gd name="adj3" fmla="val 123598"/>
                  <a:gd name="adj4" fmla="val -35650"/>
                </a:avLst>
              </a:prstGeom>
              <a:solidFill>
                <a:srgbClr val="CEFDFF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b="1" dirty="0">
                    <a:solidFill>
                      <a:srgbClr val="FF0000"/>
                    </a:solidFill>
                  </a:rPr>
                  <a:t>Web</a:t>
                </a:r>
                <a:r>
                  <a:rPr kumimoji="1" lang="zh-CN" altLang="en-US" sz="1600" b="1" dirty="0">
                    <a:solidFill>
                      <a:srgbClr val="FF0000"/>
                    </a:solidFill>
                  </a:rPr>
                  <a:t>服务器生成消息的时间</a:t>
                </a:r>
              </a:p>
            </p:txBody>
          </p:sp>
          <p:sp>
            <p:nvSpPr>
              <p:cNvPr id="24" name="线形标注 1 23">
                <a:extLst>
                  <a:ext uri="{FF2B5EF4-FFF2-40B4-BE49-F238E27FC236}">
                    <a16:creationId xmlns:a16="http://schemas.microsoft.com/office/drawing/2014/main" id="{0E9BCE39-15FD-DD8A-B202-0C7049ADEFC4}"/>
                  </a:ext>
                </a:extLst>
              </p:cNvPr>
              <p:cNvSpPr/>
              <p:nvPr/>
            </p:nvSpPr>
            <p:spPr>
              <a:xfrm>
                <a:off x="7557475" y="2715846"/>
                <a:ext cx="1867879" cy="522542"/>
              </a:xfrm>
              <a:prstGeom prst="borderCallout1">
                <a:avLst>
                  <a:gd name="adj1" fmla="val 48296"/>
                  <a:gd name="adj2" fmla="val 94"/>
                  <a:gd name="adj3" fmla="val 64597"/>
                  <a:gd name="adj4" fmla="val -74969"/>
                </a:avLst>
              </a:prstGeom>
              <a:solidFill>
                <a:srgbClr val="CEFDFF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b="1" dirty="0">
                    <a:solidFill>
                      <a:srgbClr val="FF0000"/>
                    </a:solidFill>
                  </a:rPr>
                  <a:t>Web</a:t>
                </a:r>
                <a:r>
                  <a:rPr kumimoji="1" lang="zh-CN" altLang="en-US" sz="1600" b="1" dirty="0">
                    <a:solidFill>
                      <a:srgbClr val="FF0000"/>
                    </a:solidFill>
                  </a:rPr>
                  <a:t>服务器的软件</a:t>
                </a:r>
              </a:p>
            </p:txBody>
          </p:sp>
          <p:sp>
            <p:nvSpPr>
              <p:cNvPr id="25" name="线形标注 1 24">
                <a:extLst>
                  <a:ext uri="{FF2B5EF4-FFF2-40B4-BE49-F238E27FC236}">
                    <a16:creationId xmlns:a16="http://schemas.microsoft.com/office/drawing/2014/main" id="{E7C2320A-D632-1849-5473-A22DC59B9B25}"/>
                  </a:ext>
                </a:extLst>
              </p:cNvPr>
              <p:cNvSpPr/>
              <p:nvPr/>
            </p:nvSpPr>
            <p:spPr>
              <a:xfrm>
                <a:off x="7233136" y="3501291"/>
                <a:ext cx="2305539" cy="490193"/>
              </a:xfrm>
              <a:prstGeom prst="borderCallout1">
                <a:avLst>
                  <a:gd name="adj1" fmla="val 48296"/>
                  <a:gd name="adj2" fmla="val 94"/>
                  <a:gd name="adj3" fmla="val 4673"/>
                  <a:gd name="adj4" fmla="val -28574"/>
                </a:avLst>
              </a:prstGeom>
              <a:solidFill>
                <a:srgbClr val="CEFDFF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600" b="1" dirty="0">
                    <a:solidFill>
                      <a:srgbClr val="FF0000"/>
                    </a:solidFill>
                  </a:rPr>
                  <a:t>此网页上次修改的时间</a:t>
                </a: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81C896C9-CB83-546C-D907-44FCDA17892E}"/>
                  </a:ext>
                </a:extLst>
              </p:cNvPr>
              <p:cNvSpPr/>
              <p:nvPr/>
            </p:nvSpPr>
            <p:spPr>
              <a:xfrm>
                <a:off x="4585963" y="1357184"/>
                <a:ext cx="3973550" cy="442331"/>
              </a:xfrm>
              <a:prstGeom prst="rect">
                <a:avLst/>
              </a:prstGeom>
              <a:solidFill>
                <a:srgbClr val="E6F7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400" b="1" dirty="0">
                    <a:solidFill>
                      <a:schemeClr val="tx1"/>
                    </a:solidFill>
                  </a:rPr>
                  <a:t>HTTP</a:t>
                </a:r>
                <a:r>
                  <a:rPr kumimoji="1" lang="zh-CN" altLang="en-US" sz="2400" b="1" dirty="0">
                    <a:solidFill>
                      <a:schemeClr val="tx1"/>
                    </a:solidFill>
                  </a:rPr>
                  <a:t> 的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</a:rPr>
                  <a:t>response</a:t>
                </a:r>
                <a:endParaRPr kumimoji="1" lang="zh-CN" altLang="en-US" sz="24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6" name="线形标注 1 15">
              <a:extLst>
                <a:ext uri="{FF2B5EF4-FFF2-40B4-BE49-F238E27FC236}">
                  <a16:creationId xmlns:a16="http://schemas.microsoft.com/office/drawing/2014/main" id="{381FB933-3112-F357-EAED-4BBF24D193D9}"/>
                </a:ext>
              </a:extLst>
            </p:cNvPr>
            <p:cNvSpPr/>
            <p:nvPr/>
          </p:nvSpPr>
          <p:spPr>
            <a:xfrm>
              <a:off x="6547051" y="3506862"/>
              <a:ext cx="1299595" cy="256420"/>
            </a:xfrm>
            <a:prstGeom prst="borderCallout1">
              <a:avLst>
                <a:gd name="adj1" fmla="val 48296"/>
                <a:gd name="adj2" fmla="val 94"/>
                <a:gd name="adj3" fmla="val -153821"/>
                <a:gd name="adj4" fmla="val -66004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b="1" dirty="0">
                  <a:solidFill>
                    <a:srgbClr val="FF0000"/>
                  </a:solidFill>
                </a:rPr>
                <a:t>内容的长度</a:t>
              </a:r>
            </a:p>
          </p:txBody>
        </p:sp>
        <p:sp>
          <p:nvSpPr>
            <p:cNvPr id="17" name="线形标注 1 16">
              <a:extLst>
                <a:ext uri="{FF2B5EF4-FFF2-40B4-BE49-F238E27FC236}">
                  <a16:creationId xmlns:a16="http://schemas.microsoft.com/office/drawing/2014/main" id="{B1FC1DC7-21B1-F337-894F-CD0B2240097F}"/>
                </a:ext>
              </a:extLst>
            </p:cNvPr>
            <p:cNvSpPr/>
            <p:nvPr/>
          </p:nvSpPr>
          <p:spPr>
            <a:xfrm>
              <a:off x="6967128" y="4063682"/>
              <a:ext cx="1299595" cy="222739"/>
            </a:xfrm>
            <a:prstGeom prst="borderCallout1">
              <a:avLst>
                <a:gd name="adj1" fmla="val 48296"/>
                <a:gd name="adj2" fmla="val 94"/>
                <a:gd name="adj3" fmla="val -266829"/>
                <a:gd name="adj4" fmla="val -80679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b="1" dirty="0">
                  <a:solidFill>
                    <a:srgbClr val="FF0000"/>
                  </a:solidFill>
                </a:rPr>
                <a:t>内容的类型</a:t>
              </a:r>
            </a:p>
          </p:txBody>
        </p:sp>
        <p:sp>
          <p:nvSpPr>
            <p:cNvPr id="18" name="线形标注 1 17">
              <a:extLst>
                <a:ext uri="{FF2B5EF4-FFF2-40B4-BE49-F238E27FC236}">
                  <a16:creationId xmlns:a16="http://schemas.microsoft.com/office/drawing/2014/main" id="{B36E83E7-AD51-BDDD-AA36-B32A9B4627BC}"/>
                </a:ext>
              </a:extLst>
            </p:cNvPr>
            <p:cNvSpPr/>
            <p:nvPr/>
          </p:nvSpPr>
          <p:spPr>
            <a:xfrm>
              <a:off x="6963218" y="4453462"/>
              <a:ext cx="1299595" cy="222739"/>
            </a:xfrm>
            <a:prstGeom prst="borderCallout1">
              <a:avLst>
                <a:gd name="adj1" fmla="val 48296"/>
                <a:gd name="adj2" fmla="val 94"/>
                <a:gd name="adj3" fmla="val -133496"/>
                <a:gd name="adj4" fmla="val -114356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b="1" dirty="0">
                  <a:solidFill>
                    <a:srgbClr val="FF0000"/>
                  </a:solidFill>
                </a:rPr>
                <a:t>内容</a:t>
              </a: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62DBF3AC-630F-3DAB-406A-A028D658EF88}"/>
              </a:ext>
            </a:extLst>
          </p:cNvPr>
          <p:cNvSpPr txBox="1"/>
          <p:nvPr/>
        </p:nvSpPr>
        <p:spPr>
          <a:xfrm>
            <a:off x="12756342" y="4914516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HTTP</a:t>
            </a:r>
            <a:r>
              <a:rPr kumimoji="1" lang="zh-CN" altLang="en-US" sz="2400" dirty="0"/>
              <a:t> 的 </a:t>
            </a:r>
            <a:r>
              <a:rPr kumimoji="1" lang="en-US" altLang="zh-CN" sz="2400" dirty="0"/>
              <a:t>response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72955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2C435-A584-9BE4-7114-C813E580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59F836F6-D69C-A973-CEE0-578546CDAE0E}"/>
              </a:ext>
            </a:extLst>
          </p:cNvPr>
          <p:cNvGrpSpPr/>
          <p:nvPr/>
        </p:nvGrpSpPr>
        <p:grpSpPr>
          <a:xfrm>
            <a:off x="0" y="9478"/>
            <a:ext cx="5886276" cy="3417417"/>
            <a:chOff x="1219201" y="-30099"/>
            <a:chExt cx="7924799" cy="460093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153297F-767E-80D6-9E5B-2A7D2B16B97F}"/>
                </a:ext>
              </a:extLst>
            </p:cNvPr>
            <p:cNvSpPr txBox="1"/>
            <p:nvPr/>
          </p:nvSpPr>
          <p:spPr>
            <a:xfrm>
              <a:off x="3048000" y="1951672"/>
              <a:ext cx="6096000" cy="18232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1600" b="1" dirty="0">
                  <a:solidFill>
                    <a:srgbClr val="002060"/>
                  </a:solidFill>
                </a:rPr>
                <a:t>GET /</a:t>
              </a:r>
              <a:r>
                <a:rPr lang="en" altLang="zh-CN" sz="1600" b="1" dirty="0" err="1">
                  <a:solidFill>
                    <a:srgbClr val="002060"/>
                  </a:solidFill>
                </a:rPr>
                <a:t>somedir</a:t>
              </a:r>
              <a:r>
                <a:rPr lang="en" altLang="zh-CN" sz="1600" b="1" dirty="0">
                  <a:solidFill>
                    <a:srgbClr val="002060"/>
                  </a:solidFill>
                </a:rPr>
                <a:t>/</a:t>
              </a:r>
              <a:r>
                <a:rPr lang="en" altLang="zh-CN" sz="1600" b="1" dirty="0" err="1">
                  <a:solidFill>
                    <a:srgbClr val="002060"/>
                  </a:solidFill>
                </a:rPr>
                <a:t>page.html</a:t>
              </a:r>
              <a:r>
                <a:rPr lang="en" altLang="zh-CN" sz="1600" b="1" dirty="0">
                  <a:solidFill>
                    <a:srgbClr val="002060"/>
                  </a:solidFill>
                </a:rPr>
                <a:t> HTTP/1.1 </a:t>
              </a:r>
            </a:p>
            <a:p>
              <a:r>
                <a:rPr lang="en" altLang="zh-CN" sz="1600" b="1" dirty="0">
                  <a:solidFill>
                    <a:srgbClr val="002060"/>
                  </a:solidFill>
                </a:rPr>
                <a:t>Host: </a:t>
              </a:r>
              <a:r>
                <a:rPr lang="en" altLang="zh-CN" sz="1600" b="1" dirty="0" err="1">
                  <a:solidFill>
                    <a:srgbClr val="002060"/>
                  </a:solidFill>
                </a:rPr>
                <a:t>www.guofei.site</a:t>
              </a:r>
              <a:r>
                <a:rPr lang="en" altLang="zh-CN" sz="1600" b="1" dirty="0">
                  <a:solidFill>
                    <a:srgbClr val="002060"/>
                  </a:solidFill>
                </a:rPr>
                <a:t> </a:t>
              </a:r>
            </a:p>
            <a:p>
              <a:r>
                <a:rPr lang="en" altLang="zh-CN" sz="1600" b="1" dirty="0">
                  <a:solidFill>
                    <a:srgbClr val="002060"/>
                  </a:solidFill>
                </a:rPr>
                <a:t>User-agent: Mozilla/4.0 </a:t>
              </a:r>
            </a:p>
            <a:p>
              <a:r>
                <a:rPr lang="en" altLang="zh-CN" sz="1600" b="1" dirty="0">
                  <a:solidFill>
                    <a:srgbClr val="002060"/>
                  </a:solidFill>
                </a:rPr>
                <a:t>Connection: close </a:t>
              </a:r>
            </a:p>
            <a:p>
              <a:r>
                <a:rPr lang="en" altLang="zh-CN" sz="1600" b="1" dirty="0">
                  <a:solidFill>
                    <a:srgbClr val="002060"/>
                  </a:solidFill>
                </a:rPr>
                <a:t>Accept-language: </a:t>
              </a:r>
              <a:r>
                <a:rPr lang="en" altLang="zh-CN" sz="1600" b="1" dirty="0" err="1">
                  <a:solidFill>
                    <a:srgbClr val="002060"/>
                  </a:solidFill>
                </a:rPr>
                <a:t>fr</a:t>
              </a:r>
              <a:endParaRPr lang="en" altLang="zh-CN" sz="1600" b="1" dirty="0">
                <a:solidFill>
                  <a:srgbClr val="002060"/>
                </a:solidFill>
              </a:endParaRPr>
            </a:p>
          </p:txBody>
        </p:sp>
        <p:sp>
          <p:nvSpPr>
            <p:cNvPr id="6" name="线形标注 1 5">
              <a:extLst>
                <a:ext uri="{FF2B5EF4-FFF2-40B4-BE49-F238E27FC236}">
                  <a16:creationId xmlns:a16="http://schemas.microsoft.com/office/drawing/2014/main" id="{24055CB2-3ECD-E622-65C0-131091E4B144}"/>
                </a:ext>
              </a:extLst>
            </p:cNvPr>
            <p:cNvSpPr/>
            <p:nvPr/>
          </p:nvSpPr>
          <p:spPr>
            <a:xfrm>
              <a:off x="1219201" y="1164492"/>
              <a:ext cx="1398954" cy="570523"/>
            </a:xfrm>
            <a:prstGeom prst="borderCallout1">
              <a:avLst>
                <a:gd name="adj1" fmla="val 50114"/>
                <a:gd name="adj2" fmla="val 101385"/>
                <a:gd name="adj3" fmla="val 164772"/>
                <a:gd name="adj4" fmla="val 157272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rgbClr val="FF0000"/>
                  </a:solidFill>
                </a:rPr>
                <a:t>Method</a:t>
              </a:r>
              <a:endParaRPr kumimoji="1" lang="zh-CN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线形标注 1 6">
              <a:extLst>
                <a:ext uri="{FF2B5EF4-FFF2-40B4-BE49-F238E27FC236}">
                  <a16:creationId xmlns:a16="http://schemas.microsoft.com/office/drawing/2014/main" id="{F4395E30-5FA3-A77A-2BBC-DC26E232A3D3}"/>
                </a:ext>
              </a:extLst>
            </p:cNvPr>
            <p:cNvSpPr/>
            <p:nvPr/>
          </p:nvSpPr>
          <p:spPr>
            <a:xfrm>
              <a:off x="2919046" y="875323"/>
              <a:ext cx="1211385" cy="429846"/>
            </a:xfrm>
            <a:prstGeom prst="borderCallout1">
              <a:avLst>
                <a:gd name="adj1" fmla="val 39205"/>
                <a:gd name="adj2" fmla="val 100094"/>
                <a:gd name="adj3" fmla="val 252045"/>
                <a:gd name="adj4" fmla="val 139853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rgbClr val="FF0000"/>
                  </a:solidFill>
                </a:rPr>
                <a:t>URL</a:t>
              </a:r>
              <a:endParaRPr kumimoji="1" lang="zh-CN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左中括号 7">
              <a:extLst>
                <a:ext uri="{FF2B5EF4-FFF2-40B4-BE49-F238E27FC236}">
                  <a16:creationId xmlns:a16="http://schemas.microsoft.com/office/drawing/2014/main" id="{054DC0E7-CA5C-6203-793F-4ABBBFBB2CB2}"/>
                </a:ext>
              </a:extLst>
            </p:cNvPr>
            <p:cNvSpPr/>
            <p:nvPr/>
          </p:nvSpPr>
          <p:spPr>
            <a:xfrm>
              <a:off x="2711938" y="2360246"/>
              <a:ext cx="207108" cy="1141046"/>
            </a:xfrm>
            <a:prstGeom prst="leftBracket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0ABDA27-4AA7-14E3-FB36-E9B6610CFEB8}"/>
                </a:ext>
              </a:extLst>
            </p:cNvPr>
            <p:cNvSpPr/>
            <p:nvPr/>
          </p:nvSpPr>
          <p:spPr>
            <a:xfrm>
              <a:off x="1414586" y="2547818"/>
              <a:ext cx="1203569" cy="570522"/>
            </a:xfrm>
            <a:prstGeom prst="rect">
              <a:avLst/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>
                  <a:solidFill>
                    <a:srgbClr val="FF0000"/>
                  </a:solidFill>
                </a:rPr>
                <a:t>Header</a:t>
              </a:r>
            </a:p>
            <a:p>
              <a:pPr algn="ctr"/>
              <a:r>
                <a:rPr kumimoji="1" lang="en-US" altLang="zh-CN" sz="1400" b="1" dirty="0">
                  <a:solidFill>
                    <a:srgbClr val="FF0000"/>
                  </a:solidFill>
                </a:rPr>
                <a:t>lines</a:t>
              </a:r>
              <a:endParaRPr kumimoji="1"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线形标注 1 9">
              <a:extLst>
                <a:ext uri="{FF2B5EF4-FFF2-40B4-BE49-F238E27FC236}">
                  <a16:creationId xmlns:a16="http://schemas.microsoft.com/office/drawing/2014/main" id="{CBA62E61-DBCE-3676-9C77-191358175115}"/>
                </a:ext>
              </a:extLst>
            </p:cNvPr>
            <p:cNvSpPr/>
            <p:nvPr/>
          </p:nvSpPr>
          <p:spPr>
            <a:xfrm>
              <a:off x="7557474" y="1962748"/>
              <a:ext cx="1422403" cy="522543"/>
            </a:xfrm>
            <a:prstGeom prst="borderCallout1">
              <a:avLst>
                <a:gd name="adj1" fmla="val 48296"/>
                <a:gd name="adj2" fmla="val 94"/>
                <a:gd name="adj3" fmla="val 98173"/>
                <a:gd name="adj4" fmla="val -82540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b="1" dirty="0">
                  <a:solidFill>
                    <a:srgbClr val="FF0000"/>
                  </a:solidFill>
                </a:rPr>
                <a:t>代理</a:t>
              </a:r>
              <a:r>
                <a:rPr kumimoji="1" lang="en-US" altLang="zh-CN" sz="1200" b="1" dirty="0">
                  <a:solidFill>
                    <a:srgbClr val="FF0000"/>
                  </a:solidFill>
                </a:rPr>
                <a:t>/</a:t>
              </a:r>
              <a:r>
                <a:rPr kumimoji="1" lang="zh-CN" altLang="en-US" sz="1200" b="1" dirty="0">
                  <a:solidFill>
                    <a:srgbClr val="FF0000"/>
                  </a:solidFill>
                </a:rPr>
                <a:t>缓存</a:t>
              </a:r>
              <a:endParaRPr kumimoji="1" lang="en-US" altLang="zh-CN" sz="1200" b="1" dirty="0">
                <a:solidFill>
                  <a:srgbClr val="FF0000"/>
                </a:solidFill>
              </a:endParaRPr>
            </a:p>
            <a:p>
              <a:pPr algn="ctr"/>
              <a:r>
                <a:rPr kumimoji="1" lang="zh-CN" altLang="en-US" sz="1200" b="1" dirty="0">
                  <a:solidFill>
                    <a:srgbClr val="FF0000"/>
                  </a:solidFill>
                </a:rPr>
                <a:t>场景下有用</a:t>
              </a:r>
            </a:p>
          </p:txBody>
        </p:sp>
        <p:sp>
          <p:nvSpPr>
            <p:cNvPr id="11" name="线形标注 1 10">
              <a:extLst>
                <a:ext uri="{FF2B5EF4-FFF2-40B4-BE49-F238E27FC236}">
                  <a16:creationId xmlns:a16="http://schemas.microsoft.com/office/drawing/2014/main" id="{D7CC106C-8E6D-1BC0-F5A0-09729C566287}"/>
                </a:ext>
              </a:extLst>
            </p:cNvPr>
            <p:cNvSpPr/>
            <p:nvPr/>
          </p:nvSpPr>
          <p:spPr>
            <a:xfrm>
              <a:off x="7557475" y="2715846"/>
              <a:ext cx="1484925" cy="522542"/>
            </a:xfrm>
            <a:prstGeom prst="borderCallout1">
              <a:avLst>
                <a:gd name="adj1" fmla="val 48296"/>
                <a:gd name="adj2" fmla="val 94"/>
                <a:gd name="adj3" fmla="val 13746"/>
                <a:gd name="adj4" fmla="val -104969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b="1" dirty="0">
                  <a:solidFill>
                    <a:srgbClr val="FF0000"/>
                  </a:solidFill>
                </a:rPr>
                <a:t>可能对不同浏览器支持不同</a:t>
              </a:r>
            </a:p>
          </p:txBody>
        </p:sp>
        <p:sp>
          <p:nvSpPr>
            <p:cNvPr id="12" name="线形标注 1 11">
              <a:extLst>
                <a:ext uri="{FF2B5EF4-FFF2-40B4-BE49-F238E27FC236}">
                  <a16:creationId xmlns:a16="http://schemas.microsoft.com/office/drawing/2014/main" id="{F91574FC-CF44-9479-42A4-0C6B6930B013}"/>
                </a:ext>
              </a:extLst>
            </p:cNvPr>
            <p:cNvSpPr/>
            <p:nvPr/>
          </p:nvSpPr>
          <p:spPr>
            <a:xfrm>
              <a:off x="7233136" y="3468943"/>
              <a:ext cx="1746741" cy="522542"/>
            </a:xfrm>
            <a:prstGeom prst="borderCallout1">
              <a:avLst>
                <a:gd name="adj1" fmla="val 48296"/>
                <a:gd name="adj2" fmla="val 94"/>
                <a:gd name="adj3" fmla="val -75993"/>
                <a:gd name="adj4" fmla="val -107729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b="1" dirty="0">
                  <a:solidFill>
                    <a:srgbClr val="FF0000"/>
                  </a:solidFill>
                </a:rPr>
                <a:t>发送后关闭连接</a:t>
              </a:r>
            </a:p>
          </p:txBody>
        </p:sp>
        <p:sp>
          <p:nvSpPr>
            <p:cNvPr id="13" name="线形标注 1 12">
              <a:extLst>
                <a:ext uri="{FF2B5EF4-FFF2-40B4-BE49-F238E27FC236}">
                  <a16:creationId xmlns:a16="http://schemas.microsoft.com/office/drawing/2014/main" id="{31DD16C6-2099-3502-48F0-915A8260176E}"/>
                </a:ext>
              </a:extLst>
            </p:cNvPr>
            <p:cNvSpPr/>
            <p:nvPr/>
          </p:nvSpPr>
          <p:spPr>
            <a:xfrm>
              <a:off x="4743936" y="3991485"/>
              <a:ext cx="2149233" cy="579346"/>
            </a:xfrm>
            <a:prstGeom prst="borderCallout1">
              <a:avLst>
                <a:gd name="adj1" fmla="val 48296"/>
                <a:gd name="adj2" fmla="val 94"/>
                <a:gd name="adj3" fmla="val -69425"/>
                <a:gd name="adj4" fmla="val -26593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b="1" dirty="0">
                  <a:solidFill>
                    <a:srgbClr val="FF0000"/>
                  </a:solidFill>
                </a:rPr>
                <a:t>语言：法语（如果网站有多个语言版本）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53DF3F3-6982-3C84-8A4E-83EA410A6061}"/>
                </a:ext>
              </a:extLst>
            </p:cNvPr>
            <p:cNvSpPr/>
            <p:nvPr/>
          </p:nvSpPr>
          <p:spPr>
            <a:xfrm>
              <a:off x="2711938" y="-30099"/>
              <a:ext cx="3973550" cy="442331"/>
            </a:xfrm>
            <a:prstGeom prst="rect">
              <a:avLst/>
            </a:prstGeom>
            <a:solidFill>
              <a:srgbClr val="E6F7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HTTP</a:t>
              </a:r>
              <a:r>
                <a:rPr kumimoji="1" lang="zh-CN" altLang="en-US" b="1" dirty="0">
                  <a:solidFill>
                    <a:schemeClr val="tx1"/>
                  </a:solidFill>
                </a:rPr>
                <a:t> 的 </a:t>
              </a:r>
              <a:r>
                <a:rPr kumimoji="1" lang="en-US" altLang="zh-CN" b="1" dirty="0">
                  <a:solidFill>
                    <a:schemeClr val="tx1"/>
                  </a:solidFill>
                </a:rPr>
                <a:t>request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F6C52B3-D30A-9278-79CC-7317503937EF}"/>
              </a:ext>
            </a:extLst>
          </p:cNvPr>
          <p:cNvGrpSpPr/>
          <p:nvPr/>
        </p:nvGrpSpPr>
        <p:grpSpPr>
          <a:xfrm>
            <a:off x="6259018" y="0"/>
            <a:ext cx="6774731" cy="3741813"/>
            <a:chOff x="1359878" y="189112"/>
            <a:chExt cx="8124089" cy="448708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5306AB4-EBE9-C966-6517-FC12BD843F3D}"/>
                </a:ext>
              </a:extLst>
            </p:cNvPr>
            <p:cNvGrpSpPr/>
            <p:nvPr/>
          </p:nvGrpSpPr>
          <p:grpSpPr>
            <a:xfrm>
              <a:off x="1359878" y="189112"/>
              <a:ext cx="8124089" cy="3997031"/>
              <a:chOff x="1414586" y="759635"/>
              <a:chExt cx="8124089" cy="3997031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F8FE87A-B844-1C0F-2F28-4E3E77B2F005}"/>
                  </a:ext>
                </a:extLst>
              </p:cNvPr>
              <p:cNvSpPr txBox="1"/>
              <p:nvPr/>
            </p:nvSpPr>
            <p:spPr>
              <a:xfrm>
                <a:off x="3048000" y="1951673"/>
                <a:ext cx="6096000" cy="2804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sz="1600" b="1" dirty="0">
                    <a:solidFill>
                      <a:srgbClr val="002060"/>
                    </a:solidFill>
                  </a:rPr>
                  <a:t>HTTP/1.1 200 OK </a:t>
                </a:r>
              </a:p>
              <a:p>
                <a:r>
                  <a:rPr lang="en" altLang="zh-CN" sz="1600" b="1" dirty="0">
                    <a:solidFill>
                      <a:srgbClr val="002060"/>
                    </a:solidFill>
                  </a:rPr>
                  <a:t>Connection: close </a:t>
                </a:r>
              </a:p>
              <a:p>
                <a:r>
                  <a:rPr lang="en" altLang="zh-CN" sz="1600" b="1" dirty="0">
                    <a:solidFill>
                      <a:srgbClr val="002060"/>
                    </a:solidFill>
                  </a:rPr>
                  <a:t>Date: Thu, 06 Aug 1998 12:00:15 GMT </a:t>
                </a:r>
              </a:p>
              <a:p>
                <a:r>
                  <a:rPr lang="en" altLang="zh-CN" sz="1600" b="1" dirty="0">
                    <a:solidFill>
                      <a:srgbClr val="002060"/>
                    </a:solidFill>
                  </a:rPr>
                  <a:t>Server: Apache/1.3.0 (Unix) </a:t>
                </a:r>
              </a:p>
              <a:p>
                <a:r>
                  <a:rPr lang="en" altLang="zh-CN" sz="1600" b="1" dirty="0">
                    <a:solidFill>
                      <a:srgbClr val="002060"/>
                    </a:solidFill>
                  </a:rPr>
                  <a:t>Last-Modified: Mon, 22 Jun 1998 …... </a:t>
                </a:r>
              </a:p>
              <a:p>
                <a:r>
                  <a:rPr lang="en" altLang="zh-CN" sz="1600" b="1" dirty="0">
                    <a:solidFill>
                      <a:srgbClr val="002060"/>
                    </a:solidFill>
                  </a:rPr>
                  <a:t>Content-Length: 6821 </a:t>
                </a:r>
              </a:p>
              <a:p>
                <a:r>
                  <a:rPr lang="en" altLang="zh-CN" sz="1600" b="1" dirty="0">
                    <a:solidFill>
                      <a:srgbClr val="002060"/>
                    </a:solidFill>
                  </a:rPr>
                  <a:t>Content-Type: text/html</a:t>
                </a:r>
              </a:p>
              <a:p>
                <a:endParaRPr lang="en" altLang="zh-CN" sz="1600" b="1" dirty="0">
                  <a:solidFill>
                    <a:srgbClr val="002060"/>
                  </a:solidFill>
                </a:endParaRPr>
              </a:p>
              <a:p>
                <a:r>
                  <a:rPr lang="en" altLang="zh-CN" sz="1600" b="1" dirty="0">
                    <a:solidFill>
                      <a:srgbClr val="002060"/>
                    </a:solidFill>
                  </a:rPr>
                  <a:t>data data data data data ... </a:t>
                </a:r>
                <a:endParaRPr lang="zh-CN" altLang="en-US" sz="1600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" name="线形标注 1 19">
                <a:extLst>
                  <a:ext uri="{FF2B5EF4-FFF2-40B4-BE49-F238E27FC236}">
                    <a16:creationId xmlns:a16="http://schemas.microsoft.com/office/drawing/2014/main" id="{1AEA0FC0-38CE-1FA9-54F3-F6B58E0722A9}"/>
                  </a:ext>
                </a:extLst>
              </p:cNvPr>
              <p:cNvSpPr/>
              <p:nvPr/>
            </p:nvSpPr>
            <p:spPr>
              <a:xfrm>
                <a:off x="2919046" y="1363427"/>
                <a:ext cx="1211385" cy="429846"/>
              </a:xfrm>
              <a:prstGeom prst="borderCallout1">
                <a:avLst>
                  <a:gd name="adj1" fmla="val 39205"/>
                  <a:gd name="adj2" fmla="val 100094"/>
                  <a:gd name="adj3" fmla="val 144772"/>
                  <a:gd name="adj4" fmla="val 122435"/>
                </a:avLst>
              </a:prstGeom>
              <a:solidFill>
                <a:srgbClr val="CEFDFF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200" b="1" dirty="0">
                    <a:solidFill>
                      <a:srgbClr val="FF0000"/>
                    </a:solidFill>
                  </a:rPr>
                  <a:t>状态码</a:t>
                </a:r>
              </a:p>
            </p:txBody>
          </p:sp>
          <p:sp>
            <p:nvSpPr>
              <p:cNvPr id="21" name="左中括号 20">
                <a:extLst>
                  <a:ext uri="{FF2B5EF4-FFF2-40B4-BE49-F238E27FC236}">
                    <a16:creationId xmlns:a16="http://schemas.microsoft.com/office/drawing/2014/main" id="{F1178278-0C0A-B8C0-9A15-7519977247F4}"/>
                  </a:ext>
                </a:extLst>
              </p:cNvPr>
              <p:cNvSpPr/>
              <p:nvPr/>
            </p:nvSpPr>
            <p:spPr>
              <a:xfrm>
                <a:off x="2711938" y="2360246"/>
                <a:ext cx="336062" cy="1631238"/>
              </a:xfrm>
              <a:prstGeom prst="leftBracket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55CC385-E193-D59F-4452-4662C5209557}"/>
                  </a:ext>
                </a:extLst>
              </p:cNvPr>
              <p:cNvSpPr/>
              <p:nvPr/>
            </p:nvSpPr>
            <p:spPr>
              <a:xfrm>
                <a:off x="1414586" y="2547818"/>
                <a:ext cx="1203569" cy="570522"/>
              </a:xfrm>
              <a:prstGeom prst="rect">
                <a:avLst/>
              </a:prstGeom>
              <a:solidFill>
                <a:srgbClr val="CEFDFF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solidFill>
                      <a:srgbClr val="FF0000"/>
                    </a:solidFill>
                  </a:rPr>
                  <a:t>Header</a:t>
                </a:r>
              </a:p>
              <a:p>
                <a:pPr algn="ctr"/>
                <a:r>
                  <a:rPr kumimoji="1" lang="en-US" altLang="zh-CN" sz="1400" b="1" dirty="0">
                    <a:solidFill>
                      <a:srgbClr val="FF0000"/>
                    </a:solidFill>
                  </a:rPr>
                  <a:t>lines</a:t>
                </a:r>
                <a:endParaRPr kumimoji="1" lang="zh-CN" alt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3" name="线形标注 1 22">
                <a:extLst>
                  <a:ext uri="{FF2B5EF4-FFF2-40B4-BE49-F238E27FC236}">
                    <a16:creationId xmlns:a16="http://schemas.microsoft.com/office/drawing/2014/main" id="{6DE5D2BB-F5F8-1C35-1FDC-F49F6B1D63E7}"/>
                  </a:ext>
                </a:extLst>
              </p:cNvPr>
              <p:cNvSpPr/>
              <p:nvPr/>
            </p:nvSpPr>
            <p:spPr>
              <a:xfrm>
                <a:off x="6893169" y="1962749"/>
                <a:ext cx="2305539" cy="522542"/>
              </a:xfrm>
              <a:prstGeom prst="borderCallout1">
                <a:avLst>
                  <a:gd name="adj1" fmla="val 48296"/>
                  <a:gd name="adj2" fmla="val 94"/>
                  <a:gd name="adj3" fmla="val 123598"/>
                  <a:gd name="adj4" fmla="val -35650"/>
                </a:avLst>
              </a:prstGeom>
              <a:solidFill>
                <a:srgbClr val="CEFDFF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solidFill>
                      <a:srgbClr val="FF0000"/>
                    </a:solidFill>
                  </a:rPr>
                  <a:t>Web</a:t>
                </a:r>
                <a:r>
                  <a:rPr kumimoji="1" lang="zh-CN" altLang="en-US" sz="1200" b="1" dirty="0">
                    <a:solidFill>
                      <a:srgbClr val="FF0000"/>
                    </a:solidFill>
                  </a:rPr>
                  <a:t>服务器生成消息的时间</a:t>
                </a:r>
              </a:p>
            </p:txBody>
          </p:sp>
          <p:sp>
            <p:nvSpPr>
              <p:cNvPr id="24" name="线形标注 1 23">
                <a:extLst>
                  <a:ext uri="{FF2B5EF4-FFF2-40B4-BE49-F238E27FC236}">
                    <a16:creationId xmlns:a16="http://schemas.microsoft.com/office/drawing/2014/main" id="{12CD9110-EFFC-9D11-B4CA-63F0F2B71311}"/>
                  </a:ext>
                </a:extLst>
              </p:cNvPr>
              <p:cNvSpPr/>
              <p:nvPr/>
            </p:nvSpPr>
            <p:spPr>
              <a:xfrm>
                <a:off x="7557475" y="2715846"/>
                <a:ext cx="1867879" cy="522542"/>
              </a:xfrm>
              <a:prstGeom prst="borderCallout1">
                <a:avLst>
                  <a:gd name="adj1" fmla="val 48296"/>
                  <a:gd name="adj2" fmla="val 94"/>
                  <a:gd name="adj3" fmla="val 64597"/>
                  <a:gd name="adj4" fmla="val -74969"/>
                </a:avLst>
              </a:prstGeom>
              <a:solidFill>
                <a:srgbClr val="CEFDFF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solidFill>
                      <a:srgbClr val="FF0000"/>
                    </a:solidFill>
                  </a:rPr>
                  <a:t>Web</a:t>
                </a:r>
                <a:r>
                  <a:rPr kumimoji="1" lang="zh-CN" altLang="en-US" sz="1200" b="1" dirty="0">
                    <a:solidFill>
                      <a:srgbClr val="FF0000"/>
                    </a:solidFill>
                  </a:rPr>
                  <a:t>服务器的软件</a:t>
                </a:r>
              </a:p>
            </p:txBody>
          </p:sp>
          <p:sp>
            <p:nvSpPr>
              <p:cNvPr id="25" name="线形标注 1 24">
                <a:extLst>
                  <a:ext uri="{FF2B5EF4-FFF2-40B4-BE49-F238E27FC236}">
                    <a16:creationId xmlns:a16="http://schemas.microsoft.com/office/drawing/2014/main" id="{2E46D036-1B52-C363-E65B-2CEFA023D255}"/>
                  </a:ext>
                </a:extLst>
              </p:cNvPr>
              <p:cNvSpPr/>
              <p:nvPr/>
            </p:nvSpPr>
            <p:spPr>
              <a:xfrm>
                <a:off x="7233136" y="3501291"/>
                <a:ext cx="2305539" cy="490193"/>
              </a:xfrm>
              <a:prstGeom prst="borderCallout1">
                <a:avLst>
                  <a:gd name="adj1" fmla="val 48296"/>
                  <a:gd name="adj2" fmla="val 94"/>
                  <a:gd name="adj3" fmla="val 4673"/>
                  <a:gd name="adj4" fmla="val -28574"/>
                </a:avLst>
              </a:prstGeom>
              <a:solidFill>
                <a:srgbClr val="CEFDFF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200" b="1" dirty="0">
                    <a:solidFill>
                      <a:srgbClr val="FF0000"/>
                    </a:solidFill>
                  </a:rPr>
                  <a:t>此网页上次修改的时间</a:t>
                </a: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10B21A86-2E32-A36C-D565-9E1E85F78EF2}"/>
                  </a:ext>
                </a:extLst>
              </p:cNvPr>
              <p:cNvSpPr/>
              <p:nvPr/>
            </p:nvSpPr>
            <p:spPr>
              <a:xfrm>
                <a:off x="3694174" y="759635"/>
                <a:ext cx="3973550" cy="442331"/>
              </a:xfrm>
              <a:prstGeom prst="rect">
                <a:avLst/>
              </a:prstGeom>
              <a:solidFill>
                <a:srgbClr val="E6F7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b="1" dirty="0">
                    <a:solidFill>
                      <a:schemeClr val="tx1"/>
                    </a:solidFill>
                  </a:rPr>
                  <a:t>HTTP</a:t>
                </a:r>
                <a:r>
                  <a:rPr kumimoji="1" lang="zh-CN" altLang="en-US" b="1" dirty="0">
                    <a:solidFill>
                      <a:schemeClr val="tx1"/>
                    </a:solidFill>
                  </a:rPr>
                  <a:t> 的 </a:t>
                </a:r>
                <a:r>
                  <a:rPr kumimoji="1" lang="en-US" altLang="zh-CN" b="1" dirty="0">
                    <a:solidFill>
                      <a:schemeClr val="tx1"/>
                    </a:solidFill>
                  </a:rPr>
                  <a:t>response</a:t>
                </a:r>
                <a:endParaRPr kumimoji="1" lang="zh-CN" altLang="en-US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6" name="线形标注 1 15">
              <a:extLst>
                <a:ext uri="{FF2B5EF4-FFF2-40B4-BE49-F238E27FC236}">
                  <a16:creationId xmlns:a16="http://schemas.microsoft.com/office/drawing/2014/main" id="{1666E656-E14B-F493-7259-99C091E6AFE4}"/>
                </a:ext>
              </a:extLst>
            </p:cNvPr>
            <p:cNvSpPr/>
            <p:nvPr/>
          </p:nvSpPr>
          <p:spPr>
            <a:xfrm>
              <a:off x="6547051" y="3506862"/>
              <a:ext cx="1299595" cy="256420"/>
            </a:xfrm>
            <a:prstGeom prst="borderCallout1">
              <a:avLst>
                <a:gd name="adj1" fmla="val 48296"/>
                <a:gd name="adj2" fmla="val 94"/>
                <a:gd name="adj3" fmla="val -153821"/>
                <a:gd name="adj4" fmla="val -66004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b="1" dirty="0">
                  <a:solidFill>
                    <a:srgbClr val="FF0000"/>
                  </a:solidFill>
                </a:rPr>
                <a:t>内容的长度</a:t>
              </a:r>
            </a:p>
          </p:txBody>
        </p:sp>
        <p:sp>
          <p:nvSpPr>
            <p:cNvPr id="17" name="线形标注 1 16">
              <a:extLst>
                <a:ext uri="{FF2B5EF4-FFF2-40B4-BE49-F238E27FC236}">
                  <a16:creationId xmlns:a16="http://schemas.microsoft.com/office/drawing/2014/main" id="{199F61A3-6926-CC56-1AA0-952443DAA8DF}"/>
                </a:ext>
              </a:extLst>
            </p:cNvPr>
            <p:cNvSpPr/>
            <p:nvPr/>
          </p:nvSpPr>
          <p:spPr>
            <a:xfrm>
              <a:off x="6967128" y="4063682"/>
              <a:ext cx="1299595" cy="222739"/>
            </a:xfrm>
            <a:prstGeom prst="borderCallout1">
              <a:avLst>
                <a:gd name="adj1" fmla="val 48296"/>
                <a:gd name="adj2" fmla="val 94"/>
                <a:gd name="adj3" fmla="val -266829"/>
                <a:gd name="adj4" fmla="val -80679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b="1" dirty="0">
                  <a:solidFill>
                    <a:srgbClr val="FF0000"/>
                  </a:solidFill>
                </a:rPr>
                <a:t>内容的类型</a:t>
              </a:r>
            </a:p>
          </p:txBody>
        </p:sp>
        <p:sp>
          <p:nvSpPr>
            <p:cNvPr id="18" name="线形标注 1 17">
              <a:extLst>
                <a:ext uri="{FF2B5EF4-FFF2-40B4-BE49-F238E27FC236}">
                  <a16:creationId xmlns:a16="http://schemas.microsoft.com/office/drawing/2014/main" id="{EDA3CBDE-7800-93FC-690E-02C2CCC3D22A}"/>
                </a:ext>
              </a:extLst>
            </p:cNvPr>
            <p:cNvSpPr/>
            <p:nvPr/>
          </p:nvSpPr>
          <p:spPr>
            <a:xfrm>
              <a:off x="6963218" y="4453462"/>
              <a:ext cx="1299595" cy="222739"/>
            </a:xfrm>
            <a:prstGeom prst="borderCallout1">
              <a:avLst>
                <a:gd name="adj1" fmla="val 48296"/>
                <a:gd name="adj2" fmla="val 94"/>
                <a:gd name="adj3" fmla="val -133496"/>
                <a:gd name="adj4" fmla="val -114356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b="1" dirty="0">
                  <a:solidFill>
                    <a:srgbClr val="FF0000"/>
                  </a:solidFill>
                </a:rPr>
                <a:t>内容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7F3BC1B2-6402-AEFA-E5E2-50D8A376AD11}"/>
              </a:ext>
            </a:extLst>
          </p:cNvPr>
          <p:cNvGrpSpPr/>
          <p:nvPr/>
        </p:nvGrpSpPr>
        <p:grpSpPr>
          <a:xfrm>
            <a:off x="3656" y="3815094"/>
            <a:ext cx="6144071" cy="3150565"/>
            <a:chOff x="3656" y="3815094"/>
            <a:chExt cx="6144071" cy="3150565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6BCA4C30-AFE1-F43D-4604-165C6B21AFB5}"/>
                </a:ext>
              </a:extLst>
            </p:cNvPr>
            <p:cNvGrpSpPr/>
            <p:nvPr/>
          </p:nvGrpSpPr>
          <p:grpSpPr>
            <a:xfrm>
              <a:off x="3656" y="3815094"/>
              <a:ext cx="6144071" cy="1900001"/>
              <a:chOff x="-409724" y="4678878"/>
              <a:chExt cx="6144071" cy="1900001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822E4ED6-59C6-E356-52AE-76F18DA384C8}"/>
                  </a:ext>
                </a:extLst>
              </p:cNvPr>
              <p:cNvSpPr/>
              <p:nvPr/>
            </p:nvSpPr>
            <p:spPr>
              <a:xfrm>
                <a:off x="829618" y="5093045"/>
                <a:ext cx="4333660" cy="148332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7D73C843-B29A-7918-ADBA-5120BBBFFC9F}"/>
                  </a:ext>
                </a:extLst>
              </p:cNvPr>
              <p:cNvSpPr/>
              <p:nvPr/>
            </p:nvSpPr>
            <p:spPr>
              <a:xfrm>
                <a:off x="829617" y="4678878"/>
                <a:ext cx="1039097" cy="4156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Method</a:t>
                </a:r>
                <a:endParaRPr kumimoji="1" lang="zh-CN" altLang="en-US" dirty="0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DECF586C-AF28-E9D1-031D-F09F55D11746}"/>
                  </a:ext>
                </a:extLst>
              </p:cNvPr>
              <p:cNvSpPr/>
              <p:nvPr/>
            </p:nvSpPr>
            <p:spPr>
              <a:xfrm>
                <a:off x="1869769" y="4678878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sp</a:t>
                </a:r>
                <a:endParaRPr kumimoji="1" lang="zh-CN" altLang="en-US" dirty="0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2C56268F-FA45-F0D2-30A1-8F0F0F304E90}"/>
                  </a:ext>
                </a:extLst>
              </p:cNvPr>
              <p:cNvSpPr/>
              <p:nvPr/>
            </p:nvSpPr>
            <p:spPr>
              <a:xfrm>
                <a:off x="2336013" y="4678878"/>
                <a:ext cx="1039097" cy="4156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URL</a:t>
                </a:r>
                <a:endParaRPr kumimoji="1" lang="zh-CN" altLang="en-US" dirty="0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0445183-79B3-719E-D7CD-944C37E2C783}"/>
                  </a:ext>
                </a:extLst>
              </p:cNvPr>
              <p:cNvSpPr/>
              <p:nvPr/>
            </p:nvSpPr>
            <p:spPr>
              <a:xfrm>
                <a:off x="3366341" y="4678878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sp</a:t>
                </a:r>
                <a:endParaRPr kumimoji="1" lang="zh-CN" altLang="en-US" dirty="0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89F9F11-6E42-273C-ACFD-01D4AFAD9FFA}"/>
                  </a:ext>
                </a:extLst>
              </p:cNvPr>
              <p:cNvSpPr/>
              <p:nvPr/>
            </p:nvSpPr>
            <p:spPr>
              <a:xfrm>
                <a:off x="3832585" y="4678878"/>
                <a:ext cx="1039097" cy="4156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Version</a:t>
                </a:r>
                <a:endParaRPr kumimoji="1" lang="zh-CN" altLang="en-US" dirty="0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BC93336-B7C7-790E-295E-74FA711DE487}"/>
                  </a:ext>
                </a:extLst>
              </p:cNvPr>
              <p:cNvSpPr/>
              <p:nvPr/>
            </p:nvSpPr>
            <p:spPr>
              <a:xfrm>
                <a:off x="4862913" y="4678878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cr</a:t>
                </a:r>
                <a:endParaRPr kumimoji="1" lang="zh-CN" altLang="en-US" dirty="0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49854455-5FDD-E321-BB1F-D06D139323F1}"/>
                  </a:ext>
                </a:extLst>
              </p:cNvPr>
              <p:cNvSpPr/>
              <p:nvPr/>
            </p:nvSpPr>
            <p:spPr>
              <a:xfrm>
                <a:off x="5259334" y="4678878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lf</a:t>
                </a:r>
                <a:endParaRPr kumimoji="1" lang="zh-CN" altLang="en-US" dirty="0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C579F5B1-3615-CFCD-8D8F-E4F69A896F99}"/>
                  </a:ext>
                </a:extLst>
              </p:cNvPr>
              <p:cNvSpPr/>
              <p:nvPr/>
            </p:nvSpPr>
            <p:spPr>
              <a:xfrm>
                <a:off x="829617" y="5094514"/>
                <a:ext cx="2149072" cy="415636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header fieldname </a:t>
                </a:r>
                <a:endParaRPr kumimoji="1" lang="zh-CN" altLang="en-US" dirty="0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8140AA4-7B24-3AEE-BF99-1EEB876BE5E6}"/>
                  </a:ext>
                </a:extLst>
              </p:cNvPr>
              <p:cNvSpPr/>
              <p:nvPr/>
            </p:nvSpPr>
            <p:spPr>
              <a:xfrm>
                <a:off x="2952547" y="5093045"/>
                <a:ext cx="387652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100" dirty="0"/>
                  <a:t>.</a:t>
                </a:r>
              </a:p>
              <a:p>
                <a:pPr algn="ctr"/>
                <a:r>
                  <a:rPr kumimoji="1" lang="en-US" altLang="zh-CN" sz="1100" dirty="0"/>
                  <a:t>.</a:t>
                </a: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FDBB5D53-7FAE-7952-2D89-E31E2F13C271}"/>
                  </a:ext>
                </a:extLst>
              </p:cNvPr>
              <p:cNvSpPr/>
              <p:nvPr/>
            </p:nvSpPr>
            <p:spPr>
              <a:xfrm>
                <a:off x="3340200" y="5093045"/>
                <a:ext cx="874234" cy="415636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value</a:t>
                </a:r>
                <a:endParaRPr kumimoji="1" lang="zh-CN" altLang="en-US" dirty="0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3800314-69C4-E0F4-759D-865DDD295E1D}"/>
                  </a:ext>
                </a:extLst>
              </p:cNvPr>
              <p:cNvSpPr/>
              <p:nvPr/>
            </p:nvSpPr>
            <p:spPr>
              <a:xfrm>
                <a:off x="4214433" y="5090531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cr</a:t>
                </a:r>
                <a:endParaRPr kumimoji="1" lang="zh-CN" altLang="en-US" dirty="0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5F9CDB86-64C3-9A70-9368-B77CE51ECAE7}"/>
                  </a:ext>
                </a:extLst>
              </p:cNvPr>
              <p:cNvSpPr/>
              <p:nvPr/>
            </p:nvSpPr>
            <p:spPr>
              <a:xfrm>
                <a:off x="4688264" y="5090531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lf</a:t>
                </a:r>
                <a:endParaRPr kumimoji="1" lang="zh-CN" altLang="en-US" dirty="0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A68941DE-F577-ACE5-536F-7824950B0342}"/>
                  </a:ext>
                </a:extLst>
              </p:cNvPr>
              <p:cNvSpPr/>
              <p:nvPr/>
            </p:nvSpPr>
            <p:spPr>
              <a:xfrm>
                <a:off x="829617" y="6163243"/>
                <a:ext cx="2149072" cy="415636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header fieldname </a:t>
                </a:r>
                <a:endParaRPr kumimoji="1" lang="zh-CN" altLang="en-US" dirty="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0D6CA82A-DAF0-742D-B399-60D343AC520C}"/>
                  </a:ext>
                </a:extLst>
              </p:cNvPr>
              <p:cNvSpPr/>
              <p:nvPr/>
            </p:nvSpPr>
            <p:spPr>
              <a:xfrm>
                <a:off x="2986078" y="6161053"/>
                <a:ext cx="387652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100" dirty="0"/>
                  <a:t>.</a:t>
                </a:r>
              </a:p>
              <a:p>
                <a:pPr algn="ctr"/>
                <a:r>
                  <a:rPr kumimoji="1" lang="en-US" altLang="zh-CN" sz="1100" dirty="0"/>
                  <a:t>.</a:t>
                </a: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1E94A272-2D47-BBB2-94ED-D5F01DF16BF2}"/>
                  </a:ext>
                </a:extLst>
              </p:cNvPr>
              <p:cNvSpPr/>
              <p:nvPr/>
            </p:nvSpPr>
            <p:spPr>
              <a:xfrm>
                <a:off x="3381120" y="6160390"/>
                <a:ext cx="833314" cy="415636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value</a:t>
                </a:r>
                <a:endParaRPr kumimoji="1" lang="zh-CN" altLang="en-US" dirty="0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55BF159-B0C1-E917-EAFA-5F04C309D455}"/>
                  </a:ext>
                </a:extLst>
              </p:cNvPr>
              <p:cNvSpPr/>
              <p:nvPr/>
            </p:nvSpPr>
            <p:spPr>
              <a:xfrm>
                <a:off x="4214433" y="6157876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cr</a:t>
                </a:r>
                <a:endParaRPr kumimoji="1" lang="zh-CN" altLang="en-US" dirty="0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55E71E70-6D88-6821-EBBA-B3816C232131}"/>
                  </a:ext>
                </a:extLst>
              </p:cNvPr>
              <p:cNvSpPr/>
              <p:nvPr/>
            </p:nvSpPr>
            <p:spPr>
              <a:xfrm>
                <a:off x="4689446" y="6157876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lf</a:t>
                </a:r>
                <a:endParaRPr kumimoji="1" lang="zh-CN" altLang="en-US" dirty="0"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FA50E606-DABF-DE51-BFB7-E8C62F3ADF2D}"/>
                  </a:ext>
                </a:extLst>
              </p:cNvPr>
              <p:cNvSpPr/>
              <p:nvPr/>
            </p:nvSpPr>
            <p:spPr>
              <a:xfrm>
                <a:off x="3108650" y="5556362"/>
                <a:ext cx="98481" cy="98481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E66AAE32-205B-29DE-5B18-9BC5D9441CFF}"/>
                  </a:ext>
                </a:extLst>
              </p:cNvPr>
              <p:cNvSpPr/>
              <p:nvPr/>
            </p:nvSpPr>
            <p:spPr>
              <a:xfrm>
                <a:off x="3106720" y="5759967"/>
                <a:ext cx="98481" cy="98481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9B47AFD5-DAD6-5BFB-D548-8863CCE335D3}"/>
                  </a:ext>
                </a:extLst>
              </p:cNvPr>
              <p:cNvSpPr/>
              <p:nvPr/>
            </p:nvSpPr>
            <p:spPr>
              <a:xfrm>
                <a:off x="3110175" y="5941627"/>
                <a:ext cx="98481" cy="98481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" name="左中括号 48">
                <a:extLst>
                  <a:ext uri="{FF2B5EF4-FFF2-40B4-BE49-F238E27FC236}">
                    <a16:creationId xmlns:a16="http://schemas.microsoft.com/office/drawing/2014/main" id="{45F68DF1-CB88-016D-5703-42F73EC75993}"/>
                  </a:ext>
                </a:extLst>
              </p:cNvPr>
              <p:cNvSpPr/>
              <p:nvPr/>
            </p:nvSpPr>
            <p:spPr>
              <a:xfrm>
                <a:off x="553906" y="5093045"/>
                <a:ext cx="240800" cy="1482981"/>
              </a:xfrm>
              <a:prstGeom prst="leftBracket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36BEC1F6-F6BA-23DC-3E58-D1D638260EFC}"/>
                  </a:ext>
                </a:extLst>
              </p:cNvPr>
              <p:cNvSpPr/>
              <p:nvPr/>
            </p:nvSpPr>
            <p:spPr>
              <a:xfrm>
                <a:off x="-409724" y="5475524"/>
                <a:ext cx="893971" cy="423765"/>
              </a:xfrm>
              <a:prstGeom prst="rect">
                <a:avLst/>
              </a:prstGeom>
              <a:solidFill>
                <a:srgbClr val="CEFDFF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solidFill>
                      <a:srgbClr val="FF0000"/>
                    </a:solidFill>
                  </a:rPr>
                  <a:t>Header</a:t>
                </a:r>
              </a:p>
              <a:p>
                <a:pPr algn="ctr"/>
                <a:r>
                  <a:rPr kumimoji="1" lang="en-US" altLang="zh-CN" sz="1400" b="1" dirty="0">
                    <a:solidFill>
                      <a:srgbClr val="FF0000"/>
                    </a:solidFill>
                  </a:rPr>
                  <a:t>lines</a:t>
                </a:r>
                <a:endParaRPr kumimoji="1" lang="zh-CN" altLang="en-US" sz="14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6B916D28-F5CB-3AE0-D092-A84954D7F0EE}"/>
                </a:ext>
              </a:extLst>
            </p:cNvPr>
            <p:cNvSpPr/>
            <p:nvPr/>
          </p:nvSpPr>
          <p:spPr>
            <a:xfrm>
              <a:off x="1241816" y="5709728"/>
              <a:ext cx="475013" cy="4156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cr</a:t>
              </a:r>
              <a:endParaRPr kumimoji="1" lang="zh-CN" altLang="en-US" dirty="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98CEF336-2928-014C-CF0D-C2DCA0DA2589}"/>
                </a:ext>
              </a:extLst>
            </p:cNvPr>
            <p:cNvSpPr/>
            <p:nvPr/>
          </p:nvSpPr>
          <p:spPr>
            <a:xfrm>
              <a:off x="1715647" y="5709728"/>
              <a:ext cx="475013" cy="4156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Lf</a:t>
              </a:r>
              <a:endParaRPr kumimoji="1" lang="zh-CN" altLang="en-US" dirty="0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7610CB35-4D0A-D655-22FA-E62583D0F52E}"/>
                </a:ext>
              </a:extLst>
            </p:cNvPr>
            <p:cNvSpPr/>
            <p:nvPr/>
          </p:nvSpPr>
          <p:spPr>
            <a:xfrm>
              <a:off x="1245988" y="6134042"/>
              <a:ext cx="4548223" cy="83161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Entity</a:t>
              </a:r>
              <a:r>
                <a:rPr kumimoji="1" lang="zh-CN" altLang="en-US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dirty="0">
                  <a:solidFill>
                    <a:schemeClr val="tx1"/>
                  </a:solidFill>
                </a:rPr>
                <a:t>Body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8DC7764F-916C-5952-F7E6-C1BFC0A7D9C2}"/>
              </a:ext>
            </a:extLst>
          </p:cNvPr>
          <p:cNvGrpSpPr/>
          <p:nvPr/>
        </p:nvGrpSpPr>
        <p:grpSpPr>
          <a:xfrm>
            <a:off x="6251686" y="3858684"/>
            <a:ext cx="6144071" cy="3150565"/>
            <a:chOff x="3656" y="3815094"/>
            <a:chExt cx="6144071" cy="3150565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C7235420-B9EA-56E4-177C-8398ABF420EC}"/>
                </a:ext>
              </a:extLst>
            </p:cNvPr>
            <p:cNvGrpSpPr/>
            <p:nvPr/>
          </p:nvGrpSpPr>
          <p:grpSpPr>
            <a:xfrm>
              <a:off x="3656" y="3815094"/>
              <a:ext cx="6144071" cy="1900001"/>
              <a:chOff x="-409724" y="4678878"/>
              <a:chExt cx="6144071" cy="1900001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03E741FD-2EB7-4D65-D727-01A50356DABD}"/>
                  </a:ext>
                </a:extLst>
              </p:cNvPr>
              <p:cNvSpPr/>
              <p:nvPr/>
            </p:nvSpPr>
            <p:spPr>
              <a:xfrm>
                <a:off x="829618" y="5093045"/>
                <a:ext cx="4333660" cy="148332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E3B6A869-4DD2-EE5F-9495-0A19C65BB212}"/>
                  </a:ext>
                </a:extLst>
              </p:cNvPr>
              <p:cNvSpPr/>
              <p:nvPr/>
            </p:nvSpPr>
            <p:spPr>
              <a:xfrm>
                <a:off x="829617" y="4678878"/>
                <a:ext cx="1039097" cy="4156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Version</a:t>
                </a:r>
                <a:endParaRPr kumimoji="1" lang="zh-CN" altLang="en-US" dirty="0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A48ED5DF-2697-A367-7FD5-906C3AD3B035}"/>
                  </a:ext>
                </a:extLst>
              </p:cNvPr>
              <p:cNvSpPr/>
              <p:nvPr/>
            </p:nvSpPr>
            <p:spPr>
              <a:xfrm>
                <a:off x="1869769" y="4678878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sp</a:t>
                </a:r>
                <a:endParaRPr kumimoji="1" lang="zh-CN" altLang="en-US" dirty="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AE80E949-7931-31B4-5C6F-B81BC61F5A76}"/>
                  </a:ext>
                </a:extLst>
              </p:cNvPr>
              <p:cNvSpPr/>
              <p:nvPr/>
            </p:nvSpPr>
            <p:spPr>
              <a:xfrm>
                <a:off x="2336013" y="4678878"/>
                <a:ext cx="1039097" cy="4156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Status</a:t>
                </a:r>
                <a:endParaRPr kumimoji="1" lang="zh-CN" altLang="en-US" dirty="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3F903440-CDD2-5805-E91E-E88F6FA697D3}"/>
                  </a:ext>
                </a:extLst>
              </p:cNvPr>
              <p:cNvSpPr/>
              <p:nvPr/>
            </p:nvSpPr>
            <p:spPr>
              <a:xfrm>
                <a:off x="3366341" y="4678878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sp</a:t>
                </a:r>
                <a:endParaRPr kumimoji="1" lang="zh-CN" altLang="en-US" dirty="0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E8A66112-B216-9976-DDF7-1408AFE999D1}"/>
                  </a:ext>
                </a:extLst>
              </p:cNvPr>
              <p:cNvSpPr/>
              <p:nvPr/>
            </p:nvSpPr>
            <p:spPr>
              <a:xfrm>
                <a:off x="3832585" y="4678878"/>
                <a:ext cx="1039097" cy="4156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Reason</a:t>
                </a:r>
                <a:endParaRPr kumimoji="1" lang="zh-CN" altLang="en-US" dirty="0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87B1C3CB-1C84-BC33-0038-E9F284425025}"/>
                  </a:ext>
                </a:extLst>
              </p:cNvPr>
              <p:cNvSpPr/>
              <p:nvPr/>
            </p:nvSpPr>
            <p:spPr>
              <a:xfrm>
                <a:off x="4862913" y="4678878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cr</a:t>
                </a:r>
                <a:endParaRPr kumimoji="1" lang="zh-CN" altLang="en-US" dirty="0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321F3762-3E34-05BF-C64F-232A441E6552}"/>
                  </a:ext>
                </a:extLst>
              </p:cNvPr>
              <p:cNvSpPr/>
              <p:nvPr/>
            </p:nvSpPr>
            <p:spPr>
              <a:xfrm>
                <a:off x="5259334" y="4678878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Lf</a:t>
                </a:r>
                <a:endParaRPr kumimoji="1" lang="zh-CN" altLang="en-US" dirty="0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25279934-0428-17E7-BDF7-981589D39C5E}"/>
                  </a:ext>
                </a:extLst>
              </p:cNvPr>
              <p:cNvSpPr/>
              <p:nvPr/>
            </p:nvSpPr>
            <p:spPr>
              <a:xfrm>
                <a:off x="829617" y="5094514"/>
                <a:ext cx="2149072" cy="415636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header fieldname </a:t>
                </a:r>
                <a:endParaRPr kumimoji="1" lang="zh-CN" altLang="en-US" dirty="0"/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0B879E56-BE94-B420-21A5-747CFBF01F42}"/>
                  </a:ext>
                </a:extLst>
              </p:cNvPr>
              <p:cNvSpPr/>
              <p:nvPr/>
            </p:nvSpPr>
            <p:spPr>
              <a:xfrm>
                <a:off x="2952547" y="5093045"/>
                <a:ext cx="387652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100" dirty="0"/>
                  <a:t>.</a:t>
                </a:r>
              </a:p>
              <a:p>
                <a:pPr algn="ctr"/>
                <a:r>
                  <a:rPr kumimoji="1" lang="en-US" altLang="zh-CN" sz="1100" dirty="0"/>
                  <a:t>.</a:t>
                </a: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51A7F6C8-D4FB-2A9C-4C55-634D7E1D5FF3}"/>
                  </a:ext>
                </a:extLst>
              </p:cNvPr>
              <p:cNvSpPr/>
              <p:nvPr/>
            </p:nvSpPr>
            <p:spPr>
              <a:xfrm>
                <a:off x="3340200" y="5093045"/>
                <a:ext cx="874234" cy="415636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value</a:t>
                </a:r>
                <a:endParaRPr kumimoji="1" lang="zh-CN" altLang="en-US" dirty="0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7A525FAD-298F-B0D3-BB6E-BCF3B41BB098}"/>
                  </a:ext>
                </a:extLst>
              </p:cNvPr>
              <p:cNvSpPr/>
              <p:nvPr/>
            </p:nvSpPr>
            <p:spPr>
              <a:xfrm>
                <a:off x="4214433" y="5090531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cr</a:t>
                </a:r>
                <a:endParaRPr kumimoji="1" lang="zh-CN" altLang="en-US" dirty="0"/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784DB8AF-3FB7-262A-35BA-62611360CA2E}"/>
                  </a:ext>
                </a:extLst>
              </p:cNvPr>
              <p:cNvSpPr/>
              <p:nvPr/>
            </p:nvSpPr>
            <p:spPr>
              <a:xfrm>
                <a:off x="4688264" y="5090531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lf</a:t>
                </a:r>
                <a:endParaRPr kumimoji="1" lang="zh-CN" altLang="en-US" dirty="0"/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CB4C50FD-2643-C009-B8B1-720B000FBBE4}"/>
                  </a:ext>
                </a:extLst>
              </p:cNvPr>
              <p:cNvSpPr/>
              <p:nvPr/>
            </p:nvSpPr>
            <p:spPr>
              <a:xfrm>
                <a:off x="829617" y="6163243"/>
                <a:ext cx="2149072" cy="415636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header fieldname </a:t>
                </a:r>
                <a:endParaRPr kumimoji="1" lang="zh-CN" altLang="en-US" dirty="0"/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5060C973-0829-9F4F-89E7-22FAD431AF17}"/>
                  </a:ext>
                </a:extLst>
              </p:cNvPr>
              <p:cNvSpPr/>
              <p:nvPr/>
            </p:nvSpPr>
            <p:spPr>
              <a:xfrm>
                <a:off x="2986078" y="6161053"/>
                <a:ext cx="387652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100" dirty="0"/>
                  <a:t>.</a:t>
                </a:r>
              </a:p>
              <a:p>
                <a:pPr algn="ctr"/>
                <a:r>
                  <a:rPr kumimoji="1" lang="en-US" altLang="zh-CN" sz="1100" dirty="0"/>
                  <a:t>.</a:t>
                </a:r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BAC1C8F8-25AE-5D7B-862D-1165DC83752E}"/>
                  </a:ext>
                </a:extLst>
              </p:cNvPr>
              <p:cNvSpPr/>
              <p:nvPr/>
            </p:nvSpPr>
            <p:spPr>
              <a:xfrm>
                <a:off x="3381120" y="6160390"/>
                <a:ext cx="833314" cy="415636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value</a:t>
                </a:r>
                <a:endParaRPr kumimoji="1" lang="zh-CN" altLang="en-US" dirty="0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E8855C0B-F640-9E84-9E46-3454113717A7}"/>
                  </a:ext>
                </a:extLst>
              </p:cNvPr>
              <p:cNvSpPr/>
              <p:nvPr/>
            </p:nvSpPr>
            <p:spPr>
              <a:xfrm>
                <a:off x="4214433" y="6157876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cr</a:t>
                </a:r>
                <a:endParaRPr kumimoji="1" lang="zh-CN" altLang="en-US" dirty="0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29A1EFF-F89F-4175-BEC4-29623CF084FF}"/>
                  </a:ext>
                </a:extLst>
              </p:cNvPr>
              <p:cNvSpPr/>
              <p:nvPr/>
            </p:nvSpPr>
            <p:spPr>
              <a:xfrm>
                <a:off x="4689446" y="6157876"/>
                <a:ext cx="475013" cy="4156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lf</a:t>
                </a:r>
                <a:endParaRPr kumimoji="1" lang="zh-CN" altLang="en-US" dirty="0"/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D220736E-3A1F-E328-EF21-3DDFF5631E27}"/>
                  </a:ext>
                </a:extLst>
              </p:cNvPr>
              <p:cNvSpPr/>
              <p:nvPr/>
            </p:nvSpPr>
            <p:spPr>
              <a:xfrm>
                <a:off x="3108650" y="5556362"/>
                <a:ext cx="98481" cy="98481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FF7E5EBD-4116-6918-987A-3E311AEAD118}"/>
                  </a:ext>
                </a:extLst>
              </p:cNvPr>
              <p:cNvSpPr/>
              <p:nvPr/>
            </p:nvSpPr>
            <p:spPr>
              <a:xfrm>
                <a:off x="3106720" y="5759967"/>
                <a:ext cx="98481" cy="98481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10A9CE3B-5811-235E-3697-B70B4EAB96FA}"/>
                  </a:ext>
                </a:extLst>
              </p:cNvPr>
              <p:cNvSpPr/>
              <p:nvPr/>
            </p:nvSpPr>
            <p:spPr>
              <a:xfrm>
                <a:off x="3110175" y="5941627"/>
                <a:ext cx="98481" cy="98481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2" name="左中括号 81">
                <a:extLst>
                  <a:ext uri="{FF2B5EF4-FFF2-40B4-BE49-F238E27FC236}">
                    <a16:creationId xmlns:a16="http://schemas.microsoft.com/office/drawing/2014/main" id="{FB929C53-E877-0217-BDAE-77B3EC6D74B9}"/>
                  </a:ext>
                </a:extLst>
              </p:cNvPr>
              <p:cNvSpPr/>
              <p:nvPr/>
            </p:nvSpPr>
            <p:spPr>
              <a:xfrm>
                <a:off x="553906" y="5093045"/>
                <a:ext cx="240800" cy="1482981"/>
              </a:xfrm>
              <a:prstGeom prst="leftBracket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E33F50FA-5C3A-AEC6-4E51-8A7ED784295A}"/>
                  </a:ext>
                </a:extLst>
              </p:cNvPr>
              <p:cNvSpPr/>
              <p:nvPr/>
            </p:nvSpPr>
            <p:spPr>
              <a:xfrm>
                <a:off x="-409724" y="5475524"/>
                <a:ext cx="893971" cy="423765"/>
              </a:xfrm>
              <a:prstGeom prst="rect">
                <a:avLst/>
              </a:prstGeom>
              <a:solidFill>
                <a:srgbClr val="CEFDFF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solidFill>
                      <a:srgbClr val="FF0000"/>
                    </a:solidFill>
                  </a:rPr>
                  <a:t>Header</a:t>
                </a:r>
              </a:p>
              <a:p>
                <a:pPr algn="ctr"/>
                <a:r>
                  <a:rPr kumimoji="1" lang="en-US" altLang="zh-CN" sz="1400" b="1" dirty="0">
                    <a:solidFill>
                      <a:srgbClr val="FF0000"/>
                    </a:solidFill>
                  </a:rPr>
                  <a:t>lines</a:t>
                </a:r>
                <a:endParaRPr kumimoji="1" lang="zh-CN" altLang="en-US" sz="14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6E9C661-B2A9-0EA6-08D5-EAF61191C201}"/>
                </a:ext>
              </a:extLst>
            </p:cNvPr>
            <p:cNvSpPr/>
            <p:nvPr/>
          </p:nvSpPr>
          <p:spPr>
            <a:xfrm>
              <a:off x="1241816" y="5709728"/>
              <a:ext cx="475013" cy="4156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cr</a:t>
              </a:r>
              <a:endParaRPr kumimoji="1" lang="zh-CN" altLang="en-US" dirty="0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B65CFC7D-6F15-F1DF-EB10-FE1F598A1566}"/>
                </a:ext>
              </a:extLst>
            </p:cNvPr>
            <p:cNvSpPr/>
            <p:nvPr/>
          </p:nvSpPr>
          <p:spPr>
            <a:xfrm>
              <a:off x="1715647" y="5709728"/>
              <a:ext cx="475013" cy="4156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Lf</a:t>
              </a:r>
              <a:endParaRPr kumimoji="1" lang="zh-CN" altLang="en-US" dirty="0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B2E957FE-D813-7733-A5B5-4F007467EA53}"/>
                </a:ext>
              </a:extLst>
            </p:cNvPr>
            <p:cNvSpPr/>
            <p:nvPr/>
          </p:nvSpPr>
          <p:spPr>
            <a:xfrm>
              <a:off x="1245988" y="6134042"/>
              <a:ext cx="4548223" cy="83161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data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5673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967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33F67D71-10AA-9FD4-72C6-A2F7F5BC0ADB}"/>
              </a:ext>
            </a:extLst>
          </p:cNvPr>
          <p:cNvGrpSpPr/>
          <p:nvPr/>
        </p:nvGrpSpPr>
        <p:grpSpPr>
          <a:xfrm>
            <a:off x="303244" y="354374"/>
            <a:ext cx="11398571" cy="5416645"/>
            <a:chOff x="303244" y="354374"/>
            <a:chExt cx="11398571" cy="541664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9D0CE83-E477-6B79-239F-1A5A7D507D92}"/>
                </a:ext>
              </a:extLst>
            </p:cNvPr>
            <p:cNvSpPr/>
            <p:nvPr/>
          </p:nvSpPr>
          <p:spPr>
            <a:xfrm>
              <a:off x="4109225" y="456155"/>
              <a:ext cx="3973550" cy="442331"/>
            </a:xfrm>
            <a:prstGeom prst="rect">
              <a:avLst/>
            </a:prstGeom>
            <a:solidFill>
              <a:srgbClr val="E6F7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1" dirty="0">
                  <a:solidFill>
                    <a:schemeClr val="tx1"/>
                  </a:solidFill>
                </a:rPr>
                <a:t>DNS</a:t>
              </a:r>
              <a:r>
                <a:rPr kumimoji="1" lang="zh-CN" altLang="en-US" sz="2400" b="1" dirty="0">
                  <a:solidFill>
                    <a:schemeClr val="tx1"/>
                  </a:solidFill>
                </a:rPr>
                <a:t>的消息格式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D5FE0BE-E691-A065-81FE-3E52DE1314E3}"/>
                </a:ext>
              </a:extLst>
            </p:cNvPr>
            <p:cNvSpPr/>
            <p:nvPr/>
          </p:nvSpPr>
          <p:spPr>
            <a:xfrm>
              <a:off x="3789803" y="1377108"/>
              <a:ext cx="2412694" cy="5728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Identification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1C1CFDA-7BF5-A910-99CC-60F118FC4937}"/>
                </a:ext>
              </a:extLst>
            </p:cNvPr>
            <p:cNvSpPr/>
            <p:nvPr/>
          </p:nvSpPr>
          <p:spPr>
            <a:xfrm>
              <a:off x="6202497" y="1377107"/>
              <a:ext cx="2412694" cy="5728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Flags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5DB1BB9-1037-60CB-66CE-4FBD6BEC03EB}"/>
                </a:ext>
              </a:extLst>
            </p:cNvPr>
            <p:cNvSpPr/>
            <p:nvPr/>
          </p:nvSpPr>
          <p:spPr>
            <a:xfrm>
              <a:off x="3789803" y="1949985"/>
              <a:ext cx="2412694" cy="5728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Number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of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questions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17F4FF3-657F-36D6-50E5-C60818249838}"/>
                </a:ext>
              </a:extLst>
            </p:cNvPr>
            <p:cNvSpPr/>
            <p:nvPr/>
          </p:nvSpPr>
          <p:spPr>
            <a:xfrm>
              <a:off x="6202497" y="1949984"/>
              <a:ext cx="2412694" cy="5728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Number</a:t>
              </a:r>
              <a:r>
                <a:rPr kumimoji="1" lang="zh-CN" altLang="en-US" sz="1600" dirty="0"/>
                <a:t> </a:t>
              </a:r>
              <a:r>
                <a:rPr kumimoji="1" lang="en-US" altLang="zh-CN" sz="1600" dirty="0"/>
                <a:t>of</a:t>
              </a:r>
              <a:r>
                <a:rPr kumimoji="1" lang="zh-CN" altLang="en-US" sz="1600" dirty="0"/>
                <a:t> </a:t>
              </a:r>
              <a:r>
                <a:rPr kumimoji="1" lang="en-US" altLang="zh-CN" sz="1600" dirty="0"/>
                <a:t>answer</a:t>
              </a:r>
              <a:r>
                <a:rPr kumimoji="1" lang="zh-CN" altLang="en-US" sz="1600" dirty="0"/>
                <a:t> </a:t>
              </a:r>
              <a:r>
                <a:rPr kumimoji="1" lang="en-US" altLang="zh-CN" sz="1600" dirty="0"/>
                <a:t>PRs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D1AD340-5171-60C6-9FF0-6802204D3115}"/>
                </a:ext>
              </a:extLst>
            </p:cNvPr>
            <p:cNvSpPr/>
            <p:nvPr/>
          </p:nvSpPr>
          <p:spPr>
            <a:xfrm>
              <a:off x="3789803" y="2522861"/>
              <a:ext cx="2412694" cy="5728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number</a:t>
              </a:r>
              <a:r>
                <a:rPr kumimoji="1" lang="zh-CN" altLang="en-US" sz="1600" dirty="0"/>
                <a:t> </a:t>
              </a:r>
              <a:r>
                <a:rPr kumimoji="1" lang="en-US" altLang="zh-CN" sz="1600" dirty="0"/>
                <a:t>of</a:t>
              </a:r>
              <a:r>
                <a:rPr kumimoji="1" lang="zh-CN" altLang="en-US" sz="1600" dirty="0"/>
                <a:t> </a:t>
              </a:r>
              <a:r>
                <a:rPr kumimoji="1" lang="en-US" altLang="zh-CN" sz="1600" dirty="0"/>
                <a:t>authority</a:t>
              </a:r>
              <a:r>
                <a:rPr kumimoji="1" lang="zh-CN" altLang="en-US" sz="1600" dirty="0"/>
                <a:t> </a:t>
              </a:r>
              <a:r>
                <a:rPr kumimoji="1" lang="en-US" altLang="zh-CN" sz="1600" dirty="0"/>
                <a:t>PRs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6C371D9-C1CA-B7A6-625B-981816963A55}"/>
                </a:ext>
              </a:extLst>
            </p:cNvPr>
            <p:cNvSpPr/>
            <p:nvPr/>
          </p:nvSpPr>
          <p:spPr>
            <a:xfrm>
              <a:off x="6202497" y="2522860"/>
              <a:ext cx="2412694" cy="5728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/>
                <a:t>Number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of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additional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PRs</a:t>
              </a:r>
            </a:p>
          </p:txBody>
        </p:sp>
        <p:sp>
          <p:nvSpPr>
            <p:cNvPr id="14" name="线形标注 1 13">
              <a:extLst>
                <a:ext uri="{FF2B5EF4-FFF2-40B4-BE49-F238E27FC236}">
                  <a16:creationId xmlns:a16="http://schemas.microsoft.com/office/drawing/2014/main" id="{FF251029-59B6-49BB-AF42-68EAC307D366}"/>
                </a:ext>
              </a:extLst>
            </p:cNvPr>
            <p:cNvSpPr/>
            <p:nvPr/>
          </p:nvSpPr>
          <p:spPr>
            <a:xfrm>
              <a:off x="303244" y="820833"/>
              <a:ext cx="2412693" cy="572877"/>
            </a:xfrm>
            <a:prstGeom prst="borderCallout1">
              <a:avLst>
                <a:gd name="adj1" fmla="val 39205"/>
                <a:gd name="adj2" fmla="val 100094"/>
                <a:gd name="adj3" fmla="val 145057"/>
                <a:gd name="adj4" fmla="val 153942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b="1" dirty="0">
                  <a:solidFill>
                    <a:srgbClr val="FF0000"/>
                  </a:solidFill>
                </a:rPr>
                <a:t>16</a:t>
              </a:r>
              <a:r>
                <a:rPr kumimoji="1" lang="zh-CN" altLang="en-US" sz="1600" b="1" dirty="0">
                  <a:solidFill>
                    <a:srgbClr val="FF0000"/>
                  </a:solidFill>
                </a:rPr>
                <a:t>位查询编号</a:t>
              </a:r>
              <a:endParaRPr kumimoji="1" lang="en-US" altLang="zh-CN" sz="1600" b="1" dirty="0">
                <a:solidFill>
                  <a:srgbClr val="FF0000"/>
                </a:solidFill>
              </a:endParaRPr>
            </a:p>
            <a:p>
              <a:pPr algn="ctr"/>
              <a:r>
                <a:rPr kumimoji="1" lang="zh-CN" altLang="en-US" sz="1600" b="1" dirty="0">
                  <a:solidFill>
                    <a:srgbClr val="FF0000"/>
                  </a:solidFill>
                </a:rPr>
                <a:t>回复使用相同的编号</a:t>
              </a:r>
            </a:p>
          </p:txBody>
        </p:sp>
        <p:sp>
          <p:nvSpPr>
            <p:cNvPr id="16" name="线形标注 1 15">
              <a:extLst>
                <a:ext uri="{FF2B5EF4-FFF2-40B4-BE49-F238E27FC236}">
                  <a16:creationId xmlns:a16="http://schemas.microsoft.com/office/drawing/2014/main" id="{AB0265BD-8525-A66D-1D3F-14C3508DC160}"/>
                </a:ext>
              </a:extLst>
            </p:cNvPr>
            <p:cNvSpPr/>
            <p:nvPr/>
          </p:nvSpPr>
          <p:spPr>
            <a:xfrm>
              <a:off x="9289122" y="354374"/>
              <a:ext cx="2412693" cy="1039336"/>
            </a:xfrm>
            <a:prstGeom prst="borderCallout1">
              <a:avLst>
                <a:gd name="adj1" fmla="val 37085"/>
                <a:gd name="adj2" fmla="val -363"/>
                <a:gd name="adj3" fmla="val 118754"/>
                <a:gd name="adj4" fmla="val -44232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zh-CN" altLang="en-US" sz="1600" b="1" dirty="0">
                  <a:solidFill>
                    <a:srgbClr val="FF0000"/>
                  </a:solidFill>
                </a:rPr>
                <a:t>查询或回复</a:t>
              </a:r>
              <a:endParaRPr kumimoji="1" lang="en-US" altLang="zh-CN" sz="1600" b="1" dirty="0">
                <a:solidFill>
                  <a:srgbClr val="FF000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zh-CN" altLang="en-US" sz="1600" b="1" dirty="0">
                  <a:solidFill>
                    <a:srgbClr val="FF0000"/>
                  </a:solidFill>
                </a:rPr>
                <a:t>期望递归</a:t>
              </a:r>
              <a:endParaRPr kumimoji="1" lang="en-US" altLang="zh-CN" sz="1600" b="1" dirty="0">
                <a:solidFill>
                  <a:srgbClr val="FF000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zh-CN" altLang="en-US" sz="1600" b="1" dirty="0">
                  <a:solidFill>
                    <a:srgbClr val="FF0000"/>
                  </a:solidFill>
                </a:rPr>
                <a:t>递归可用</a:t>
              </a:r>
              <a:endParaRPr kumimoji="1" lang="en-US" altLang="zh-CN" sz="1600" b="1" dirty="0">
                <a:solidFill>
                  <a:srgbClr val="FF000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zh-CN" altLang="en-US" sz="1600" b="1" dirty="0">
                  <a:solidFill>
                    <a:srgbClr val="FF0000"/>
                  </a:solidFill>
                </a:rPr>
                <a:t>权威回答</a:t>
              </a:r>
            </a:p>
          </p:txBody>
        </p:sp>
        <p:sp>
          <p:nvSpPr>
            <p:cNvPr id="17" name="右中括号 16">
              <a:extLst>
                <a:ext uri="{FF2B5EF4-FFF2-40B4-BE49-F238E27FC236}">
                  <a16:creationId xmlns:a16="http://schemas.microsoft.com/office/drawing/2014/main" id="{05C4F5FC-8CDC-7611-122C-BE0740F7B85E}"/>
                </a:ext>
              </a:extLst>
            </p:cNvPr>
            <p:cNvSpPr/>
            <p:nvPr/>
          </p:nvSpPr>
          <p:spPr>
            <a:xfrm>
              <a:off x="8725359" y="1393710"/>
              <a:ext cx="440675" cy="1702027"/>
            </a:xfrm>
            <a:prstGeom prst="rightBracket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143C694-EE1A-1287-2DA8-36AA953E6868}"/>
                </a:ext>
              </a:extLst>
            </p:cNvPr>
            <p:cNvSpPr txBox="1"/>
            <p:nvPr/>
          </p:nvSpPr>
          <p:spPr>
            <a:xfrm>
              <a:off x="9166034" y="1977342"/>
              <a:ext cx="9509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12Bytes</a:t>
              </a:r>
              <a:endParaRPr kumimoji="1" lang="zh-CN" altLang="en-US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12FF5A8-2D5A-BCF5-1704-6DA6243C1663}"/>
                </a:ext>
              </a:extLst>
            </p:cNvPr>
            <p:cNvSpPr/>
            <p:nvPr/>
          </p:nvSpPr>
          <p:spPr>
            <a:xfrm>
              <a:off x="3789803" y="3095737"/>
              <a:ext cx="4825388" cy="666526"/>
            </a:xfrm>
            <a:prstGeom prst="rect">
              <a:avLst/>
            </a:prstGeom>
            <a:solidFill>
              <a:srgbClr val="7CFDFF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Questions</a:t>
              </a:r>
            </a:p>
            <a:p>
              <a:pPr algn="ctr"/>
              <a:r>
                <a:rPr kumimoji="1" lang="en-US" altLang="zh-CN" sz="1600" dirty="0"/>
                <a:t>Name</a:t>
              </a:r>
              <a:r>
                <a:rPr kumimoji="1" lang="zh-CN" altLang="en-US" sz="1600" dirty="0"/>
                <a:t>，</a:t>
              </a:r>
              <a:r>
                <a:rPr kumimoji="1" lang="en-US" altLang="zh-CN" sz="1600" dirty="0"/>
                <a:t>type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C35D5BE-9C63-291C-0FB8-5F4687FED03B}"/>
                </a:ext>
              </a:extLst>
            </p:cNvPr>
            <p:cNvSpPr/>
            <p:nvPr/>
          </p:nvSpPr>
          <p:spPr>
            <a:xfrm>
              <a:off x="3789803" y="3771441"/>
              <a:ext cx="4825388" cy="666526"/>
            </a:xfrm>
            <a:prstGeom prst="rect">
              <a:avLst/>
            </a:prstGeom>
            <a:solidFill>
              <a:srgbClr val="7CFDFF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Answers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A77E224-7662-27CA-402F-190605C0EE38}"/>
                </a:ext>
              </a:extLst>
            </p:cNvPr>
            <p:cNvSpPr/>
            <p:nvPr/>
          </p:nvSpPr>
          <p:spPr>
            <a:xfrm>
              <a:off x="3789803" y="4437967"/>
              <a:ext cx="4825388" cy="666526"/>
            </a:xfrm>
            <a:prstGeom prst="rect">
              <a:avLst/>
            </a:prstGeom>
            <a:solidFill>
              <a:srgbClr val="7CFDFF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Authority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A58342C-49F9-5A86-6896-A24AD1244DF8}"/>
                </a:ext>
              </a:extLst>
            </p:cNvPr>
            <p:cNvSpPr/>
            <p:nvPr/>
          </p:nvSpPr>
          <p:spPr>
            <a:xfrm>
              <a:off x="3789803" y="5104493"/>
              <a:ext cx="4825388" cy="666526"/>
            </a:xfrm>
            <a:prstGeom prst="rect">
              <a:avLst/>
            </a:prstGeom>
            <a:solidFill>
              <a:srgbClr val="7CFDFF"/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Additional</a:t>
              </a:r>
              <a:r>
                <a:rPr kumimoji="1" lang="zh-CN" altLang="en-US" sz="1600" dirty="0"/>
                <a:t> </a:t>
              </a:r>
              <a:r>
                <a:rPr kumimoji="1" lang="en-US" altLang="zh-CN" sz="1600" dirty="0"/>
                <a:t>information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7560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77F05F7E-7213-1706-48A0-122AD9EF1471}"/>
              </a:ext>
            </a:extLst>
          </p:cNvPr>
          <p:cNvGrpSpPr/>
          <p:nvPr/>
        </p:nvGrpSpPr>
        <p:grpSpPr>
          <a:xfrm>
            <a:off x="262890" y="479015"/>
            <a:ext cx="11271311" cy="5567456"/>
            <a:chOff x="262890" y="479015"/>
            <a:chExt cx="11271311" cy="5567456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2DC27A8B-E05C-D619-71FD-F0CC86666B5E}"/>
                </a:ext>
              </a:extLst>
            </p:cNvPr>
            <p:cNvGrpSpPr/>
            <p:nvPr/>
          </p:nvGrpSpPr>
          <p:grpSpPr>
            <a:xfrm>
              <a:off x="262890" y="479015"/>
              <a:ext cx="11271311" cy="5567456"/>
              <a:chOff x="262890" y="479015"/>
              <a:chExt cx="11271311" cy="5567456"/>
            </a:xfrm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A42F6A02-14E5-5330-B8CB-D34A0ED4D149}"/>
                  </a:ext>
                </a:extLst>
              </p:cNvPr>
              <p:cNvGrpSpPr/>
              <p:nvPr/>
            </p:nvGrpSpPr>
            <p:grpSpPr>
              <a:xfrm>
                <a:off x="262890" y="479015"/>
                <a:ext cx="9544050" cy="5567456"/>
                <a:chOff x="1600200" y="456155"/>
                <a:chExt cx="9544050" cy="5567456"/>
              </a:xfrm>
            </p:grpSpPr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3C2EFC93-06D9-BBF9-D113-59F7C205028D}"/>
                    </a:ext>
                  </a:extLst>
                </p:cNvPr>
                <p:cNvSpPr/>
                <p:nvPr/>
              </p:nvSpPr>
              <p:spPr>
                <a:xfrm>
                  <a:off x="4109225" y="456155"/>
                  <a:ext cx="3973550" cy="442331"/>
                </a:xfrm>
                <a:prstGeom prst="rect">
                  <a:avLst/>
                </a:prstGeom>
                <a:solidFill>
                  <a:srgbClr val="E6F7F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sz="2400" b="1" dirty="0">
                      <a:solidFill>
                        <a:schemeClr val="tx1"/>
                      </a:solidFill>
                    </a:rPr>
                    <a:t>端上的网络开发</a:t>
                  </a:r>
                </a:p>
              </p:txBody>
            </p:sp>
            <p:graphicFrame>
              <p:nvGraphicFramePr>
                <p:cNvPr id="6" name="图示 5">
                  <a:extLst>
                    <a:ext uri="{FF2B5EF4-FFF2-40B4-BE49-F238E27FC236}">
                      <a16:creationId xmlns:a16="http://schemas.microsoft.com/office/drawing/2014/main" id="{61CB2CF3-FD5E-93D4-43BE-CB333B25F9BD}"/>
                    </a:ext>
                  </a:extLst>
                </p:cNvPr>
                <p:cNvGraphicFramePr/>
                <p:nvPr/>
              </p:nvGraphicFramePr>
              <p:xfrm>
                <a:off x="4109225" y="1177291"/>
                <a:ext cx="3973550" cy="4846320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2" r:lo="rId3" r:qs="rId4" r:cs="rId5"/>
                </a:graphicData>
              </a:graphic>
            </p:graphicFrame>
            <p:sp>
              <p:nvSpPr>
                <p:cNvPr id="7" name="线形标注 1 6">
                  <a:extLst>
                    <a:ext uri="{FF2B5EF4-FFF2-40B4-BE49-F238E27FC236}">
                      <a16:creationId xmlns:a16="http://schemas.microsoft.com/office/drawing/2014/main" id="{10F880B7-84DE-A219-273B-2A08CAC332FE}"/>
                    </a:ext>
                  </a:extLst>
                </p:cNvPr>
                <p:cNvSpPr/>
                <p:nvPr/>
              </p:nvSpPr>
              <p:spPr>
                <a:xfrm>
                  <a:off x="1600200" y="1417320"/>
                  <a:ext cx="1497330" cy="742950"/>
                </a:xfrm>
                <a:prstGeom prst="borderCallout1">
                  <a:avLst>
                    <a:gd name="adj1" fmla="val 38750"/>
                    <a:gd name="adj2" fmla="val 99301"/>
                    <a:gd name="adj3" fmla="val 115577"/>
                    <a:gd name="adj4" fmla="val 179988"/>
                  </a:avLst>
                </a:prstGeom>
                <a:solidFill>
                  <a:srgbClr val="CEFDFF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Socket</a:t>
                  </a:r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编程</a:t>
                  </a:r>
                </a:p>
              </p:txBody>
            </p:sp>
            <p:sp>
              <p:nvSpPr>
                <p:cNvPr id="8" name="线形标注 1 7">
                  <a:extLst>
                    <a:ext uri="{FF2B5EF4-FFF2-40B4-BE49-F238E27FC236}">
                      <a16:creationId xmlns:a16="http://schemas.microsoft.com/office/drawing/2014/main" id="{9B825319-83F6-1200-0576-8C0A88E02C8F}"/>
                    </a:ext>
                  </a:extLst>
                </p:cNvPr>
                <p:cNvSpPr/>
                <p:nvPr/>
              </p:nvSpPr>
              <p:spPr>
                <a:xfrm>
                  <a:off x="8702040" y="681130"/>
                  <a:ext cx="2442210" cy="742950"/>
                </a:xfrm>
                <a:prstGeom prst="borderCallout1">
                  <a:avLst>
                    <a:gd name="adj1" fmla="val 40288"/>
                    <a:gd name="adj2" fmla="val -1462"/>
                    <a:gd name="adj3" fmla="val 81731"/>
                    <a:gd name="adj4" fmla="val -32334"/>
                  </a:avLst>
                </a:prstGeom>
                <a:solidFill>
                  <a:srgbClr val="CEFDFF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Web/RPC/</a:t>
                  </a:r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中间件编程</a:t>
                  </a:r>
                </a:p>
              </p:txBody>
            </p:sp>
            <p:sp>
              <p:nvSpPr>
                <p:cNvPr id="9" name="线形标注 1 8">
                  <a:extLst>
                    <a:ext uri="{FF2B5EF4-FFF2-40B4-BE49-F238E27FC236}">
                      <a16:creationId xmlns:a16="http://schemas.microsoft.com/office/drawing/2014/main" id="{D0222F3E-FCB7-55AA-584D-64A0FADEEA58}"/>
                    </a:ext>
                  </a:extLst>
                </p:cNvPr>
                <p:cNvSpPr/>
                <p:nvPr/>
              </p:nvSpPr>
              <p:spPr>
                <a:xfrm>
                  <a:off x="1600200" y="3443380"/>
                  <a:ext cx="1497330" cy="742950"/>
                </a:xfrm>
                <a:prstGeom prst="borderCallout1">
                  <a:avLst>
                    <a:gd name="adj1" fmla="val 38750"/>
                    <a:gd name="adj2" fmla="val 99301"/>
                    <a:gd name="adj3" fmla="val 100192"/>
                    <a:gd name="adj4" fmla="val 179988"/>
                  </a:avLst>
                </a:prstGeom>
                <a:solidFill>
                  <a:srgbClr val="CEFDFF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NDIS</a:t>
                  </a:r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编程（</a:t>
                  </a: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win</a:t>
                  </a:r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）</a:t>
                  </a:r>
                </a:p>
              </p:txBody>
            </p:sp>
            <p:sp>
              <p:nvSpPr>
                <p:cNvPr id="10" name="线形标注 1 9">
                  <a:extLst>
                    <a:ext uri="{FF2B5EF4-FFF2-40B4-BE49-F238E27FC236}">
                      <a16:creationId xmlns:a16="http://schemas.microsoft.com/office/drawing/2014/main" id="{831D8281-268D-E7BA-02ED-EC3DBD20C3DF}"/>
                    </a:ext>
                  </a:extLst>
                </p:cNvPr>
                <p:cNvSpPr/>
                <p:nvPr/>
              </p:nvSpPr>
              <p:spPr>
                <a:xfrm>
                  <a:off x="1600200" y="4697730"/>
                  <a:ext cx="1497330" cy="742950"/>
                </a:xfrm>
                <a:prstGeom prst="borderCallout1">
                  <a:avLst>
                    <a:gd name="adj1" fmla="val 38750"/>
                    <a:gd name="adj2" fmla="val 99301"/>
                    <a:gd name="adj3" fmla="val 32500"/>
                    <a:gd name="adj4" fmla="val 179988"/>
                  </a:avLst>
                </a:prstGeom>
                <a:solidFill>
                  <a:srgbClr val="CEFDFF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网卡编程（硬件相关）</a:t>
                  </a:r>
                </a:p>
              </p:txBody>
            </p:sp>
            <p:sp>
              <p:nvSpPr>
                <p:cNvPr id="11" name="线形标注 1 10">
                  <a:extLst>
                    <a:ext uri="{FF2B5EF4-FFF2-40B4-BE49-F238E27FC236}">
                      <a16:creationId xmlns:a16="http://schemas.microsoft.com/office/drawing/2014/main" id="{CAE314F5-859D-79C9-FA8A-FF5ACABFF457}"/>
                    </a:ext>
                  </a:extLst>
                </p:cNvPr>
                <p:cNvSpPr/>
                <p:nvPr/>
              </p:nvSpPr>
              <p:spPr>
                <a:xfrm>
                  <a:off x="8702040" y="2433730"/>
                  <a:ext cx="2442210" cy="742950"/>
                </a:xfrm>
                <a:prstGeom prst="borderCallout1">
                  <a:avLst>
                    <a:gd name="adj1" fmla="val 40288"/>
                    <a:gd name="adj2" fmla="val -1462"/>
                    <a:gd name="adj3" fmla="val 206346"/>
                    <a:gd name="adj4" fmla="val -35142"/>
                  </a:avLst>
                </a:prstGeom>
                <a:solidFill>
                  <a:srgbClr val="CEFDFF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基于 </a:t>
                  </a:r>
                  <a:r>
                    <a:rPr kumimoji="1" lang="en-US" altLang="zh-CN" dirty="0" err="1">
                      <a:solidFill>
                        <a:schemeClr val="tx1"/>
                      </a:solidFill>
                    </a:rPr>
                    <a:t>LibPcap</a:t>
                  </a: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/</a:t>
                  </a:r>
                  <a:r>
                    <a:rPr kumimoji="1" lang="en-US" altLang="zh-CN" dirty="0" err="1">
                      <a:solidFill>
                        <a:schemeClr val="tx1"/>
                      </a:solidFill>
                    </a:rPr>
                    <a:t>WinPcap</a:t>
                  </a:r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、</a:t>
                  </a:r>
                  <a:r>
                    <a:rPr kumimoji="1" lang="en-US" altLang="zh-CN" dirty="0" err="1">
                      <a:solidFill>
                        <a:schemeClr val="tx1"/>
                      </a:solidFill>
                    </a:rPr>
                    <a:t>Libnet</a:t>
                  </a:r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、</a:t>
                  </a:r>
                  <a:r>
                    <a:rPr kumimoji="1" lang="en-US" altLang="zh-CN" dirty="0" err="1">
                      <a:solidFill>
                        <a:schemeClr val="tx1"/>
                      </a:solidFill>
                    </a:rPr>
                    <a:t>Libnids</a:t>
                  </a:r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、</a:t>
                  </a:r>
                  <a:r>
                    <a:rPr kumimoji="1" lang="en-US" altLang="zh-CN" dirty="0" err="1">
                      <a:solidFill>
                        <a:schemeClr val="tx1"/>
                      </a:solidFill>
                    </a:rPr>
                    <a:t>Libicmp</a:t>
                  </a:r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编程</a:t>
                  </a:r>
                </a:p>
              </p:txBody>
            </p:sp>
            <p:sp>
              <p:nvSpPr>
                <p:cNvPr id="12" name="线形标注 1 11">
                  <a:extLst>
                    <a:ext uri="{FF2B5EF4-FFF2-40B4-BE49-F238E27FC236}">
                      <a16:creationId xmlns:a16="http://schemas.microsoft.com/office/drawing/2014/main" id="{A3B65279-08BE-EADA-4BE9-BE6343A6995D}"/>
                    </a:ext>
                  </a:extLst>
                </p:cNvPr>
                <p:cNvSpPr/>
                <p:nvPr/>
              </p:nvSpPr>
              <p:spPr>
                <a:xfrm>
                  <a:off x="8702040" y="3814855"/>
                  <a:ext cx="2442210" cy="742950"/>
                </a:xfrm>
                <a:prstGeom prst="borderCallout1">
                  <a:avLst>
                    <a:gd name="adj1" fmla="val 40288"/>
                    <a:gd name="adj2" fmla="val -1462"/>
                    <a:gd name="adj3" fmla="val 54039"/>
                    <a:gd name="adj4" fmla="val -33270"/>
                  </a:avLst>
                </a:prstGeom>
                <a:solidFill>
                  <a:srgbClr val="CEFDFF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基于</a:t>
                  </a: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Packet</a:t>
                  </a:r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 </a:t>
                  </a: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Driver</a:t>
                  </a:r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编程</a:t>
                  </a:r>
                  <a:endParaRPr kumimoji="1" lang="en-US" altLang="zh-CN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（屏蔽网卡细节，</a:t>
                  </a:r>
                  <a:endParaRPr kumimoji="1" lang="en-US" altLang="zh-CN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kumimoji="1" lang="zh-CN" altLang="en-US" dirty="0">
                      <a:solidFill>
                        <a:schemeClr val="tx1"/>
                      </a:solidFill>
                    </a:rPr>
                    <a:t>适用于所有网卡）</a:t>
                  </a:r>
                </a:p>
              </p:txBody>
            </p:sp>
          </p:grp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BCD2F8AB-C490-1FA5-38DC-6CF6585FFE62}"/>
                  </a:ext>
                </a:extLst>
              </p:cNvPr>
              <p:cNvCxnSpPr/>
              <p:nvPr/>
            </p:nvCxnSpPr>
            <p:spPr>
              <a:xfrm>
                <a:off x="2194560" y="2160270"/>
                <a:ext cx="8126730" cy="0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右中括号 16">
                <a:extLst>
                  <a:ext uri="{FF2B5EF4-FFF2-40B4-BE49-F238E27FC236}">
                    <a16:creationId xmlns:a16="http://schemas.microsoft.com/office/drawing/2014/main" id="{9B283F31-2540-6EB6-A3E8-A79722ED3772}"/>
                  </a:ext>
                </a:extLst>
              </p:cNvPr>
              <p:cNvSpPr/>
              <p:nvPr/>
            </p:nvSpPr>
            <p:spPr>
              <a:xfrm>
                <a:off x="10069830" y="1200151"/>
                <a:ext cx="251460" cy="906442"/>
              </a:xfrm>
              <a:prstGeom prst="righ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右中括号 17">
                <a:extLst>
                  <a:ext uri="{FF2B5EF4-FFF2-40B4-BE49-F238E27FC236}">
                    <a16:creationId xmlns:a16="http://schemas.microsoft.com/office/drawing/2014/main" id="{FEDF6B7C-1734-3A56-BF33-33F80000C95B}"/>
                  </a:ext>
                </a:extLst>
              </p:cNvPr>
              <p:cNvSpPr/>
              <p:nvPr/>
            </p:nvSpPr>
            <p:spPr>
              <a:xfrm>
                <a:off x="10069830" y="2213949"/>
                <a:ext cx="252482" cy="3832522"/>
              </a:xfrm>
              <a:prstGeom prst="righ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F7C33E6-4727-EFB4-EAD4-2E8E9AFDA0E7}"/>
                  </a:ext>
                </a:extLst>
              </p:cNvPr>
              <p:cNvSpPr txBox="1"/>
              <p:nvPr/>
            </p:nvSpPr>
            <p:spPr>
              <a:xfrm>
                <a:off x="10426205" y="1440180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dirty="0"/>
                  <a:t>应用进程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C59A46C-690A-78FD-E86E-619F23046318}"/>
                  </a:ext>
                </a:extLst>
              </p:cNvPr>
              <p:cNvSpPr txBox="1"/>
              <p:nvPr/>
            </p:nvSpPr>
            <p:spPr>
              <a:xfrm>
                <a:off x="10426205" y="3837715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dirty="0"/>
                  <a:t>操作系统</a:t>
                </a:r>
              </a:p>
            </p:txBody>
          </p:sp>
        </p:grpSp>
        <p:sp>
          <p:nvSpPr>
            <p:cNvPr id="22" name="左箭头标注 21">
              <a:extLst>
                <a:ext uri="{FF2B5EF4-FFF2-40B4-BE49-F238E27FC236}">
                  <a16:creationId xmlns:a16="http://schemas.microsoft.com/office/drawing/2014/main" id="{C27EB4A7-2E29-916C-FB53-2AAF186CB032}"/>
                </a:ext>
              </a:extLst>
            </p:cNvPr>
            <p:cNvSpPr/>
            <p:nvPr/>
          </p:nvSpPr>
          <p:spPr>
            <a:xfrm>
              <a:off x="10454780" y="1857375"/>
              <a:ext cx="971550" cy="605790"/>
            </a:xfrm>
            <a:prstGeom prst="leftArrowCallou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API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66229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>
            <a:extLst>
              <a:ext uri="{FF2B5EF4-FFF2-40B4-BE49-F238E27FC236}">
                <a16:creationId xmlns:a16="http://schemas.microsoft.com/office/drawing/2014/main" id="{D2887E8F-3BD2-F34F-F79D-4984E92A6576}"/>
              </a:ext>
            </a:extLst>
          </p:cNvPr>
          <p:cNvGrpSpPr/>
          <p:nvPr/>
        </p:nvGrpSpPr>
        <p:grpSpPr>
          <a:xfrm>
            <a:off x="1570264" y="301772"/>
            <a:ext cx="9970095" cy="6254455"/>
            <a:chOff x="1570264" y="0"/>
            <a:chExt cx="9970095" cy="6254455"/>
          </a:xfrm>
        </p:grpSpPr>
        <p:graphicFrame>
          <p:nvGraphicFramePr>
            <p:cNvPr id="4" name="图示 3">
              <a:extLst>
                <a:ext uri="{FF2B5EF4-FFF2-40B4-BE49-F238E27FC236}">
                  <a16:creationId xmlns:a16="http://schemas.microsoft.com/office/drawing/2014/main" id="{0D6DC152-A5B2-B9B7-161E-785E6618886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3071488"/>
                </p:ext>
              </p:extLst>
            </p:nvPr>
          </p:nvGraphicFramePr>
          <p:xfrm>
            <a:off x="1570264" y="955286"/>
            <a:ext cx="3639595" cy="529916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graphicFrame>
          <p:nvGraphicFramePr>
            <p:cNvPr id="5" name="图示 4">
              <a:extLst>
                <a:ext uri="{FF2B5EF4-FFF2-40B4-BE49-F238E27FC236}">
                  <a16:creationId xmlns:a16="http://schemas.microsoft.com/office/drawing/2014/main" id="{1069DE35-0190-F6D2-356C-4D435B4378F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40026721"/>
                </p:ext>
              </p:extLst>
            </p:nvPr>
          </p:nvGraphicFramePr>
          <p:xfrm>
            <a:off x="6982141" y="955286"/>
            <a:ext cx="3639595" cy="529916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340B6FB-F8D2-C073-B0BD-9B18577284DC}"/>
                </a:ext>
              </a:extLst>
            </p:cNvPr>
            <p:cNvSpPr/>
            <p:nvPr/>
          </p:nvSpPr>
          <p:spPr>
            <a:xfrm>
              <a:off x="4109225" y="0"/>
              <a:ext cx="3973550" cy="442331"/>
            </a:xfrm>
            <a:prstGeom prst="rect">
              <a:avLst/>
            </a:prstGeom>
            <a:solidFill>
              <a:srgbClr val="E6F7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Socket API(TCP)</a:t>
              </a:r>
              <a:r>
                <a:rPr kumimoji="1" lang="zh-CN" altLang="en-US" sz="24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调用流程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A3B5776-8033-3E7F-97B6-19EA76AAB393}"/>
                </a:ext>
              </a:extLst>
            </p:cNvPr>
            <p:cNvSpPr/>
            <p:nvPr/>
          </p:nvSpPr>
          <p:spPr>
            <a:xfrm>
              <a:off x="2397604" y="474376"/>
              <a:ext cx="1984917" cy="334537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客户端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6C85352-32A6-D5F6-865F-936340F408C5}"/>
                </a:ext>
              </a:extLst>
            </p:cNvPr>
            <p:cNvSpPr/>
            <p:nvPr/>
          </p:nvSpPr>
          <p:spPr>
            <a:xfrm>
              <a:off x="7809481" y="474376"/>
              <a:ext cx="1984917" cy="334537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服务器</a:t>
              </a:r>
            </a:p>
          </p:txBody>
        </p: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A32BCE44-B278-C3AF-47C7-FCA9E01FCEAE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5209859" y="2766060"/>
              <a:ext cx="1772282" cy="8388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箭头连接符 12">
              <a:extLst>
                <a:ext uri="{FF2B5EF4-FFF2-40B4-BE49-F238E27FC236}">
                  <a16:creationId xmlns:a16="http://schemas.microsoft.com/office/drawing/2014/main" id="{ADE948AB-787D-771F-550E-7AAA188661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9859" y="2903220"/>
              <a:ext cx="1772282" cy="8480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5974EA0-4BA2-1A6B-A667-7979BE4ADF1E}"/>
                </a:ext>
              </a:extLst>
            </p:cNvPr>
            <p:cNvSpPr txBox="1"/>
            <p:nvPr/>
          </p:nvSpPr>
          <p:spPr>
            <a:xfrm rot="1637133">
              <a:off x="5752752" y="2948672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连接请求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BF2E616-47F1-0E63-5434-70795DFF6631}"/>
                </a:ext>
              </a:extLst>
            </p:cNvPr>
            <p:cNvSpPr txBox="1"/>
            <p:nvPr/>
          </p:nvSpPr>
          <p:spPr>
            <a:xfrm rot="1417740">
              <a:off x="5543290" y="3238860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连接确认</a:t>
              </a:r>
            </a:p>
          </p:txBody>
        </p:sp>
        <p:cxnSp>
          <p:nvCxnSpPr>
            <p:cNvPr id="19" name="直线箭头连接符 18">
              <a:extLst>
                <a:ext uri="{FF2B5EF4-FFF2-40B4-BE49-F238E27FC236}">
                  <a16:creationId xmlns:a16="http://schemas.microsoft.com/office/drawing/2014/main" id="{E7E78347-C715-5A20-DA97-CAE1AA8744C5}"/>
                </a:ext>
              </a:extLst>
            </p:cNvPr>
            <p:cNvCxnSpPr>
              <a:cxnSpLocks/>
            </p:cNvCxnSpPr>
            <p:nvPr/>
          </p:nvCxnSpPr>
          <p:spPr>
            <a:xfrm>
              <a:off x="5209859" y="3579944"/>
              <a:ext cx="1772282" cy="6842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C3C98CB-D691-EA2A-3247-12D6E2F8883D}"/>
                </a:ext>
              </a:extLst>
            </p:cNvPr>
            <p:cNvSpPr txBox="1"/>
            <p:nvPr/>
          </p:nvSpPr>
          <p:spPr>
            <a:xfrm rot="1265878">
              <a:off x="5561339" y="3869221"/>
              <a:ext cx="735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request</a:t>
              </a:r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0857B9E3-2F0F-18CF-0F67-E9949C23EF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9859" y="4377253"/>
              <a:ext cx="1772282" cy="3999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2C7C46C-8D72-9C5C-BF3B-D7D9C0FCAA18}"/>
                </a:ext>
              </a:extLst>
            </p:cNvPr>
            <p:cNvSpPr txBox="1"/>
            <p:nvPr/>
          </p:nvSpPr>
          <p:spPr>
            <a:xfrm rot="901814">
              <a:off x="5566511" y="4546988"/>
              <a:ext cx="846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response</a:t>
              </a:r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53" name="肘形连接符 52">
              <a:extLst>
                <a:ext uri="{FF2B5EF4-FFF2-40B4-BE49-F238E27FC236}">
                  <a16:creationId xmlns:a16="http://schemas.microsoft.com/office/drawing/2014/main" id="{A7F3CE81-9C10-720D-AA21-AFD24D3773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21736" y="3579943"/>
              <a:ext cx="918623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4AE70C76-17F5-FE24-7BAA-DE4309B743A0}"/>
                </a:ext>
              </a:extLst>
            </p:cNvPr>
            <p:cNvCxnSpPr>
              <a:cxnSpLocks/>
            </p:cNvCxnSpPr>
            <p:nvPr/>
          </p:nvCxnSpPr>
          <p:spPr>
            <a:xfrm>
              <a:off x="10621736" y="5433848"/>
              <a:ext cx="918623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D6E76446-888A-7732-E61B-2D957BADD9A7}"/>
                </a:ext>
              </a:extLst>
            </p:cNvPr>
            <p:cNvCxnSpPr>
              <a:cxnSpLocks/>
            </p:cNvCxnSpPr>
            <p:nvPr/>
          </p:nvCxnSpPr>
          <p:spPr>
            <a:xfrm>
              <a:off x="11540359" y="3579944"/>
              <a:ext cx="0" cy="185390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6209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E1334113-67A9-7CF6-09D9-0A13364404D7}"/>
              </a:ext>
            </a:extLst>
          </p:cNvPr>
          <p:cNvGrpSpPr/>
          <p:nvPr/>
        </p:nvGrpSpPr>
        <p:grpSpPr>
          <a:xfrm>
            <a:off x="1958050" y="-89247"/>
            <a:ext cx="9150175" cy="6779999"/>
            <a:chOff x="1958050" y="-89247"/>
            <a:chExt cx="9150175" cy="6779999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CA2319CD-6B0D-4C26-79A5-1E8272F085CD}"/>
                </a:ext>
              </a:extLst>
            </p:cNvPr>
            <p:cNvGrpSpPr/>
            <p:nvPr/>
          </p:nvGrpSpPr>
          <p:grpSpPr>
            <a:xfrm>
              <a:off x="1958050" y="-89247"/>
              <a:ext cx="9150175" cy="6779999"/>
              <a:chOff x="1958050" y="-89247"/>
              <a:chExt cx="9150175" cy="6779999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BBD35C3E-D2E5-B97F-F186-E1193633CB61}"/>
                  </a:ext>
                </a:extLst>
              </p:cNvPr>
              <p:cNvGrpSpPr/>
              <p:nvPr/>
            </p:nvGrpSpPr>
            <p:grpSpPr>
              <a:xfrm>
                <a:off x="1958050" y="1072680"/>
                <a:ext cx="8236753" cy="5618072"/>
                <a:chOff x="1800762" y="746859"/>
                <a:chExt cx="8236753" cy="5618072"/>
              </a:xfrm>
            </p:grpSpPr>
            <p:graphicFrame>
              <p:nvGraphicFramePr>
                <p:cNvPr id="4" name="图示 3">
                  <a:extLst>
                    <a:ext uri="{FF2B5EF4-FFF2-40B4-BE49-F238E27FC236}">
                      <a16:creationId xmlns:a16="http://schemas.microsoft.com/office/drawing/2014/main" id="{EF9BD88E-0C95-2F72-8C92-AD878A3AF930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862391400"/>
                    </p:ext>
                  </p:extLst>
                </p:nvPr>
              </p:nvGraphicFramePr>
              <p:xfrm>
                <a:off x="1800762" y="746859"/>
                <a:ext cx="3212662" cy="5618072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2" r:lo="rId3" r:qs="rId4" r:cs="rId5"/>
                </a:graphicData>
              </a:graphic>
            </p:graphicFrame>
            <p:graphicFrame>
              <p:nvGraphicFramePr>
                <p:cNvPr id="5" name="图示 4">
                  <a:extLst>
                    <a:ext uri="{FF2B5EF4-FFF2-40B4-BE49-F238E27FC236}">
                      <a16:creationId xmlns:a16="http://schemas.microsoft.com/office/drawing/2014/main" id="{900AD03A-5A18-19B2-AF1B-802AD3E29E81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236296457"/>
                    </p:ext>
                  </p:extLst>
                </p:nvPr>
              </p:nvGraphicFramePr>
              <p:xfrm>
                <a:off x="6824853" y="746859"/>
                <a:ext cx="3212662" cy="5618072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7" r:lo="rId8" r:qs="rId9" r:cs="rId10"/>
                </a:graphicData>
              </a:graphic>
            </p:graphicFrame>
          </p:grp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FE8CC15-433B-6A10-FAEA-D8299056D463}"/>
                  </a:ext>
                </a:extLst>
              </p:cNvPr>
              <p:cNvSpPr/>
              <p:nvPr/>
            </p:nvSpPr>
            <p:spPr>
              <a:xfrm>
                <a:off x="3934927" y="-89247"/>
                <a:ext cx="3973550" cy="442331"/>
              </a:xfrm>
              <a:prstGeom prst="rect">
                <a:avLst/>
              </a:prstGeom>
              <a:solidFill>
                <a:srgbClr val="E6F7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4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Socket API(TCP)</a:t>
                </a:r>
                <a:r>
                  <a:rPr kumimoji="1" lang="zh-CN" altLang="en-US" sz="24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调用流程</a:t>
                </a: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3B60D10-F697-4FD8-5E23-64F8E7B76FCC}"/>
                  </a:ext>
                </a:extLst>
              </p:cNvPr>
              <p:cNvSpPr/>
              <p:nvPr/>
            </p:nvSpPr>
            <p:spPr>
              <a:xfrm>
                <a:off x="2571922" y="545613"/>
                <a:ext cx="1984917" cy="33453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客户端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7371DFB-2981-7818-5FEE-C2F491BEE20A}"/>
                  </a:ext>
                </a:extLst>
              </p:cNvPr>
              <p:cNvSpPr/>
              <p:nvPr/>
            </p:nvSpPr>
            <p:spPr>
              <a:xfrm>
                <a:off x="7596013" y="520325"/>
                <a:ext cx="1984917" cy="33453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服务器</a:t>
                </a:r>
              </a:p>
            </p:txBody>
          </p:sp>
          <p:cxnSp>
            <p:nvCxnSpPr>
              <p:cNvPr id="10" name="肘形连接符 52">
                <a:extLst>
                  <a:ext uri="{FF2B5EF4-FFF2-40B4-BE49-F238E27FC236}">
                    <a16:creationId xmlns:a16="http://schemas.microsoft.com/office/drawing/2014/main" id="{8E0BFB8C-539C-1166-7A60-802E0C7883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89602" y="3881715"/>
                <a:ext cx="918623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A31972F5-5075-8B3D-89DD-D0037CA475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9602" y="5735620"/>
                <a:ext cx="918623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D1923E92-4ADC-2F52-5B01-D561AD7712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08225" y="3881716"/>
                <a:ext cx="0" cy="1853904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E000B199-7410-074C-BEF0-8A41827E30A8}"/>
                </a:ext>
              </a:extLst>
            </p:cNvPr>
            <p:cNvCxnSpPr>
              <a:cxnSpLocks/>
            </p:cNvCxnSpPr>
            <p:nvPr/>
          </p:nvCxnSpPr>
          <p:spPr>
            <a:xfrm>
              <a:off x="5209859" y="3067832"/>
              <a:ext cx="1772282" cy="8388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43AA43AD-40D4-D35A-2690-A50EE20533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9859" y="3204992"/>
              <a:ext cx="1772282" cy="8480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E142C53-2394-A2E0-20A8-7068C49F96E5}"/>
                </a:ext>
              </a:extLst>
            </p:cNvPr>
            <p:cNvSpPr txBox="1"/>
            <p:nvPr/>
          </p:nvSpPr>
          <p:spPr>
            <a:xfrm rot="1637133">
              <a:off x="5752752" y="3250444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连接请求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9C57D0B-0C1A-4669-36DA-1737D1971205}"/>
                </a:ext>
              </a:extLst>
            </p:cNvPr>
            <p:cNvSpPr txBox="1"/>
            <p:nvPr/>
          </p:nvSpPr>
          <p:spPr>
            <a:xfrm rot="1417740">
              <a:off x="5543290" y="3540632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连接确认</a:t>
              </a:r>
            </a:p>
          </p:txBody>
        </p:sp>
        <p:cxnSp>
          <p:nvCxnSpPr>
            <p:cNvPr id="18" name="直线箭头连接符 17">
              <a:extLst>
                <a:ext uri="{FF2B5EF4-FFF2-40B4-BE49-F238E27FC236}">
                  <a16:creationId xmlns:a16="http://schemas.microsoft.com/office/drawing/2014/main" id="{04F294D5-62BA-22B3-6A5B-5A03F24330A4}"/>
                </a:ext>
              </a:extLst>
            </p:cNvPr>
            <p:cNvCxnSpPr>
              <a:cxnSpLocks/>
            </p:cNvCxnSpPr>
            <p:nvPr/>
          </p:nvCxnSpPr>
          <p:spPr>
            <a:xfrm>
              <a:off x="5209859" y="3881716"/>
              <a:ext cx="1772282" cy="6842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62B69AB-5CE9-4FF2-6758-B7F1D0AC5639}"/>
                </a:ext>
              </a:extLst>
            </p:cNvPr>
            <p:cNvSpPr txBox="1"/>
            <p:nvPr/>
          </p:nvSpPr>
          <p:spPr>
            <a:xfrm rot="1265878">
              <a:off x="5561339" y="4170993"/>
              <a:ext cx="735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request</a:t>
              </a:r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20" name="直线箭头连接符 19">
              <a:extLst>
                <a:ext uri="{FF2B5EF4-FFF2-40B4-BE49-F238E27FC236}">
                  <a16:creationId xmlns:a16="http://schemas.microsoft.com/office/drawing/2014/main" id="{4C442A0B-6718-00C9-4809-70162B5AB2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9859" y="4679025"/>
              <a:ext cx="1772282" cy="3999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B0E9F39-CCD4-7049-17B0-3E85BEE89261}"/>
                </a:ext>
              </a:extLst>
            </p:cNvPr>
            <p:cNvSpPr txBox="1"/>
            <p:nvPr/>
          </p:nvSpPr>
          <p:spPr>
            <a:xfrm rot="901814">
              <a:off x="5566511" y="4848760"/>
              <a:ext cx="846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response</a:t>
              </a:r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170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C6CDB9E2-3AE8-E14D-2AD8-E9C552BDCC8C}"/>
              </a:ext>
            </a:extLst>
          </p:cNvPr>
          <p:cNvGrpSpPr/>
          <p:nvPr/>
        </p:nvGrpSpPr>
        <p:grpSpPr>
          <a:xfrm>
            <a:off x="2038961" y="895988"/>
            <a:ext cx="3973550" cy="4558576"/>
            <a:chOff x="2038961" y="895988"/>
            <a:chExt cx="3973550" cy="455857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C8B99F2-D17B-4972-C0B8-37791AA536EA}"/>
                </a:ext>
              </a:extLst>
            </p:cNvPr>
            <p:cNvSpPr/>
            <p:nvPr/>
          </p:nvSpPr>
          <p:spPr>
            <a:xfrm>
              <a:off x="2038961" y="5012233"/>
              <a:ext cx="3973550" cy="442331"/>
            </a:xfrm>
            <a:prstGeom prst="rect">
              <a:avLst/>
            </a:prstGeom>
            <a:solidFill>
              <a:srgbClr val="E6F7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1" dirty="0">
                  <a:solidFill>
                    <a:schemeClr val="tx1"/>
                  </a:solidFill>
                </a:rPr>
                <a:t>TCP/UDP</a:t>
              </a:r>
              <a:r>
                <a:rPr kumimoji="1" lang="zh-CN" altLang="en-US" sz="2400" b="1" dirty="0">
                  <a:solidFill>
                    <a:schemeClr val="tx1"/>
                  </a:solidFill>
                </a:rPr>
                <a:t>的</a:t>
              </a:r>
              <a:r>
                <a:rPr kumimoji="1" lang="en-US" altLang="zh-CN" sz="2400" b="1" dirty="0">
                  <a:solidFill>
                    <a:schemeClr val="tx1"/>
                  </a:solidFill>
                </a:rPr>
                <a:t>1</a:t>
              </a:r>
              <a:r>
                <a:rPr kumimoji="1" lang="zh-CN" altLang="en-US" sz="2400" b="1" dirty="0">
                  <a:solidFill>
                    <a:schemeClr val="tx1"/>
                  </a:solidFill>
                </a:rPr>
                <a:t>个</a:t>
              </a:r>
              <a:r>
                <a:rPr kumimoji="1" lang="en-US" altLang="zh-CN" sz="2400" b="1" dirty="0">
                  <a:solidFill>
                    <a:schemeClr val="tx1"/>
                  </a:solidFill>
                </a:rPr>
                <a:t>segment</a:t>
              </a:r>
              <a:endParaRPr kumimoji="1"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C43808-0717-4066-CC19-289634E17824}"/>
                </a:ext>
              </a:extLst>
            </p:cNvPr>
            <p:cNvSpPr/>
            <p:nvPr/>
          </p:nvSpPr>
          <p:spPr>
            <a:xfrm>
              <a:off x="2327564" y="1436914"/>
              <a:ext cx="1698172" cy="617517"/>
            </a:xfrm>
            <a:prstGeom prst="rect">
              <a:avLst/>
            </a:prstGeom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solidFill>
                    <a:srgbClr val="FF0000"/>
                  </a:solidFill>
                </a:rPr>
                <a:t>源端口号</a:t>
              </a:r>
              <a:r>
                <a:rPr kumimoji="1" lang="en-US" altLang="zh-CN" b="1" dirty="0">
                  <a:solidFill>
                    <a:srgbClr val="FF0000"/>
                  </a:solidFill>
                </a:rPr>
                <a:t>#</a:t>
              </a:r>
              <a:endParaRPr kumimoji="1"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1D36BA0-9843-424A-B629-B22B29EFDF7B}"/>
                </a:ext>
              </a:extLst>
            </p:cNvPr>
            <p:cNvSpPr/>
            <p:nvPr/>
          </p:nvSpPr>
          <p:spPr>
            <a:xfrm>
              <a:off x="4025736" y="1436914"/>
              <a:ext cx="1698172" cy="617517"/>
            </a:xfrm>
            <a:prstGeom prst="rect">
              <a:avLst/>
            </a:prstGeom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solidFill>
                    <a:srgbClr val="FF0000"/>
                  </a:solidFill>
                </a:rPr>
                <a:t>目的端口号</a:t>
              </a:r>
              <a:r>
                <a:rPr kumimoji="1" lang="en-US" altLang="zh-CN" b="1" dirty="0">
                  <a:solidFill>
                    <a:srgbClr val="FF0000"/>
                  </a:solidFill>
                </a:rPr>
                <a:t>#</a:t>
              </a:r>
              <a:endParaRPr kumimoji="1" lang="zh-CN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392C6585-6889-F8A5-BB1A-96DDAF9A15ED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4416227" y="1080654"/>
              <a:ext cx="130768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866A5-C734-F863-EE75-9D6CC9076CE6}"/>
                </a:ext>
              </a:extLst>
            </p:cNvPr>
            <p:cNvSpPr txBox="1"/>
            <p:nvPr/>
          </p:nvSpPr>
          <p:spPr>
            <a:xfrm>
              <a:off x="3635244" y="895988"/>
              <a:ext cx="7809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32bits</a:t>
              </a:r>
              <a:endParaRPr kumimoji="1" lang="zh-CN" altLang="en-US" dirty="0"/>
            </a:p>
          </p:txBody>
        </p: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1D1C237F-8850-AF3F-6F73-BA63B8BC60B4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>
              <a:off x="2297876" y="1080654"/>
              <a:ext cx="1337368" cy="989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79B910A-6975-E8B7-EB85-5C0131933BC8}"/>
                </a:ext>
              </a:extLst>
            </p:cNvPr>
            <p:cNvSpPr/>
            <p:nvPr/>
          </p:nvSpPr>
          <p:spPr>
            <a:xfrm>
              <a:off x="2327564" y="2054431"/>
              <a:ext cx="3396344" cy="863406"/>
            </a:xfrm>
            <a:prstGeom prst="rect">
              <a:avLst/>
            </a:prstGeom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/>
                <a:t>其它头部信息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01FBBF0-E215-82F6-A097-B4DCC15F3340}"/>
                </a:ext>
              </a:extLst>
            </p:cNvPr>
            <p:cNvSpPr/>
            <p:nvPr/>
          </p:nvSpPr>
          <p:spPr>
            <a:xfrm>
              <a:off x="2327564" y="2917837"/>
              <a:ext cx="3396344" cy="1820418"/>
            </a:xfrm>
            <a:prstGeom prst="rect">
              <a:avLst/>
            </a:prstGeom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/>
                <a:t>数据（</a:t>
              </a:r>
              <a:r>
                <a:rPr kumimoji="1" lang="en-US" altLang="zh-CN" b="1" dirty="0"/>
                <a:t>message</a:t>
              </a:r>
              <a:r>
                <a:rPr kumimoji="1" lang="zh-CN" altLang="en-US" b="1" dirty="0"/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9433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7E255048-F8F6-DC4C-7CC8-585928100FC0}"/>
              </a:ext>
            </a:extLst>
          </p:cNvPr>
          <p:cNvGrpSpPr/>
          <p:nvPr/>
        </p:nvGrpSpPr>
        <p:grpSpPr>
          <a:xfrm>
            <a:off x="1714500" y="924269"/>
            <a:ext cx="7747000" cy="4558576"/>
            <a:chOff x="1714500" y="924269"/>
            <a:chExt cx="7747000" cy="4558576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145793AA-E2B1-4B0B-1DFA-DD788932300E}"/>
                </a:ext>
              </a:extLst>
            </p:cNvPr>
            <p:cNvGrpSpPr/>
            <p:nvPr/>
          </p:nvGrpSpPr>
          <p:grpSpPr>
            <a:xfrm>
              <a:off x="3488831" y="924269"/>
              <a:ext cx="3973550" cy="4558576"/>
              <a:chOff x="6929615" y="895988"/>
              <a:chExt cx="3973550" cy="4558576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B4BFD296-1388-38B8-FB4A-C1BE535E8C93}"/>
                  </a:ext>
                </a:extLst>
              </p:cNvPr>
              <p:cNvGrpSpPr/>
              <p:nvPr/>
            </p:nvGrpSpPr>
            <p:grpSpPr>
              <a:xfrm>
                <a:off x="6929615" y="895988"/>
                <a:ext cx="3973550" cy="4558576"/>
                <a:chOff x="2038961" y="895988"/>
                <a:chExt cx="3973550" cy="4558576"/>
              </a:xfrm>
            </p:grpSpPr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0037E63D-2573-3C68-E488-C6F132C96009}"/>
                    </a:ext>
                  </a:extLst>
                </p:cNvPr>
                <p:cNvSpPr/>
                <p:nvPr/>
              </p:nvSpPr>
              <p:spPr>
                <a:xfrm>
                  <a:off x="2038961" y="5012233"/>
                  <a:ext cx="3973550" cy="442331"/>
                </a:xfrm>
                <a:prstGeom prst="rect">
                  <a:avLst/>
                </a:prstGeom>
                <a:solidFill>
                  <a:srgbClr val="E6F7F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400" b="1" dirty="0">
                      <a:solidFill>
                        <a:schemeClr val="tx1"/>
                      </a:solidFill>
                    </a:rPr>
                    <a:t>UDP</a:t>
                  </a:r>
                  <a:r>
                    <a:rPr kumimoji="1" lang="zh-CN" altLang="en-US" sz="2400" b="1" dirty="0">
                      <a:solidFill>
                        <a:schemeClr val="tx1"/>
                      </a:solidFill>
                    </a:rPr>
                    <a:t> 的 </a:t>
                  </a:r>
                  <a:r>
                    <a:rPr kumimoji="1" lang="en-US" altLang="zh-CN" sz="2400" b="1" dirty="0">
                      <a:solidFill>
                        <a:schemeClr val="tx1"/>
                      </a:solidFill>
                    </a:rPr>
                    <a:t>1</a:t>
                  </a:r>
                  <a:r>
                    <a:rPr kumimoji="1" lang="zh-CN" altLang="en-US" sz="2400" b="1" dirty="0">
                      <a:solidFill>
                        <a:schemeClr val="tx1"/>
                      </a:solidFill>
                    </a:rPr>
                    <a:t>个 </a:t>
                  </a:r>
                  <a:r>
                    <a:rPr kumimoji="1" lang="en-US" altLang="zh-CN" sz="2400" b="1">
                      <a:solidFill>
                        <a:schemeClr val="tx1"/>
                      </a:solidFill>
                    </a:rPr>
                    <a:t>Segment</a:t>
                  </a:r>
                  <a:endParaRPr kumimoji="1" lang="zh-CN" altLang="en-US" sz="2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2705CA1E-6ECF-209B-21A6-970BD1CC69F6}"/>
                    </a:ext>
                  </a:extLst>
                </p:cNvPr>
                <p:cNvSpPr/>
                <p:nvPr/>
              </p:nvSpPr>
              <p:spPr>
                <a:xfrm>
                  <a:off x="2327564" y="1436914"/>
                  <a:ext cx="1698172" cy="617517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b="1" dirty="0">
                      <a:solidFill>
                        <a:srgbClr val="FF0000"/>
                      </a:solidFill>
                    </a:rPr>
                    <a:t>源端口号</a:t>
                  </a:r>
                  <a:r>
                    <a:rPr kumimoji="1" lang="en-US" altLang="zh-CN" b="1" dirty="0">
                      <a:solidFill>
                        <a:srgbClr val="FF0000"/>
                      </a:solidFill>
                    </a:rPr>
                    <a:t>#</a:t>
                  </a:r>
                  <a:endParaRPr kumimoji="1" lang="zh-CN" altLang="en-US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627EE766-ADBB-89BD-BCF8-47C58CE56790}"/>
                    </a:ext>
                  </a:extLst>
                </p:cNvPr>
                <p:cNvSpPr/>
                <p:nvPr/>
              </p:nvSpPr>
              <p:spPr>
                <a:xfrm>
                  <a:off x="4025736" y="1436914"/>
                  <a:ext cx="1698172" cy="617517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b="1" dirty="0">
                      <a:solidFill>
                        <a:srgbClr val="FF0000"/>
                      </a:solidFill>
                    </a:rPr>
                    <a:t>目的端口号</a:t>
                  </a:r>
                  <a:r>
                    <a:rPr kumimoji="1" lang="en-US" altLang="zh-CN" b="1" dirty="0">
                      <a:solidFill>
                        <a:srgbClr val="FF0000"/>
                      </a:solidFill>
                    </a:rPr>
                    <a:t>#</a:t>
                  </a:r>
                  <a:endParaRPr kumimoji="1" lang="zh-CN" altLang="en-US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9" name="直线箭头连接符 8">
                  <a:extLst>
                    <a:ext uri="{FF2B5EF4-FFF2-40B4-BE49-F238E27FC236}">
                      <a16:creationId xmlns:a16="http://schemas.microsoft.com/office/drawing/2014/main" id="{12EC49CD-7677-5DC7-70BE-16064B8C0C24}"/>
                    </a:ext>
                  </a:extLst>
                </p:cNvPr>
                <p:cNvCxnSpPr>
                  <a:cxnSpLocks/>
                  <a:stCxn id="10" idx="3"/>
                </p:cNvCxnSpPr>
                <p:nvPr/>
              </p:nvCxnSpPr>
              <p:spPr>
                <a:xfrm>
                  <a:off x="4416227" y="1080654"/>
                  <a:ext cx="1307681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53FCC7AC-CD9D-93D9-7796-6E7A456965D2}"/>
                    </a:ext>
                  </a:extLst>
                </p:cNvPr>
                <p:cNvSpPr txBox="1"/>
                <p:nvPr/>
              </p:nvSpPr>
              <p:spPr>
                <a:xfrm>
                  <a:off x="3635244" y="895988"/>
                  <a:ext cx="7809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dirty="0"/>
                    <a:t>32bits</a:t>
                  </a:r>
                  <a:endParaRPr kumimoji="1" lang="zh-CN" altLang="en-US" dirty="0"/>
                </a:p>
              </p:txBody>
            </p:sp>
            <p:cxnSp>
              <p:nvCxnSpPr>
                <p:cNvPr id="11" name="直线箭头连接符 10">
                  <a:extLst>
                    <a:ext uri="{FF2B5EF4-FFF2-40B4-BE49-F238E27FC236}">
                      <a16:creationId xmlns:a16="http://schemas.microsoft.com/office/drawing/2014/main" id="{1AC54FD9-5B6E-B623-EE7A-B71ED779F07E}"/>
                    </a:ext>
                  </a:extLst>
                </p:cNvPr>
                <p:cNvCxnSpPr>
                  <a:cxnSpLocks/>
                  <a:stCxn id="10" idx="1"/>
                </p:cNvCxnSpPr>
                <p:nvPr/>
              </p:nvCxnSpPr>
              <p:spPr>
                <a:xfrm flipH="1">
                  <a:off x="2297876" y="1080654"/>
                  <a:ext cx="1337368" cy="9896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9D1E4CAE-4020-858A-8F09-799735EFBDBD}"/>
                    </a:ext>
                  </a:extLst>
                </p:cNvPr>
                <p:cNvSpPr/>
                <p:nvPr/>
              </p:nvSpPr>
              <p:spPr>
                <a:xfrm>
                  <a:off x="2327564" y="2671948"/>
                  <a:ext cx="3396344" cy="2066307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b="1" dirty="0"/>
                    <a:t>数据（</a:t>
                  </a:r>
                  <a:r>
                    <a:rPr kumimoji="1" lang="en-US" altLang="zh-CN" b="1" dirty="0"/>
                    <a:t>message</a:t>
                  </a:r>
                  <a:r>
                    <a:rPr kumimoji="1" lang="zh-CN" altLang="en-US" b="1" dirty="0"/>
                    <a:t>）</a:t>
                  </a:r>
                </a:p>
              </p:txBody>
            </p:sp>
          </p:grp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800039D-CCE3-91C0-6FC4-A29C2F11510D}"/>
                  </a:ext>
                </a:extLst>
              </p:cNvPr>
              <p:cNvSpPr/>
              <p:nvPr/>
            </p:nvSpPr>
            <p:spPr>
              <a:xfrm>
                <a:off x="7218218" y="2054431"/>
                <a:ext cx="1698172" cy="617517"/>
              </a:xfrm>
              <a:prstGeom prst="rect">
                <a:avLst/>
              </a:prstGeom>
              <a:ln w="1905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b="1" dirty="0">
                    <a:solidFill>
                      <a:srgbClr val="FF0000"/>
                    </a:solidFill>
                  </a:rPr>
                  <a:t>length</a:t>
                </a: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821D15A-51C7-5824-7B4A-2972DED69208}"/>
                  </a:ext>
                </a:extLst>
              </p:cNvPr>
              <p:cNvSpPr/>
              <p:nvPr/>
            </p:nvSpPr>
            <p:spPr>
              <a:xfrm>
                <a:off x="8916390" y="2054431"/>
                <a:ext cx="1698172" cy="617517"/>
              </a:xfrm>
              <a:prstGeom prst="rect">
                <a:avLst/>
              </a:prstGeom>
              <a:ln w="1905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b="1" dirty="0">
                    <a:solidFill>
                      <a:srgbClr val="FF0000"/>
                    </a:solidFill>
                  </a:rPr>
                  <a:t>checksum</a:t>
                </a:r>
                <a:endParaRPr kumimoji="1" lang="zh-CN" altLang="en-US" sz="12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线形标注 1 13">
              <a:extLst>
                <a:ext uri="{FF2B5EF4-FFF2-40B4-BE49-F238E27FC236}">
                  <a16:creationId xmlns:a16="http://schemas.microsoft.com/office/drawing/2014/main" id="{18C566BF-3E96-7B6F-9C69-BF02400E3F49}"/>
                </a:ext>
              </a:extLst>
            </p:cNvPr>
            <p:cNvSpPr/>
            <p:nvPr/>
          </p:nvSpPr>
          <p:spPr>
            <a:xfrm>
              <a:off x="1714500" y="1773953"/>
              <a:ext cx="1461133" cy="617517"/>
            </a:xfrm>
            <a:prstGeom prst="borderCallout1">
              <a:avLst>
                <a:gd name="adj1" fmla="val 38750"/>
                <a:gd name="adj2" fmla="val 99301"/>
                <a:gd name="adj3" fmla="val 96714"/>
                <a:gd name="adj4" fmla="val 168640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b="1" dirty="0">
                  <a:solidFill>
                    <a:schemeClr val="tx1"/>
                  </a:solidFill>
                </a:rPr>
                <a:t>整个</a:t>
              </a:r>
              <a:r>
                <a:rPr kumimoji="1" lang="en-US" altLang="zh-CN" sz="1600" b="1" dirty="0">
                  <a:solidFill>
                    <a:schemeClr val="tx1"/>
                  </a:solidFill>
                </a:rPr>
                <a:t>segment</a:t>
              </a:r>
            </a:p>
            <a:p>
              <a:pPr algn="ctr"/>
              <a:r>
                <a:rPr kumimoji="1" lang="zh-CN" altLang="en-US" sz="1600" b="1" dirty="0">
                  <a:solidFill>
                    <a:schemeClr val="tx1"/>
                  </a:solidFill>
                </a:rPr>
                <a:t>的长度</a:t>
              </a:r>
            </a:p>
          </p:txBody>
        </p:sp>
        <p:sp>
          <p:nvSpPr>
            <p:cNvPr id="15" name="线形标注 1 14">
              <a:extLst>
                <a:ext uri="{FF2B5EF4-FFF2-40B4-BE49-F238E27FC236}">
                  <a16:creationId xmlns:a16="http://schemas.microsoft.com/office/drawing/2014/main" id="{A477B311-28CF-0140-D005-574F2F603F33}"/>
                </a:ext>
              </a:extLst>
            </p:cNvPr>
            <p:cNvSpPr/>
            <p:nvPr/>
          </p:nvSpPr>
          <p:spPr>
            <a:xfrm>
              <a:off x="7621000" y="1591693"/>
              <a:ext cx="1840500" cy="948307"/>
            </a:xfrm>
            <a:prstGeom prst="borderCallout1">
              <a:avLst>
                <a:gd name="adj1" fmla="val 46295"/>
                <a:gd name="adj2" fmla="val 719"/>
                <a:gd name="adj3" fmla="val 72843"/>
                <a:gd name="adj4" fmla="val -35741"/>
              </a:avLst>
            </a:prstGeom>
            <a:solidFill>
              <a:srgbClr val="CEFDFF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b="1" dirty="0">
                  <a:solidFill>
                    <a:schemeClr val="tx1"/>
                  </a:solidFill>
                </a:rPr>
                <a:t>先置</a:t>
              </a:r>
              <a:r>
                <a:rPr kumimoji="1" lang="en-US" altLang="zh-CN" sz="1600" b="1" dirty="0">
                  <a:solidFill>
                    <a:schemeClr val="tx1"/>
                  </a:solidFill>
                </a:rPr>
                <a:t>0</a:t>
              </a:r>
            </a:p>
            <a:p>
              <a:pPr algn="ctr"/>
              <a:r>
                <a:rPr kumimoji="1" lang="zh-CN" altLang="en-US" sz="1600" b="1" dirty="0">
                  <a:solidFill>
                    <a:schemeClr val="tx1"/>
                  </a:solidFill>
                </a:rPr>
                <a:t>计算整个</a:t>
              </a:r>
              <a:r>
                <a:rPr kumimoji="1" lang="en-US" altLang="zh-CN" sz="1600" b="1" dirty="0">
                  <a:solidFill>
                    <a:schemeClr val="tx1"/>
                  </a:solidFill>
                </a:rPr>
                <a:t>segment</a:t>
              </a:r>
            </a:p>
            <a:p>
              <a:pPr algn="ctr"/>
              <a:r>
                <a:rPr kumimoji="1" lang="zh-CN" altLang="en-US" sz="1600" b="1" dirty="0">
                  <a:solidFill>
                    <a:schemeClr val="tx1"/>
                  </a:solidFill>
                </a:rPr>
                <a:t>然后填入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3917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8A2888D-66A6-6BFD-683A-BF9CAB0C508B}"/>
              </a:ext>
            </a:extLst>
          </p:cNvPr>
          <p:cNvSpPr/>
          <p:nvPr/>
        </p:nvSpPr>
        <p:spPr>
          <a:xfrm>
            <a:off x="3717518" y="6178850"/>
            <a:ext cx="3973550" cy="442331"/>
          </a:xfrm>
          <a:prstGeom prst="rect">
            <a:avLst/>
          </a:prstGeom>
          <a:solidFill>
            <a:srgbClr val="E6F7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 err="1">
                <a:solidFill>
                  <a:schemeClr val="tx1"/>
                </a:solidFill>
              </a:rPr>
              <a:t>Rdt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 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基本形态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DA9D5C9-F8B9-BFE2-64ED-23DF1FE27D25}"/>
              </a:ext>
            </a:extLst>
          </p:cNvPr>
          <p:cNvGrpSpPr/>
          <p:nvPr/>
        </p:nvGrpSpPr>
        <p:grpSpPr>
          <a:xfrm>
            <a:off x="755784" y="1392587"/>
            <a:ext cx="10487589" cy="4030481"/>
            <a:chOff x="755784" y="1392587"/>
            <a:chExt cx="10487589" cy="4030481"/>
          </a:xfrm>
        </p:grpSpPr>
        <p:cxnSp>
          <p:nvCxnSpPr>
            <p:cNvPr id="4" name="直线连接符 3">
              <a:extLst>
                <a:ext uri="{FF2B5EF4-FFF2-40B4-BE49-F238E27FC236}">
                  <a16:creationId xmlns:a16="http://schemas.microsoft.com/office/drawing/2014/main" id="{63EDC746-4D12-72AA-A766-5D8D6D8858A9}"/>
                </a:ext>
              </a:extLst>
            </p:cNvPr>
            <p:cNvCxnSpPr>
              <a:cxnSpLocks/>
            </p:cNvCxnSpPr>
            <p:nvPr/>
          </p:nvCxnSpPr>
          <p:spPr>
            <a:xfrm>
              <a:off x="2575249" y="4702629"/>
              <a:ext cx="252859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23003D4A-EBBA-20FC-A75A-9D8B68BB3B80}"/>
                </a:ext>
              </a:extLst>
            </p:cNvPr>
            <p:cNvCxnSpPr>
              <a:cxnSpLocks/>
            </p:cNvCxnSpPr>
            <p:nvPr/>
          </p:nvCxnSpPr>
          <p:spPr>
            <a:xfrm>
              <a:off x="6487886" y="4702629"/>
              <a:ext cx="252859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圆柱体 13">
              <a:extLst>
                <a:ext uri="{FF2B5EF4-FFF2-40B4-BE49-F238E27FC236}">
                  <a16:creationId xmlns:a16="http://schemas.microsoft.com/office/drawing/2014/main" id="{01486D60-A7F8-A66D-B83B-0FAFD75F3C8A}"/>
                </a:ext>
              </a:extLst>
            </p:cNvPr>
            <p:cNvSpPr/>
            <p:nvPr/>
          </p:nvSpPr>
          <p:spPr>
            <a:xfrm rot="16200000">
              <a:off x="5406324" y="3367010"/>
              <a:ext cx="580476" cy="3531639"/>
            </a:xfrm>
            <a:prstGeom prst="ca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eaVert" rtlCol="0" anchor="ctr"/>
            <a:lstStyle/>
            <a:p>
              <a:pPr algn="ctr"/>
              <a:r>
                <a:rPr kumimoji="1" lang="en-US" altLang="zh-CN" b="1" dirty="0"/>
                <a:t>unreliable</a:t>
              </a:r>
              <a:r>
                <a:rPr kumimoji="1" lang="zh-CN" altLang="en-US" b="1" dirty="0"/>
                <a:t> </a:t>
              </a:r>
              <a:r>
                <a:rPr kumimoji="1" lang="en-US" altLang="zh-CN" b="1" dirty="0"/>
                <a:t>channel</a:t>
              </a:r>
              <a:endParaRPr kumimoji="1" lang="zh-CN" altLang="en-US" b="1" dirty="0"/>
            </a:p>
          </p:txBody>
        </p: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D78FFD90-BF7F-FDAD-A92D-F7862233645A}"/>
                </a:ext>
              </a:extLst>
            </p:cNvPr>
            <p:cNvCxnSpPr>
              <a:cxnSpLocks/>
            </p:cNvCxnSpPr>
            <p:nvPr/>
          </p:nvCxnSpPr>
          <p:spPr>
            <a:xfrm>
              <a:off x="2575249" y="2167812"/>
              <a:ext cx="252859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CC9EEAD1-9E97-6936-7847-E8BFC320BFF9}"/>
                </a:ext>
              </a:extLst>
            </p:cNvPr>
            <p:cNvCxnSpPr>
              <a:cxnSpLocks/>
            </p:cNvCxnSpPr>
            <p:nvPr/>
          </p:nvCxnSpPr>
          <p:spPr>
            <a:xfrm>
              <a:off x="6487886" y="2167812"/>
              <a:ext cx="252859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01E0D25-9F19-0433-C9AD-518DFC7DFEBB}"/>
                </a:ext>
              </a:extLst>
            </p:cNvPr>
            <p:cNvSpPr/>
            <p:nvPr/>
          </p:nvSpPr>
          <p:spPr>
            <a:xfrm>
              <a:off x="2626566" y="2853185"/>
              <a:ext cx="2425959" cy="9890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Rdt</a:t>
              </a:r>
              <a:endParaRPr kumimoji="1"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7FD2309-5FC2-482B-5DA5-5174B50DB3DC}"/>
                </a:ext>
              </a:extLst>
            </p:cNvPr>
            <p:cNvSpPr/>
            <p:nvPr/>
          </p:nvSpPr>
          <p:spPr>
            <a:xfrm>
              <a:off x="6470357" y="2855246"/>
              <a:ext cx="2425959" cy="9890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Rdt</a:t>
              </a:r>
              <a:endParaRPr kumimoji="1" lang="zh-CN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D1F2E3D-2606-1D0B-D9DA-BFAB9BCA0B84}"/>
                </a:ext>
              </a:extLst>
            </p:cNvPr>
            <p:cNvSpPr/>
            <p:nvPr/>
          </p:nvSpPr>
          <p:spPr>
            <a:xfrm>
              <a:off x="2575249" y="1801234"/>
              <a:ext cx="2425960" cy="29659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应用层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FA8817A-617F-F8B7-BA63-8AC6039F3968}"/>
                </a:ext>
              </a:extLst>
            </p:cNvPr>
            <p:cNvSpPr/>
            <p:nvPr/>
          </p:nvSpPr>
          <p:spPr>
            <a:xfrm>
              <a:off x="6487886" y="1780670"/>
              <a:ext cx="2425960" cy="29659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应用层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D27A56F-C9BA-301E-D339-0889F383699D}"/>
                </a:ext>
              </a:extLst>
            </p:cNvPr>
            <p:cNvSpPr txBox="1"/>
            <p:nvPr/>
          </p:nvSpPr>
          <p:spPr>
            <a:xfrm>
              <a:off x="3400965" y="139436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发送方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006F88C-4D2A-6A34-B08C-3A46CFAFEA71}"/>
                </a:ext>
              </a:extLst>
            </p:cNvPr>
            <p:cNvSpPr txBox="1"/>
            <p:nvPr/>
          </p:nvSpPr>
          <p:spPr>
            <a:xfrm>
              <a:off x="7266736" y="139258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接收方</a:t>
              </a:r>
            </a:p>
          </p:txBody>
        </p:sp>
        <p:cxnSp>
          <p:nvCxnSpPr>
            <p:cNvPr id="26" name="直线箭头连接符 25">
              <a:extLst>
                <a:ext uri="{FF2B5EF4-FFF2-40B4-BE49-F238E27FC236}">
                  <a16:creationId xmlns:a16="http://schemas.microsoft.com/office/drawing/2014/main" id="{D1058399-21B6-727A-E8B9-4C7992DB9447}"/>
                </a:ext>
              </a:extLst>
            </p:cNvPr>
            <p:cNvCxnSpPr>
              <a:cxnSpLocks/>
            </p:cNvCxnSpPr>
            <p:nvPr/>
          </p:nvCxnSpPr>
          <p:spPr>
            <a:xfrm>
              <a:off x="4422711" y="2249805"/>
              <a:ext cx="0" cy="53071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F8D9DA3-EF36-97F4-9574-1C80778ACE98}"/>
                </a:ext>
              </a:extLst>
            </p:cNvPr>
            <p:cNvSpPr/>
            <p:nvPr/>
          </p:nvSpPr>
          <p:spPr>
            <a:xfrm>
              <a:off x="4557145" y="2352444"/>
              <a:ext cx="578491" cy="32457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data</a:t>
              </a:r>
              <a:endParaRPr kumimoji="1" lang="zh-CN" altLang="en-US" sz="16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1A118A4-D9BD-78ED-6E08-6541CC9BBCA7}"/>
                </a:ext>
              </a:extLst>
            </p:cNvPr>
            <p:cNvSpPr txBox="1"/>
            <p:nvPr/>
          </p:nvSpPr>
          <p:spPr>
            <a:xfrm>
              <a:off x="2562808" y="2280560"/>
              <a:ext cx="16341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 err="1">
                  <a:solidFill>
                    <a:srgbClr val="FF0000"/>
                  </a:solidFill>
                </a:rPr>
                <a:t>rdt_send</a:t>
              </a:r>
              <a:r>
                <a:rPr kumimoji="1" lang="en-US" altLang="zh-CN" sz="2400" dirty="0">
                  <a:solidFill>
                    <a:srgbClr val="FF0000"/>
                  </a:solidFill>
                </a:rPr>
                <a:t>()</a:t>
              </a:r>
              <a:endParaRPr kumimoji="1" lang="zh-CN" altLang="en-US" sz="2400" dirty="0">
                <a:solidFill>
                  <a:srgbClr val="FF0000"/>
                </a:solidFill>
              </a:endParaRPr>
            </a:p>
          </p:txBody>
        </p:sp>
        <p:cxnSp>
          <p:nvCxnSpPr>
            <p:cNvPr id="31" name="直线箭头连接符 30">
              <a:extLst>
                <a:ext uri="{FF2B5EF4-FFF2-40B4-BE49-F238E27FC236}">
                  <a16:creationId xmlns:a16="http://schemas.microsoft.com/office/drawing/2014/main" id="{F7B4DF1E-5A63-BC2A-A5C3-DEF9A7E71732}"/>
                </a:ext>
              </a:extLst>
            </p:cNvPr>
            <p:cNvCxnSpPr>
              <a:cxnSpLocks/>
            </p:cNvCxnSpPr>
            <p:nvPr/>
          </p:nvCxnSpPr>
          <p:spPr>
            <a:xfrm>
              <a:off x="4422711" y="3973216"/>
              <a:ext cx="0" cy="5307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E1FCC4A-FE7D-8857-BBF8-DD447957457F}"/>
                </a:ext>
              </a:extLst>
            </p:cNvPr>
            <p:cNvSpPr/>
            <p:nvPr/>
          </p:nvSpPr>
          <p:spPr>
            <a:xfrm>
              <a:off x="4557145" y="4075855"/>
              <a:ext cx="779960" cy="32457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packet</a:t>
              </a:r>
              <a:endParaRPr kumimoji="1" lang="zh-CN" altLang="en-US" sz="1600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50E9960-ECFE-FE25-58F3-D7042F8392BA}"/>
                </a:ext>
              </a:extLst>
            </p:cNvPr>
            <p:cNvSpPr txBox="1"/>
            <p:nvPr/>
          </p:nvSpPr>
          <p:spPr>
            <a:xfrm>
              <a:off x="2465011" y="4003971"/>
              <a:ext cx="18131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 err="1">
                  <a:solidFill>
                    <a:srgbClr val="FF0000"/>
                  </a:solidFill>
                </a:rPr>
                <a:t>udt_send</a:t>
              </a:r>
              <a:r>
                <a:rPr kumimoji="1" lang="en-US" altLang="zh-CN" sz="2400" dirty="0">
                  <a:solidFill>
                    <a:srgbClr val="FF0000"/>
                  </a:solidFill>
                </a:rPr>
                <a:t>()</a:t>
              </a:r>
              <a:endParaRPr kumimoji="1" lang="zh-CN" altLang="en-US" sz="2400" dirty="0">
                <a:solidFill>
                  <a:srgbClr val="FF0000"/>
                </a:solidFill>
              </a:endParaRPr>
            </a:p>
          </p:txBody>
        </p:sp>
        <p:cxnSp>
          <p:nvCxnSpPr>
            <p:cNvPr id="34" name="直线箭头连接符 33">
              <a:extLst>
                <a:ext uri="{FF2B5EF4-FFF2-40B4-BE49-F238E27FC236}">
                  <a16:creationId xmlns:a16="http://schemas.microsoft.com/office/drawing/2014/main" id="{1C458895-BFB6-BD2C-5A74-6389EA43EE96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7" y="2249805"/>
              <a:ext cx="0" cy="5307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D029B73-3487-C6D9-865D-A7642AE9DA2F}"/>
                </a:ext>
              </a:extLst>
            </p:cNvPr>
            <p:cNvSpPr/>
            <p:nvPr/>
          </p:nvSpPr>
          <p:spPr>
            <a:xfrm>
              <a:off x="6426244" y="2376111"/>
              <a:ext cx="578491" cy="32457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data</a:t>
              </a:r>
              <a:endParaRPr kumimoji="1" lang="zh-CN" altLang="en-US" sz="16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088A87B0-5F82-C62F-B1CE-2327B832E692}"/>
                </a:ext>
              </a:extLst>
            </p:cNvPr>
            <p:cNvSpPr txBox="1"/>
            <p:nvPr/>
          </p:nvSpPr>
          <p:spPr>
            <a:xfrm>
              <a:off x="7337717" y="2275604"/>
              <a:ext cx="19877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 err="1">
                  <a:solidFill>
                    <a:srgbClr val="FF0000"/>
                  </a:solidFill>
                </a:rPr>
                <a:t>deliver_data</a:t>
              </a:r>
              <a:r>
                <a:rPr kumimoji="1" lang="en-US" altLang="zh-CN" sz="2400" dirty="0">
                  <a:solidFill>
                    <a:srgbClr val="FF0000"/>
                  </a:solidFill>
                </a:rPr>
                <a:t>()</a:t>
              </a:r>
              <a:endParaRPr kumimoji="1" lang="zh-CN" altLang="en-US" sz="2400" dirty="0"/>
            </a:p>
          </p:txBody>
        </p:sp>
        <p:cxnSp>
          <p:nvCxnSpPr>
            <p:cNvPr id="37" name="直线箭头连接符 36">
              <a:extLst>
                <a:ext uri="{FF2B5EF4-FFF2-40B4-BE49-F238E27FC236}">
                  <a16:creationId xmlns:a16="http://schemas.microsoft.com/office/drawing/2014/main" id="{F9627BF0-199A-AC4A-4C5D-2F60053166C8}"/>
                </a:ext>
              </a:extLst>
            </p:cNvPr>
            <p:cNvCxnSpPr>
              <a:cxnSpLocks/>
            </p:cNvCxnSpPr>
            <p:nvPr/>
          </p:nvCxnSpPr>
          <p:spPr>
            <a:xfrm>
              <a:off x="7258960" y="4045586"/>
              <a:ext cx="0" cy="5307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D1A6B1C-D442-FAF1-5D69-8FA5E9E7672E}"/>
                </a:ext>
              </a:extLst>
            </p:cNvPr>
            <p:cNvSpPr/>
            <p:nvPr/>
          </p:nvSpPr>
          <p:spPr>
            <a:xfrm>
              <a:off x="6276129" y="4111177"/>
              <a:ext cx="779960" cy="32457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packet</a:t>
              </a:r>
              <a:endParaRPr kumimoji="1" lang="zh-CN" altLang="en-US" sz="1600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F0A662C-627B-E40F-76B2-3796AA006AC2}"/>
                </a:ext>
              </a:extLst>
            </p:cNvPr>
            <p:cNvSpPr txBox="1"/>
            <p:nvPr/>
          </p:nvSpPr>
          <p:spPr>
            <a:xfrm>
              <a:off x="7439974" y="4066878"/>
              <a:ext cx="12374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 err="1">
                  <a:solidFill>
                    <a:srgbClr val="FF0000"/>
                  </a:solidFill>
                </a:rPr>
                <a:t>rdt_rcv</a:t>
              </a:r>
              <a:r>
                <a:rPr kumimoji="1" lang="en-US" altLang="zh-CN" sz="2400" dirty="0">
                  <a:solidFill>
                    <a:srgbClr val="FF0000"/>
                  </a:solidFill>
                </a:rPr>
                <a:t>()</a:t>
              </a:r>
              <a:r>
                <a:rPr kumimoji="1" lang="zh-CN" altLang="en-US" sz="2400" dirty="0">
                  <a:solidFill>
                    <a:srgbClr val="FF0000"/>
                  </a:solidFill>
                </a:rPr>
                <a:t> </a:t>
              </a:r>
            </a:p>
          </p:txBody>
        </p:sp>
        <p:cxnSp>
          <p:nvCxnSpPr>
            <p:cNvPr id="44" name="肘形连接符 43">
              <a:extLst>
                <a:ext uri="{FF2B5EF4-FFF2-40B4-BE49-F238E27FC236}">
                  <a16:creationId xmlns:a16="http://schemas.microsoft.com/office/drawing/2014/main" id="{F1BEDEF4-2C16-92CE-54F4-29AB4C6EC130}"/>
                </a:ext>
              </a:extLst>
            </p:cNvPr>
            <p:cNvCxnSpPr>
              <a:endCxn id="14" idx="1"/>
            </p:cNvCxnSpPr>
            <p:nvPr/>
          </p:nvCxnSpPr>
          <p:spPr>
            <a:xfrm>
              <a:off x="3269446" y="4702629"/>
              <a:ext cx="661297" cy="430201"/>
            </a:xfrm>
            <a:prstGeom prst="bentConnector3">
              <a:avLst>
                <a:gd name="adj1" fmla="val 616"/>
              </a:avLst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肘形连接符 46">
              <a:extLst>
                <a:ext uri="{FF2B5EF4-FFF2-40B4-BE49-F238E27FC236}">
                  <a16:creationId xmlns:a16="http://schemas.microsoft.com/office/drawing/2014/main" id="{208CB629-0C24-4536-9330-0ACABC39CB3E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7462382" y="4731960"/>
              <a:ext cx="798877" cy="400869"/>
            </a:xfrm>
            <a:prstGeom prst="bentConnector3">
              <a:avLst>
                <a:gd name="adj1" fmla="val 100223"/>
              </a:avLst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线形标注 1 55">
              <a:extLst>
                <a:ext uri="{FF2B5EF4-FFF2-40B4-BE49-F238E27FC236}">
                  <a16:creationId xmlns:a16="http://schemas.microsoft.com/office/drawing/2014/main" id="{8A118030-F085-A0FD-5D07-B1785361AB73}"/>
                </a:ext>
              </a:extLst>
            </p:cNvPr>
            <p:cNvSpPr/>
            <p:nvPr/>
          </p:nvSpPr>
          <p:spPr>
            <a:xfrm>
              <a:off x="755784" y="1950362"/>
              <a:ext cx="1257066" cy="425749"/>
            </a:xfrm>
            <a:prstGeom prst="borderCallout1">
              <a:avLst>
                <a:gd name="adj1" fmla="val 40666"/>
                <a:gd name="adj2" fmla="val 102161"/>
                <a:gd name="adj3" fmla="val 125650"/>
                <a:gd name="adj4" fmla="val 146022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600" dirty="0">
                  <a:solidFill>
                    <a:srgbClr val="0070C0"/>
                  </a:solidFill>
                </a:rPr>
                <a:t>应用层调用</a:t>
              </a:r>
            </a:p>
          </p:txBody>
        </p:sp>
        <p:sp>
          <p:nvSpPr>
            <p:cNvPr id="57" name="线形标注 1 56">
              <a:extLst>
                <a:ext uri="{FF2B5EF4-FFF2-40B4-BE49-F238E27FC236}">
                  <a16:creationId xmlns:a16="http://schemas.microsoft.com/office/drawing/2014/main" id="{400675F3-803E-4B0E-6C13-7BE32F55DB59}"/>
                </a:ext>
              </a:extLst>
            </p:cNvPr>
            <p:cNvSpPr/>
            <p:nvPr/>
          </p:nvSpPr>
          <p:spPr>
            <a:xfrm>
              <a:off x="755784" y="4001218"/>
              <a:ext cx="1257066" cy="425749"/>
            </a:xfrm>
            <a:prstGeom prst="borderCallout1">
              <a:avLst>
                <a:gd name="adj1" fmla="val 40666"/>
                <a:gd name="adj2" fmla="val 102161"/>
                <a:gd name="adj3" fmla="val 66477"/>
                <a:gd name="adj4" fmla="val 13785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 err="1">
                  <a:solidFill>
                    <a:srgbClr val="0070C0"/>
                  </a:solidFill>
                </a:rPr>
                <a:t>Rdt</a:t>
              </a:r>
              <a:r>
                <a:rPr kumimoji="1" lang="zh-CN" altLang="en-US" sz="1600" dirty="0">
                  <a:solidFill>
                    <a:srgbClr val="0070C0"/>
                  </a:solidFill>
                </a:rPr>
                <a:t>调用</a:t>
              </a:r>
            </a:p>
          </p:txBody>
        </p:sp>
        <p:sp>
          <p:nvSpPr>
            <p:cNvPr id="58" name="线形标注 1 57">
              <a:extLst>
                <a:ext uri="{FF2B5EF4-FFF2-40B4-BE49-F238E27FC236}">
                  <a16:creationId xmlns:a16="http://schemas.microsoft.com/office/drawing/2014/main" id="{3A849424-7D2C-20ED-3788-BE0CC2A37B5D}"/>
                </a:ext>
              </a:extLst>
            </p:cNvPr>
            <p:cNvSpPr/>
            <p:nvPr/>
          </p:nvSpPr>
          <p:spPr>
            <a:xfrm>
              <a:off x="9745892" y="2124357"/>
              <a:ext cx="1497481" cy="552662"/>
            </a:xfrm>
            <a:prstGeom prst="borderCallout1">
              <a:avLst>
                <a:gd name="adj1" fmla="val 38474"/>
                <a:gd name="adj2" fmla="val -1754"/>
                <a:gd name="adj3" fmla="val 80276"/>
                <a:gd name="adj4" fmla="val -33430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zh-CN" sz="1600" dirty="0" err="1">
                  <a:solidFill>
                    <a:srgbClr val="0070C0"/>
                  </a:solidFill>
                </a:rPr>
                <a:t>Rdt</a:t>
              </a:r>
              <a:r>
                <a:rPr kumimoji="1" lang="zh-CN" altLang="en-US" sz="1600" dirty="0">
                  <a:solidFill>
                    <a:srgbClr val="0070C0"/>
                  </a:solidFill>
                </a:rPr>
                <a:t>调用，向上层交付数据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9508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9FCE067D-263F-BD87-89E8-1FD677DE8CB7}"/>
              </a:ext>
            </a:extLst>
          </p:cNvPr>
          <p:cNvGrpSpPr/>
          <p:nvPr/>
        </p:nvGrpSpPr>
        <p:grpSpPr>
          <a:xfrm>
            <a:off x="183673" y="518414"/>
            <a:ext cx="2886282" cy="5821172"/>
            <a:chOff x="4627085" y="518413"/>
            <a:chExt cx="2886282" cy="582117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82354F6-C35E-8739-E6B7-D101E6F6866A}"/>
                </a:ext>
              </a:extLst>
            </p:cNvPr>
            <p:cNvGrpSpPr/>
            <p:nvPr/>
          </p:nvGrpSpPr>
          <p:grpSpPr>
            <a:xfrm>
              <a:off x="4627085" y="1021814"/>
              <a:ext cx="2721166" cy="4814371"/>
              <a:chOff x="4627085" y="1021814"/>
              <a:chExt cx="2721166" cy="4814371"/>
            </a:xfrm>
          </p:grpSpPr>
          <p:sp>
            <p:nvSpPr>
              <p:cNvPr id="4" name="下箭头 3">
                <a:extLst>
                  <a:ext uri="{FF2B5EF4-FFF2-40B4-BE49-F238E27FC236}">
                    <a16:creationId xmlns:a16="http://schemas.microsoft.com/office/drawing/2014/main" id="{6F6ABBEB-0C79-87B2-4213-0C7CBA18F15B}"/>
                  </a:ext>
                </a:extLst>
              </p:cNvPr>
              <p:cNvSpPr/>
              <p:nvPr/>
            </p:nvSpPr>
            <p:spPr>
              <a:xfrm>
                <a:off x="6096000" y="1021814"/>
                <a:ext cx="1252251" cy="4814371"/>
              </a:xfrm>
              <a:prstGeom prst="downArrow">
                <a:avLst/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ED1C86C-A37A-2059-D1B0-9CAFB1F1C97B}"/>
                  </a:ext>
                </a:extLst>
              </p:cNvPr>
              <p:cNvSpPr/>
              <p:nvPr/>
            </p:nvSpPr>
            <p:spPr>
              <a:xfrm>
                <a:off x="4627085" y="3021155"/>
                <a:ext cx="1634168" cy="815690"/>
              </a:xfrm>
              <a:prstGeom prst="rect">
                <a:avLst/>
              </a:prstGeom>
              <a:solidFill>
                <a:srgbClr val="E6F7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</a:rPr>
                  <a:t>渐进设计</a:t>
                </a: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4E1BBB5-2466-F680-AA50-61FF570C46BD}"/>
                </a:ext>
              </a:extLst>
            </p:cNvPr>
            <p:cNvSpPr txBox="1"/>
            <p:nvPr/>
          </p:nvSpPr>
          <p:spPr>
            <a:xfrm>
              <a:off x="5930883" y="518413"/>
              <a:ext cx="1582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不可靠的信道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279B442-BDB4-16F2-513E-F09B54E62EB0}"/>
                </a:ext>
              </a:extLst>
            </p:cNvPr>
            <p:cNvSpPr txBox="1"/>
            <p:nvPr/>
          </p:nvSpPr>
          <p:spPr>
            <a:xfrm>
              <a:off x="6052711" y="597025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可靠的传输</a:t>
              </a:r>
            </a:p>
          </p:txBody>
        </p:sp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EEA470FA-ACEB-D79F-0214-2E3C4716C2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4587165"/>
              </p:ext>
            </p:extLst>
          </p:nvPr>
        </p:nvGraphicFramePr>
        <p:xfrm>
          <a:off x="2684192" y="1021814"/>
          <a:ext cx="5316808" cy="4814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1879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085CDAB9-45EB-29B3-8946-BF674A9551D8}"/>
              </a:ext>
            </a:extLst>
          </p:cNvPr>
          <p:cNvGrpSpPr/>
          <p:nvPr/>
        </p:nvGrpSpPr>
        <p:grpSpPr>
          <a:xfrm>
            <a:off x="1240971" y="1754155"/>
            <a:ext cx="10152540" cy="3058685"/>
            <a:chOff x="1240971" y="1754155"/>
            <a:chExt cx="10152540" cy="305868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B36D4830-0588-7B93-75D5-EDAFB846DA2D}"/>
                </a:ext>
              </a:extLst>
            </p:cNvPr>
            <p:cNvSpPr/>
            <p:nvPr/>
          </p:nvSpPr>
          <p:spPr>
            <a:xfrm>
              <a:off x="1567543" y="2080727"/>
              <a:ext cx="1660849" cy="166084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rgbClr val="0070C0"/>
                  </a:solidFill>
                </a:rPr>
                <a:t>Wait</a:t>
              </a:r>
              <a:r>
                <a:rPr kumimoji="1" lang="zh-CN" altLang="en-US" dirty="0">
                  <a:solidFill>
                    <a:srgbClr val="0070C0"/>
                  </a:solidFill>
                </a:rPr>
                <a:t> 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for</a:t>
              </a:r>
              <a:r>
                <a:rPr kumimoji="1" lang="zh-CN" altLang="en-US" dirty="0">
                  <a:solidFill>
                    <a:srgbClr val="0070C0"/>
                  </a:solidFill>
                </a:rPr>
                <a:t> 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call</a:t>
              </a:r>
              <a:r>
                <a:rPr kumimoji="1" lang="zh-CN" altLang="en-US" dirty="0">
                  <a:solidFill>
                    <a:srgbClr val="0070C0"/>
                  </a:solidFill>
                </a:rPr>
                <a:t> 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from</a:t>
              </a:r>
              <a:r>
                <a:rPr kumimoji="1" lang="zh-CN" altLang="en-US" dirty="0">
                  <a:solidFill>
                    <a:srgbClr val="0070C0"/>
                  </a:solidFill>
                </a:rPr>
                <a:t> 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above</a:t>
              </a:r>
              <a:endParaRPr kumimoji="1" lang="zh-CN" altLang="en-US" dirty="0">
                <a:solidFill>
                  <a:srgbClr val="0070C0"/>
                </a:solidFill>
              </a:endParaRPr>
            </a:p>
          </p:txBody>
        </p:sp>
        <p:cxnSp>
          <p:nvCxnSpPr>
            <p:cNvPr id="4" name="曲线连接符 3">
              <a:extLst>
                <a:ext uri="{FF2B5EF4-FFF2-40B4-BE49-F238E27FC236}">
                  <a16:creationId xmlns:a16="http://schemas.microsoft.com/office/drawing/2014/main" id="{D88496DC-7414-3254-623B-C19E25F69A45}"/>
                </a:ext>
              </a:extLst>
            </p:cNvPr>
            <p:cNvCxnSpPr>
              <a:cxnSpLocks/>
              <a:stCxn id="2" idx="7"/>
              <a:endCxn id="2" idx="5"/>
            </p:cNvCxnSpPr>
            <p:nvPr/>
          </p:nvCxnSpPr>
          <p:spPr>
            <a:xfrm rot="16200000" flipH="1">
              <a:off x="2397967" y="2911151"/>
              <a:ext cx="1174397" cy="12700"/>
            </a:xfrm>
            <a:prstGeom prst="curvedConnector5">
              <a:avLst>
                <a:gd name="adj1" fmla="val -19465"/>
                <a:gd name="adj2" fmla="val 7892984"/>
                <a:gd name="adj3" fmla="val 119465"/>
              </a:avLst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D166B5AA-E00F-4573-C009-172226D40D43}"/>
                </a:ext>
              </a:extLst>
            </p:cNvPr>
            <p:cNvCxnSpPr>
              <a:endCxn id="2" idx="1"/>
            </p:cNvCxnSpPr>
            <p:nvPr/>
          </p:nvCxnSpPr>
          <p:spPr>
            <a:xfrm>
              <a:off x="1240971" y="1754155"/>
              <a:ext cx="569798" cy="569798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BC2CC2DB-DE5B-CFAB-6C57-5A68E1234866}"/>
                </a:ext>
              </a:extLst>
            </p:cNvPr>
            <p:cNvCxnSpPr>
              <a:cxnSpLocks/>
            </p:cNvCxnSpPr>
            <p:nvPr/>
          </p:nvCxnSpPr>
          <p:spPr>
            <a:xfrm>
              <a:off x="4012164" y="2575248"/>
              <a:ext cx="167951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592CF47-FE24-522D-8D3B-893BCC92956F}"/>
                </a:ext>
              </a:extLst>
            </p:cNvPr>
            <p:cNvSpPr txBox="1"/>
            <p:nvPr/>
          </p:nvSpPr>
          <p:spPr>
            <a:xfrm>
              <a:off x="4006649" y="2102206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>
                  <a:solidFill>
                    <a:srgbClr val="0070C0"/>
                  </a:solidFill>
                </a:rPr>
                <a:t>rdt_send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(data)</a:t>
              </a:r>
              <a:endParaRPr kumimoji="1" lang="zh-CN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2205AEC-E47C-1C8D-5ACC-0AF188D3B781}"/>
                </a:ext>
              </a:extLst>
            </p:cNvPr>
            <p:cNvSpPr txBox="1"/>
            <p:nvPr/>
          </p:nvSpPr>
          <p:spPr>
            <a:xfrm>
              <a:off x="4006649" y="2782669"/>
              <a:ext cx="26388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0070C0"/>
                  </a:solidFill>
                </a:rPr>
                <a:t>packet = </a:t>
              </a:r>
              <a:r>
                <a:rPr kumimoji="1" lang="en-US" altLang="zh-CN" dirty="0" err="1">
                  <a:solidFill>
                    <a:srgbClr val="0070C0"/>
                  </a:solidFill>
                </a:rPr>
                <a:t>make_pkt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(data)</a:t>
              </a:r>
            </a:p>
            <a:p>
              <a:r>
                <a:rPr kumimoji="1" lang="en-US" altLang="zh-CN" dirty="0" err="1">
                  <a:solidFill>
                    <a:srgbClr val="0070C0"/>
                  </a:solidFill>
                </a:rPr>
                <a:t>udt_send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(packet)</a:t>
              </a:r>
              <a:endParaRPr kumimoji="1" lang="zh-CN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4FBBFA9-A6AA-6B78-1352-755137695C7D}"/>
                </a:ext>
              </a:extLst>
            </p:cNvPr>
            <p:cNvSpPr txBox="1"/>
            <p:nvPr/>
          </p:nvSpPr>
          <p:spPr>
            <a:xfrm>
              <a:off x="2388749" y="4208106"/>
              <a:ext cx="11801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sender</a:t>
              </a:r>
              <a:endParaRPr kumimoji="1" lang="zh-CN" altLang="en-US" sz="2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95464854-9F60-BF3C-F037-4C7C83E0AE25}"/>
                </a:ext>
              </a:extLst>
            </p:cNvPr>
            <p:cNvSpPr/>
            <p:nvPr/>
          </p:nvSpPr>
          <p:spPr>
            <a:xfrm>
              <a:off x="6826900" y="2223796"/>
              <a:ext cx="1660849" cy="166084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rgbClr val="0070C0"/>
                  </a:solidFill>
                </a:rPr>
                <a:t>Wait</a:t>
              </a:r>
              <a:r>
                <a:rPr kumimoji="1" lang="zh-CN" altLang="en-US" dirty="0">
                  <a:solidFill>
                    <a:srgbClr val="0070C0"/>
                  </a:solidFill>
                </a:rPr>
                <a:t> 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for</a:t>
              </a:r>
              <a:r>
                <a:rPr kumimoji="1" lang="zh-CN" altLang="en-US" dirty="0">
                  <a:solidFill>
                    <a:srgbClr val="0070C0"/>
                  </a:solidFill>
                </a:rPr>
                <a:t> 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call</a:t>
              </a:r>
              <a:r>
                <a:rPr kumimoji="1" lang="zh-CN" altLang="en-US" dirty="0">
                  <a:solidFill>
                    <a:srgbClr val="0070C0"/>
                  </a:solidFill>
                </a:rPr>
                <a:t> 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from</a:t>
              </a:r>
              <a:r>
                <a:rPr kumimoji="1" lang="zh-CN" altLang="en-US" dirty="0">
                  <a:solidFill>
                    <a:srgbClr val="0070C0"/>
                  </a:solidFill>
                </a:rPr>
                <a:t> 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below</a:t>
              </a:r>
              <a:endParaRPr kumimoji="1" lang="zh-CN" altLang="en-US" dirty="0">
                <a:solidFill>
                  <a:srgbClr val="0070C0"/>
                </a:solidFill>
              </a:endParaRPr>
            </a:p>
          </p:txBody>
        </p:sp>
        <p:cxnSp>
          <p:nvCxnSpPr>
            <p:cNvPr id="20" name="曲线连接符 19">
              <a:extLst>
                <a:ext uri="{FF2B5EF4-FFF2-40B4-BE49-F238E27FC236}">
                  <a16:creationId xmlns:a16="http://schemas.microsoft.com/office/drawing/2014/main" id="{A885C965-9E5F-2130-2DAC-E360A5B4940B}"/>
                </a:ext>
              </a:extLst>
            </p:cNvPr>
            <p:cNvCxnSpPr>
              <a:cxnSpLocks/>
              <a:stCxn id="19" idx="7"/>
              <a:endCxn id="19" idx="5"/>
            </p:cNvCxnSpPr>
            <p:nvPr/>
          </p:nvCxnSpPr>
          <p:spPr>
            <a:xfrm rot="16200000" flipH="1">
              <a:off x="7657324" y="3054220"/>
              <a:ext cx="1174397" cy="12700"/>
            </a:xfrm>
            <a:prstGeom prst="curvedConnector5">
              <a:avLst>
                <a:gd name="adj1" fmla="val -19465"/>
                <a:gd name="adj2" fmla="val 7892984"/>
                <a:gd name="adj3" fmla="val 119465"/>
              </a:avLst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箭头连接符 20">
              <a:extLst>
                <a:ext uri="{FF2B5EF4-FFF2-40B4-BE49-F238E27FC236}">
                  <a16:creationId xmlns:a16="http://schemas.microsoft.com/office/drawing/2014/main" id="{4D4EA323-2CA0-5BA6-38B4-E67104B2CF21}"/>
                </a:ext>
              </a:extLst>
            </p:cNvPr>
            <p:cNvCxnSpPr>
              <a:endCxn id="19" idx="1"/>
            </p:cNvCxnSpPr>
            <p:nvPr/>
          </p:nvCxnSpPr>
          <p:spPr>
            <a:xfrm>
              <a:off x="6500328" y="1897224"/>
              <a:ext cx="569798" cy="569798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>
              <a:extLst>
                <a:ext uri="{FF2B5EF4-FFF2-40B4-BE49-F238E27FC236}">
                  <a16:creationId xmlns:a16="http://schemas.microsoft.com/office/drawing/2014/main" id="{7474F3D0-18BF-5DF5-317A-A02E8C12F5F1}"/>
                </a:ext>
              </a:extLst>
            </p:cNvPr>
            <p:cNvCxnSpPr>
              <a:cxnSpLocks/>
            </p:cNvCxnSpPr>
            <p:nvPr/>
          </p:nvCxnSpPr>
          <p:spPr>
            <a:xfrm>
              <a:off x="9271521" y="2718317"/>
              <a:ext cx="167951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6377536-73F6-FEEE-D6EA-AF156712631A}"/>
                </a:ext>
              </a:extLst>
            </p:cNvPr>
            <p:cNvSpPr txBox="1"/>
            <p:nvPr/>
          </p:nvSpPr>
          <p:spPr>
            <a:xfrm>
              <a:off x="9266006" y="2245275"/>
              <a:ext cx="1739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>
                  <a:solidFill>
                    <a:srgbClr val="0070C0"/>
                  </a:solidFill>
                </a:rPr>
                <a:t>rdt_srcv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(packet)</a:t>
              </a:r>
              <a:endParaRPr kumimoji="1" lang="zh-CN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C1249E5-2A3C-7017-FE2B-E5681010CDE7}"/>
                </a:ext>
              </a:extLst>
            </p:cNvPr>
            <p:cNvSpPr txBox="1"/>
            <p:nvPr/>
          </p:nvSpPr>
          <p:spPr>
            <a:xfrm>
              <a:off x="9266006" y="2925738"/>
              <a:ext cx="21275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0070C0"/>
                  </a:solidFill>
                </a:rPr>
                <a:t>extract(</a:t>
              </a:r>
              <a:r>
                <a:rPr kumimoji="1" lang="en-US" altLang="zh-CN" dirty="0" err="1">
                  <a:solidFill>
                    <a:srgbClr val="0070C0"/>
                  </a:solidFill>
                </a:rPr>
                <a:t>packet,data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)</a:t>
              </a:r>
            </a:p>
            <a:p>
              <a:r>
                <a:rPr kumimoji="1" lang="en-US" altLang="zh-CN" dirty="0" err="1">
                  <a:solidFill>
                    <a:srgbClr val="0070C0"/>
                  </a:solidFill>
                </a:rPr>
                <a:t>deliver_data</a:t>
              </a:r>
              <a:r>
                <a:rPr kumimoji="1" lang="en-US" altLang="zh-CN" dirty="0">
                  <a:solidFill>
                    <a:srgbClr val="0070C0"/>
                  </a:solidFill>
                </a:rPr>
                <a:t>(data)</a:t>
              </a:r>
              <a:endParaRPr kumimoji="1" lang="zh-CN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4BA371C-86DA-BCDA-ACF6-DECD30B4A5C2}"/>
                </a:ext>
              </a:extLst>
            </p:cNvPr>
            <p:cNvSpPr txBox="1"/>
            <p:nvPr/>
          </p:nvSpPr>
          <p:spPr>
            <a:xfrm>
              <a:off x="7648106" y="4351175"/>
              <a:ext cx="13341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receiver</a:t>
              </a:r>
              <a:endParaRPr kumimoji="1" lang="zh-CN" altLang="en-US" sz="2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8299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286B1897-9909-9AD6-F31E-AD2B1697B3C3}"/>
              </a:ext>
            </a:extLst>
          </p:cNvPr>
          <p:cNvGrpSpPr/>
          <p:nvPr/>
        </p:nvGrpSpPr>
        <p:grpSpPr>
          <a:xfrm>
            <a:off x="2104321" y="1712484"/>
            <a:ext cx="6338841" cy="3860761"/>
            <a:chOff x="2104321" y="1712484"/>
            <a:chExt cx="6338841" cy="3860761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4321" y="2345885"/>
              <a:ext cx="2592129" cy="1035094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2465928" y="2573449"/>
              <a:ext cx="633401" cy="597943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 indent="28791" algn="just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r>
                <a:rPr sz="1270" spc="-5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for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call</a:t>
              </a:r>
              <a:r>
                <a:rPr sz="1270" spc="-18" dirty="0">
                  <a:solidFill>
                    <a:srgbClr val="163794"/>
                  </a:solidFill>
                  <a:latin typeface="Arial"/>
                  <a:cs typeface="Arial"/>
                </a:rPr>
                <a:t> from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above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715149" y="1938896"/>
              <a:ext cx="787720" cy="23033"/>
            </a:xfrm>
            <a:custGeom>
              <a:avLst/>
              <a:gdLst/>
              <a:ahLst/>
              <a:cxnLst/>
              <a:rect l="l" t="t" r="r" b="b"/>
              <a:pathLst>
                <a:path w="868680" h="25400">
                  <a:moveTo>
                    <a:pt x="868680" y="25145"/>
                  </a:moveTo>
                  <a:lnTo>
                    <a:pt x="868680" y="0"/>
                  </a:lnTo>
                  <a:lnTo>
                    <a:pt x="0" y="0"/>
                  </a:lnTo>
                  <a:lnTo>
                    <a:pt x="0" y="25145"/>
                  </a:lnTo>
                  <a:lnTo>
                    <a:pt x="868680" y="25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6919311" y="4975302"/>
              <a:ext cx="1406149" cy="597943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extract(rcvpkt,data) deliver_data(data) udt_send(ACK)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901347" y="4551740"/>
              <a:ext cx="1425727" cy="402505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47409" marR="4607" indent="-136469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r>
                <a:rPr sz="1270" spc="-5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&amp;&amp;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notcorrupt(rcvpkt)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937743" y="4988893"/>
              <a:ext cx="1184459" cy="23033"/>
            </a:xfrm>
            <a:custGeom>
              <a:avLst/>
              <a:gdLst/>
              <a:ahLst/>
              <a:cxnLst/>
              <a:rect l="l" t="t" r="r" b="b"/>
              <a:pathLst>
                <a:path w="1306195" h="25400">
                  <a:moveTo>
                    <a:pt x="1306068" y="25146"/>
                  </a:moveTo>
                  <a:lnTo>
                    <a:pt x="1306068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1306068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" name="object 9"/>
            <p:cNvSpPr/>
            <p:nvPr/>
          </p:nvSpPr>
          <p:spPr>
            <a:xfrm>
              <a:off x="2765591" y="3752724"/>
              <a:ext cx="787720" cy="23033"/>
            </a:xfrm>
            <a:custGeom>
              <a:avLst/>
              <a:gdLst/>
              <a:ahLst/>
              <a:cxnLst/>
              <a:rect l="l" t="t" r="r" b="b"/>
              <a:pathLst>
                <a:path w="868680" h="25400">
                  <a:moveTo>
                    <a:pt x="868680" y="25146"/>
                  </a:moveTo>
                  <a:lnTo>
                    <a:pt x="868680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868680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4726134" y="2815984"/>
              <a:ext cx="1271983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udt_send(sndpkt)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2692569" y="1934289"/>
              <a:ext cx="3332837" cy="556393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719197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snkpkt = make_pkt(data,</a:t>
              </a:r>
              <a:r>
                <a:rPr sz="1270" spc="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checksum) udt_send(sndpkt)</a:t>
              </a:r>
              <a:endParaRPr sz="1270" dirty="0">
                <a:latin typeface="Arial"/>
                <a:cs typeface="Arial"/>
              </a:endParaRPr>
            </a:p>
            <a:p>
              <a:pPr marL="2024576">
                <a:lnSpc>
                  <a:spcPts val="1202"/>
                </a:lnSpc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r>
                <a:rPr sz="1270" spc="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4842227" y="2473945"/>
              <a:ext cx="1011713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isNAK(rcvpkt)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739728" y="2786040"/>
              <a:ext cx="787720" cy="23033"/>
            </a:xfrm>
            <a:custGeom>
              <a:avLst/>
              <a:gdLst/>
              <a:ahLst/>
              <a:cxnLst/>
              <a:rect l="l" t="t" r="r" b="b"/>
              <a:pathLst>
                <a:path w="868679" h="25400">
                  <a:moveTo>
                    <a:pt x="868679" y="25145"/>
                  </a:moveTo>
                  <a:lnTo>
                    <a:pt x="868679" y="0"/>
                  </a:lnTo>
                  <a:lnTo>
                    <a:pt x="0" y="0"/>
                  </a:lnTo>
                  <a:lnTo>
                    <a:pt x="0" y="25145"/>
                  </a:lnTo>
                  <a:lnTo>
                    <a:pt x="868679" y="25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7121078" y="3097904"/>
              <a:ext cx="1128029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udt_send(NAK)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7124537" y="2619738"/>
              <a:ext cx="1318625" cy="402505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02496" marR="4607" indent="-91555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r>
                <a:rPr sz="1270" spc="-5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&amp;&amp;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corrupt(rcvpkt)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139509" y="3068652"/>
              <a:ext cx="787720" cy="23033"/>
            </a:xfrm>
            <a:custGeom>
              <a:avLst/>
              <a:gdLst/>
              <a:ahLst/>
              <a:cxnLst/>
              <a:rect l="l" t="t" r="r" b="b"/>
              <a:pathLst>
                <a:path w="868679" h="25400">
                  <a:moveTo>
                    <a:pt x="868679" y="25146"/>
                  </a:moveTo>
                  <a:lnTo>
                    <a:pt x="868679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868679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3794689" y="2575521"/>
              <a:ext cx="574667" cy="597943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27063" marR="4607" indent="-16123" algn="just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r>
                <a:rPr sz="1270" spc="-5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for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ACK</a:t>
              </a:r>
              <a:r>
                <a:rPr sz="1270" spc="-5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or NAK</a:t>
              </a:r>
              <a:endParaRPr sz="1270" dirty="0">
                <a:latin typeface="Arial"/>
                <a:cs typeface="Arial"/>
              </a:endParaRPr>
            </a:p>
          </p:txBody>
        </p:sp>
        <p:grpSp>
          <p:nvGrpSpPr>
            <p:cNvPr id="18" name="object 18"/>
            <p:cNvGrpSpPr/>
            <p:nvPr/>
          </p:nvGrpSpPr>
          <p:grpSpPr>
            <a:xfrm>
              <a:off x="6863808" y="3326528"/>
              <a:ext cx="1139545" cy="1012865"/>
              <a:chOff x="6193421" y="3668421"/>
              <a:chExt cx="1256665" cy="1116965"/>
            </a:xfrm>
          </p:grpSpPr>
          <p:sp>
            <p:nvSpPr>
              <p:cNvPr id="19" name="object 19"/>
              <p:cNvSpPr/>
              <p:nvPr/>
            </p:nvSpPr>
            <p:spPr>
              <a:xfrm>
                <a:off x="6193421" y="3668432"/>
                <a:ext cx="1134110" cy="417830"/>
              </a:xfrm>
              <a:custGeom>
                <a:avLst/>
                <a:gdLst/>
                <a:ahLst/>
                <a:cxnLst/>
                <a:rect l="l" t="t" r="r" b="b"/>
                <a:pathLst>
                  <a:path w="1134109" h="417829">
                    <a:moveTo>
                      <a:pt x="99822" y="241401"/>
                    </a:moveTo>
                    <a:lnTo>
                      <a:pt x="12192" y="191871"/>
                    </a:lnTo>
                    <a:lnTo>
                      <a:pt x="0" y="213969"/>
                    </a:lnTo>
                    <a:lnTo>
                      <a:pt x="87630" y="262737"/>
                    </a:lnTo>
                    <a:lnTo>
                      <a:pt x="99822" y="241401"/>
                    </a:lnTo>
                    <a:close/>
                  </a:path>
                  <a:path w="1134109" h="417829">
                    <a:moveTo>
                      <a:pt x="252222" y="327507"/>
                    </a:moveTo>
                    <a:lnTo>
                      <a:pt x="165354" y="277977"/>
                    </a:lnTo>
                    <a:lnTo>
                      <a:pt x="153162" y="300075"/>
                    </a:lnTo>
                    <a:lnTo>
                      <a:pt x="240030" y="348843"/>
                    </a:lnTo>
                    <a:lnTo>
                      <a:pt x="252222" y="327507"/>
                    </a:lnTo>
                    <a:close/>
                  </a:path>
                  <a:path w="1134109" h="417829">
                    <a:moveTo>
                      <a:pt x="386334" y="417423"/>
                    </a:moveTo>
                    <a:lnTo>
                      <a:pt x="339090" y="347319"/>
                    </a:lnTo>
                    <a:lnTo>
                      <a:pt x="326809" y="369303"/>
                    </a:lnTo>
                    <a:lnTo>
                      <a:pt x="317754" y="364083"/>
                    </a:lnTo>
                    <a:lnTo>
                      <a:pt x="305562" y="386181"/>
                    </a:lnTo>
                    <a:lnTo>
                      <a:pt x="314515" y="391337"/>
                    </a:lnTo>
                    <a:lnTo>
                      <a:pt x="302514" y="412851"/>
                    </a:lnTo>
                    <a:lnTo>
                      <a:pt x="337566" y="414756"/>
                    </a:lnTo>
                    <a:lnTo>
                      <a:pt x="386334" y="417423"/>
                    </a:lnTo>
                    <a:close/>
                  </a:path>
                  <a:path w="1134109" h="417829">
                    <a:moveTo>
                      <a:pt x="1133805" y="181546"/>
                    </a:moveTo>
                    <a:lnTo>
                      <a:pt x="1126998" y="135115"/>
                    </a:lnTo>
                    <a:lnTo>
                      <a:pt x="1102677" y="95364"/>
                    </a:lnTo>
                    <a:lnTo>
                      <a:pt x="1063777" y="62382"/>
                    </a:lnTo>
                    <a:lnTo>
                      <a:pt x="1013231" y="36258"/>
                    </a:lnTo>
                    <a:lnTo>
                      <a:pt x="953985" y="17094"/>
                    </a:lnTo>
                    <a:lnTo>
                      <a:pt x="888974" y="4965"/>
                    </a:lnTo>
                    <a:lnTo>
                      <a:pt x="821156" y="0"/>
                    </a:lnTo>
                    <a:lnTo>
                      <a:pt x="788822" y="203"/>
                    </a:lnTo>
                    <a:lnTo>
                      <a:pt x="720559" y="6146"/>
                    </a:lnTo>
                    <a:lnTo>
                      <a:pt x="658545" y="19443"/>
                    </a:lnTo>
                    <a:lnTo>
                      <a:pt x="604012" y="40233"/>
                    </a:lnTo>
                    <a:lnTo>
                      <a:pt x="559892" y="68592"/>
                    </a:lnTo>
                    <a:lnTo>
                      <a:pt x="529120" y="104622"/>
                    </a:lnTo>
                    <a:lnTo>
                      <a:pt x="514642" y="148424"/>
                    </a:lnTo>
                    <a:lnTo>
                      <a:pt x="514438" y="173253"/>
                    </a:lnTo>
                    <a:lnTo>
                      <a:pt x="519404" y="200075"/>
                    </a:lnTo>
                    <a:lnTo>
                      <a:pt x="529920" y="228879"/>
                    </a:lnTo>
                    <a:lnTo>
                      <a:pt x="538861" y="245656"/>
                    </a:lnTo>
                    <a:lnTo>
                      <a:pt x="546354" y="259689"/>
                    </a:lnTo>
                    <a:lnTo>
                      <a:pt x="557784" y="277215"/>
                    </a:lnTo>
                    <a:lnTo>
                      <a:pt x="578358" y="263499"/>
                    </a:lnTo>
                    <a:lnTo>
                      <a:pt x="566928" y="245973"/>
                    </a:lnTo>
                    <a:lnTo>
                      <a:pt x="550862" y="215950"/>
                    </a:lnTo>
                    <a:lnTo>
                      <a:pt x="541667" y="188226"/>
                    </a:lnTo>
                    <a:lnTo>
                      <a:pt x="538861" y="162737"/>
                    </a:lnTo>
                    <a:lnTo>
                      <a:pt x="541959" y="139496"/>
                    </a:lnTo>
                    <a:lnTo>
                      <a:pt x="563841" y="99631"/>
                    </a:lnTo>
                    <a:lnTo>
                      <a:pt x="603415" y="68453"/>
                    </a:lnTo>
                    <a:lnTo>
                      <a:pt x="656717" y="45808"/>
                    </a:lnTo>
                    <a:lnTo>
                      <a:pt x="719836" y="31521"/>
                    </a:lnTo>
                    <a:lnTo>
                      <a:pt x="753440" y="27520"/>
                    </a:lnTo>
                    <a:lnTo>
                      <a:pt x="753833" y="27470"/>
                    </a:lnTo>
                    <a:lnTo>
                      <a:pt x="787095" y="25539"/>
                    </a:lnTo>
                    <a:lnTo>
                      <a:pt x="824280" y="25425"/>
                    </a:lnTo>
                    <a:lnTo>
                      <a:pt x="859751" y="27393"/>
                    </a:lnTo>
                    <a:lnTo>
                      <a:pt x="928687" y="37223"/>
                    </a:lnTo>
                    <a:lnTo>
                      <a:pt x="991704" y="54749"/>
                    </a:lnTo>
                    <a:lnTo>
                      <a:pt x="1044854" y="79832"/>
                    </a:lnTo>
                    <a:lnTo>
                      <a:pt x="1084224" y="112280"/>
                    </a:lnTo>
                    <a:lnTo>
                      <a:pt x="1105865" y="151930"/>
                    </a:lnTo>
                    <a:lnTo>
                      <a:pt x="1108824" y="174447"/>
                    </a:lnTo>
                    <a:lnTo>
                      <a:pt x="1105865" y="198678"/>
                    </a:lnTo>
                    <a:lnTo>
                      <a:pt x="1096518" y="224637"/>
                    </a:lnTo>
                    <a:lnTo>
                      <a:pt x="1090422" y="236829"/>
                    </a:lnTo>
                    <a:lnTo>
                      <a:pt x="1086802" y="241642"/>
                    </a:lnTo>
                    <a:lnTo>
                      <a:pt x="1067562" y="226161"/>
                    </a:lnTo>
                    <a:lnTo>
                      <a:pt x="1050036" y="308457"/>
                    </a:lnTo>
                    <a:lnTo>
                      <a:pt x="1078992" y="295135"/>
                    </a:lnTo>
                    <a:lnTo>
                      <a:pt x="1126236" y="273405"/>
                    </a:lnTo>
                    <a:lnTo>
                      <a:pt x="1106754" y="257721"/>
                    </a:lnTo>
                    <a:lnTo>
                      <a:pt x="1108824" y="254952"/>
                    </a:lnTo>
                    <a:lnTo>
                      <a:pt x="1110996" y="252069"/>
                    </a:lnTo>
                    <a:lnTo>
                      <a:pt x="1110996" y="251307"/>
                    </a:lnTo>
                    <a:lnTo>
                      <a:pt x="1111758" y="250545"/>
                    </a:lnTo>
                    <a:lnTo>
                      <a:pt x="1120140" y="234543"/>
                    </a:lnTo>
                    <a:lnTo>
                      <a:pt x="1129703" y="207225"/>
                    </a:lnTo>
                    <a:lnTo>
                      <a:pt x="1133805" y="18154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6576707" y="3934206"/>
                <a:ext cx="864869" cy="843915"/>
              </a:xfrm>
              <a:custGeom>
                <a:avLst/>
                <a:gdLst/>
                <a:ahLst/>
                <a:cxnLst/>
                <a:rect l="l" t="t" r="r" b="b"/>
                <a:pathLst>
                  <a:path w="864870" h="843914">
                    <a:moveTo>
                      <a:pt x="864869" y="421386"/>
                    </a:moveTo>
                    <a:lnTo>
                      <a:pt x="862333" y="375393"/>
                    </a:lnTo>
                    <a:lnTo>
                      <a:pt x="854899" y="330854"/>
                    </a:lnTo>
                    <a:lnTo>
                      <a:pt x="842832" y="288023"/>
                    </a:lnTo>
                    <a:lnTo>
                      <a:pt x="826397" y="247155"/>
                    </a:lnTo>
                    <a:lnTo>
                      <a:pt x="805857" y="208505"/>
                    </a:lnTo>
                    <a:lnTo>
                      <a:pt x="781476" y="172327"/>
                    </a:lnTo>
                    <a:lnTo>
                      <a:pt x="753519" y="138876"/>
                    </a:lnTo>
                    <a:lnTo>
                      <a:pt x="722250" y="108407"/>
                    </a:lnTo>
                    <a:lnTo>
                      <a:pt x="687933" y="81174"/>
                    </a:lnTo>
                    <a:lnTo>
                      <a:pt x="650832" y="57432"/>
                    </a:lnTo>
                    <a:lnTo>
                      <a:pt x="611212" y="37435"/>
                    </a:lnTo>
                    <a:lnTo>
                      <a:pt x="569335" y="21439"/>
                    </a:lnTo>
                    <a:lnTo>
                      <a:pt x="525468" y="9698"/>
                    </a:lnTo>
                    <a:lnTo>
                      <a:pt x="479873" y="2467"/>
                    </a:lnTo>
                    <a:lnTo>
                      <a:pt x="432816" y="0"/>
                    </a:lnTo>
                    <a:lnTo>
                      <a:pt x="385615" y="2467"/>
                    </a:lnTo>
                    <a:lnTo>
                      <a:pt x="339897" y="9698"/>
                    </a:lnTo>
                    <a:lnTo>
                      <a:pt x="295924" y="21439"/>
                    </a:lnTo>
                    <a:lnTo>
                      <a:pt x="253958" y="37435"/>
                    </a:lnTo>
                    <a:lnTo>
                      <a:pt x="214263" y="57432"/>
                    </a:lnTo>
                    <a:lnTo>
                      <a:pt x="177100" y="81174"/>
                    </a:lnTo>
                    <a:lnTo>
                      <a:pt x="142734" y="108407"/>
                    </a:lnTo>
                    <a:lnTo>
                      <a:pt x="111427" y="138876"/>
                    </a:lnTo>
                    <a:lnTo>
                      <a:pt x="83442" y="172327"/>
                    </a:lnTo>
                    <a:lnTo>
                      <a:pt x="59040" y="208505"/>
                    </a:lnTo>
                    <a:lnTo>
                      <a:pt x="38486" y="247155"/>
                    </a:lnTo>
                    <a:lnTo>
                      <a:pt x="22043" y="288023"/>
                    </a:lnTo>
                    <a:lnTo>
                      <a:pt x="9972" y="330854"/>
                    </a:lnTo>
                    <a:lnTo>
                      <a:pt x="2536" y="375393"/>
                    </a:lnTo>
                    <a:lnTo>
                      <a:pt x="0" y="421386"/>
                    </a:lnTo>
                    <a:lnTo>
                      <a:pt x="2536" y="467388"/>
                    </a:lnTo>
                    <a:lnTo>
                      <a:pt x="9972" y="511954"/>
                    </a:lnTo>
                    <a:lnTo>
                      <a:pt x="22043" y="554827"/>
                    </a:lnTo>
                    <a:lnTo>
                      <a:pt x="38486" y="595749"/>
                    </a:lnTo>
                    <a:lnTo>
                      <a:pt x="59040" y="634463"/>
                    </a:lnTo>
                    <a:lnTo>
                      <a:pt x="83442" y="670712"/>
                    </a:lnTo>
                    <a:lnTo>
                      <a:pt x="111427" y="704238"/>
                    </a:lnTo>
                    <a:lnTo>
                      <a:pt x="142734" y="734783"/>
                    </a:lnTo>
                    <a:lnTo>
                      <a:pt x="177100" y="762091"/>
                    </a:lnTo>
                    <a:lnTo>
                      <a:pt x="214263" y="785904"/>
                    </a:lnTo>
                    <a:lnTo>
                      <a:pt x="253958" y="805964"/>
                    </a:lnTo>
                    <a:lnTo>
                      <a:pt x="295924" y="822015"/>
                    </a:lnTo>
                    <a:lnTo>
                      <a:pt x="339897" y="833798"/>
                    </a:lnTo>
                    <a:lnTo>
                      <a:pt x="385615" y="841057"/>
                    </a:lnTo>
                    <a:lnTo>
                      <a:pt x="432816" y="843534"/>
                    </a:lnTo>
                    <a:lnTo>
                      <a:pt x="479873" y="841057"/>
                    </a:lnTo>
                    <a:lnTo>
                      <a:pt x="525468" y="833798"/>
                    </a:lnTo>
                    <a:lnTo>
                      <a:pt x="569335" y="822015"/>
                    </a:lnTo>
                    <a:lnTo>
                      <a:pt x="611212" y="805964"/>
                    </a:lnTo>
                    <a:lnTo>
                      <a:pt x="650832" y="785904"/>
                    </a:lnTo>
                    <a:lnTo>
                      <a:pt x="687933" y="762091"/>
                    </a:lnTo>
                    <a:lnTo>
                      <a:pt x="722250" y="734783"/>
                    </a:lnTo>
                    <a:lnTo>
                      <a:pt x="753519" y="704238"/>
                    </a:lnTo>
                    <a:lnTo>
                      <a:pt x="781476" y="670712"/>
                    </a:lnTo>
                    <a:lnTo>
                      <a:pt x="805857" y="634463"/>
                    </a:lnTo>
                    <a:lnTo>
                      <a:pt x="826397" y="595749"/>
                    </a:lnTo>
                    <a:lnTo>
                      <a:pt x="842832" y="554827"/>
                    </a:lnTo>
                    <a:lnTo>
                      <a:pt x="854899" y="511954"/>
                    </a:lnTo>
                    <a:lnTo>
                      <a:pt x="862333" y="467388"/>
                    </a:lnTo>
                    <a:lnTo>
                      <a:pt x="864869" y="42138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6568312" y="3925824"/>
                <a:ext cx="882015" cy="859790"/>
              </a:xfrm>
              <a:custGeom>
                <a:avLst/>
                <a:gdLst/>
                <a:ahLst/>
                <a:cxnLst/>
                <a:rect l="l" t="t" r="r" b="b"/>
                <a:pathLst>
                  <a:path w="882015" h="859789">
                    <a:moveTo>
                      <a:pt x="881634" y="429768"/>
                    </a:moveTo>
                    <a:lnTo>
                      <a:pt x="879347" y="385572"/>
                    </a:lnTo>
                    <a:lnTo>
                      <a:pt x="866522" y="318124"/>
                    </a:lnTo>
                    <a:lnTo>
                      <a:pt x="851890" y="274171"/>
                    </a:lnTo>
                    <a:lnTo>
                      <a:pt x="832728" y="232609"/>
                    </a:lnTo>
                    <a:lnTo>
                      <a:pt x="809360" y="193674"/>
                    </a:lnTo>
                    <a:lnTo>
                      <a:pt x="782110" y="157597"/>
                    </a:lnTo>
                    <a:lnTo>
                      <a:pt x="751304" y="124614"/>
                    </a:lnTo>
                    <a:lnTo>
                      <a:pt x="717145" y="94875"/>
                    </a:lnTo>
                    <a:lnTo>
                      <a:pt x="680245" y="68825"/>
                    </a:lnTo>
                    <a:lnTo>
                      <a:pt x="640783" y="46566"/>
                    </a:lnTo>
                    <a:lnTo>
                      <a:pt x="598990" y="28296"/>
                    </a:lnTo>
                    <a:lnTo>
                      <a:pt x="555262" y="14289"/>
                    </a:lnTo>
                    <a:lnTo>
                      <a:pt x="509922" y="4779"/>
                    </a:lnTo>
                    <a:lnTo>
                      <a:pt x="464058" y="78"/>
                    </a:lnTo>
                    <a:lnTo>
                      <a:pt x="418338" y="0"/>
                    </a:lnTo>
                    <a:lnTo>
                      <a:pt x="371585" y="4805"/>
                    </a:lnTo>
                    <a:lnTo>
                      <a:pt x="326192" y="14327"/>
                    </a:lnTo>
                    <a:lnTo>
                      <a:pt x="282470" y="28333"/>
                    </a:lnTo>
                    <a:lnTo>
                      <a:pt x="240727" y="46593"/>
                    </a:lnTo>
                    <a:lnTo>
                      <a:pt x="201275" y="68876"/>
                    </a:lnTo>
                    <a:lnTo>
                      <a:pt x="164424" y="94950"/>
                    </a:lnTo>
                    <a:lnTo>
                      <a:pt x="130483" y="124585"/>
                    </a:lnTo>
                    <a:lnTo>
                      <a:pt x="99763" y="157550"/>
                    </a:lnTo>
                    <a:lnTo>
                      <a:pt x="72574" y="193614"/>
                    </a:lnTo>
                    <a:lnTo>
                      <a:pt x="49227" y="232545"/>
                    </a:lnTo>
                    <a:lnTo>
                      <a:pt x="30031" y="274113"/>
                    </a:lnTo>
                    <a:lnTo>
                      <a:pt x="15296" y="318087"/>
                    </a:lnTo>
                    <a:lnTo>
                      <a:pt x="5333" y="364236"/>
                    </a:lnTo>
                    <a:lnTo>
                      <a:pt x="761" y="407670"/>
                    </a:lnTo>
                    <a:lnTo>
                      <a:pt x="0" y="429768"/>
                    </a:lnTo>
                    <a:lnTo>
                      <a:pt x="762" y="451866"/>
                    </a:lnTo>
                    <a:lnTo>
                      <a:pt x="2286" y="473964"/>
                    </a:lnTo>
                    <a:lnTo>
                      <a:pt x="5334" y="495300"/>
                    </a:lnTo>
                    <a:lnTo>
                      <a:pt x="9144" y="516636"/>
                    </a:lnTo>
                    <a:lnTo>
                      <a:pt x="16764" y="544476"/>
                    </a:lnTo>
                    <a:lnTo>
                      <a:pt x="16764" y="429768"/>
                    </a:lnTo>
                    <a:lnTo>
                      <a:pt x="17526" y="408432"/>
                    </a:lnTo>
                    <a:lnTo>
                      <a:pt x="22097" y="366522"/>
                    </a:lnTo>
                    <a:lnTo>
                      <a:pt x="32045" y="320493"/>
                    </a:lnTo>
                    <a:lnTo>
                      <a:pt x="46998" y="276713"/>
                    </a:lnTo>
                    <a:lnTo>
                      <a:pt x="66605" y="235439"/>
                    </a:lnTo>
                    <a:lnTo>
                      <a:pt x="90514" y="196925"/>
                    </a:lnTo>
                    <a:lnTo>
                      <a:pt x="118372" y="161428"/>
                    </a:lnTo>
                    <a:lnTo>
                      <a:pt x="149829" y="129204"/>
                    </a:lnTo>
                    <a:lnTo>
                      <a:pt x="184532" y="100509"/>
                    </a:lnTo>
                    <a:lnTo>
                      <a:pt x="222128" y="75598"/>
                    </a:lnTo>
                    <a:lnTo>
                      <a:pt x="262266" y="54727"/>
                    </a:lnTo>
                    <a:lnTo>
                      <a:pt x="304594" y="38152"/>
                    </a:lnTo>
                    <a:lnTo>
                      <a:pt x="348760" y="26130"/>
                    </a:lnTo>
                    <a:lnTo>
                      <a:pt x="394412" y="18915"/>
                    </a:lnTo>
                    <a:lnTo>
                      <a:pt x="440436" y="16799"/>
                    </a:lnTo>
                    <a:lnTo>
                      <a:pt x="464058" y="16818"/>
                    </a:lnTo>
                    <a:lnTo>
                      <a:pt x="532981" y="26081"/>
                    </a:lnTo>
                    <a:lnTo>
                      <a:pt x="579459" y="39014"/>
                    </a:lnTo>
                    <a:lnTo>
                      <a:pt x="623709" y="56800"/>
                    </a:lnTo>
                    <a:lnTo>
                      <a:pt x="665372" y="79152"/>
                    </a:lnTo>
                    <a:lnTo>
                      <a:pt x="704091" y="105781"/>
                    </a:lnTo>
                    <a:lnTo>
                      <a:pt x="739506" y="136402"/>
                    </a:lnTo>
                    <a:lnTo>
                      <a:pt x="771261" y="170727"/>
                    </a:lnTo>
                    <a:lnTo>
                      <a:pt x="798996" y="208469"/>
                    </a:lnTo>
                    <a:lnTo>
                      <a:pt x="822285" y="249219"/>
                    </a:lnTo>
                    <a:lnTo>
                      <a:pt x="840977" y="293053"/>
                    </a:lnTo>
                    <a:lnTo>
                      <a:pt x="854506" y="339321"/>
                    </a:lnTo>
                    <a:lnTo>
                      <a:pt x="862584" y="387858"/>
                    </a:lnTo>
                    <a:lnTo>
                      <a:pt x="864869" y="429768"/>
                    </a:lnTo>
                    <a:lnTo>
                      <a:pt x="864869" y="546787"/>
                    </a:lnTo>
                    <a:lnTo>
                      <a:pt x="865773" y="544129"/>
                    </a:lnTo>
                    <a:lnTo>
                      <a:pt x="875802" y="498864"/>
                    </a:lnTo>
                    <a:lnTo>
                      <a:pt x="880872" y="451866"/>
                    </a:lnTo>
                    <a:lnTo>
                      <a:pt x="881634" y="429768"/>
                    </a:lnTo>
                    <a:close/>
                  </a:path>
                  <a:path w="882015" h="859789">
                    <a:moveTo>
                      <a:pt x="864869" y="546787"/>
                    </a:moveTo>
                    <a:lnTo>
                      <a:pt x="864869" y="429768"/>
                    </a:lnTo>
                    <a:lnTo>
                      <a:pt x="864108" y="451104"/>
                    </a:lnTo>
                    <a:lnTo>
                      <a:pt x="862584" y="472440"/>
                    </a:lnTo>
                    <a:lnTo>
                      <a:pt x="854506" y="521165"/>
                    </a:lnTo>
                    <a:lnTo>
                      <a:pt x="854506" y="521023"/>
                    </a:lnTo>
                    <a:lnTo>
                      <a:pt x="840977" y="567106"/>
                    </a:lnTo>
                    <a:lnTo>
                      <a:pt x="822285" y="610760"/>
                    </a:lnTo>
                    <a:lnTo>
                      <a:pt x="798787" y="651668"/>
                    </a:lnTo>
                    <a:lnTo>
                      <a:pt x="770885" y="689465"/>
                    </a:lnTo>
                    <a:lnTo>
                      <a:pt x="738954" y="723847"/>
                    </a:lnTo>
                    <a:lnTo>
                      <a:pt x="703371" y="754506"/>
                    </a:lnTo>
                    <a:lnTo>
                      <a:pt x="664514" y="781137"/>
                    </a:lnTo>
                    <a:lnTo>
                      <a:pt x="622759" y="803433"/>
                    </a:lnTo>
                    <a:lnTo>
                      <a:pt x="578482" y="821087"/>
                    </a:lnTo>
                    <a:lnTo>
                      <a:pt x="532060" y="833794"/>
                    </a:lnTo>
                    <a:lnTo>
                      <a:pt x="484631" y="841130"/>
                    </a:lnTo>
                    <a:lnTo>
                      <a:pt x="483870" y="841248"/>
                    </a:lnTo>
                    <a:lnTo>
                      <a:pt x="464058" y="842663"/>
                    </a:lnTo>
                    <a:lnTo>
                      <a:pt x="462534" y="842772"/>
                    </a:lnTo>
                    <a:lnTo>
                      <a:pt x="441198" y="843507"/>
                    </a:lnTo>
                    <a:lnTo>
                      <a:pt x="391120" y="840601"/>
                    </a:lnTo>
                    <a:lnTo>
                      <a:pt x="343311" y="832372"/>
                    </a:lnTo>
                    <a:lnTo>
                      <a:pt x="297360" y="819092"/>
                    </a:lnTo>
                    <a:lnTo>
                      <a:pt x="253616" y="801008"/>
                    </a:lnTo>
                    <a:lnTo>
                      <a:pt x="212429" y="778365"/>
                    </a:lnTo>
                    <a:lnTo>
                      <a:pt x="174150" y="751408"/>
                    </a:lnTo>
                    <a:lnTo>
                      <a:pt x="139129" y="720382"/>
                    </a:lnTo>
                    <a:lnTo>
                      <a:pt x="107715" y="685534"/>
                    </a:lnTo>
                    <a:lnTo>
                      <a:pt x="80260" y="647109"/>
                    </a:lnTo>
                    <a:lnTo>
                      <a:pt x="57113" y="605352"/>
                    </a:lnTo>
                    <a:lnTo>
                      <a:pt x="38625" y="560509"/>
                    </a:lnTo>
                    <a:lnTo>
                      <a:pt x="25146" y="512826"/>
                    </a:lnTo>
                    <a:lnTo>
                      <a:pt x="19050" y="471678"/>
                    </a:lnTo>
                    <a:lnTo>
                      <a:pt x="16764" y="429768"/>
                    </a:lnTo>
                    <a:lnTo>
                      <a:pt x="16764" y="544476"/>
                    </a:lnTo>
                    <a:lnTo>
                      <a:pt x="40149" y="609015"/>
                    </a:lnTo>
                    <a:lnTo>
                      <a:pt x="62774" y="650962"/>
                    </a:lnTo>
                    <a:lnTo>
                      <a:pt x="89667" y="689772"/>
                    </a:lnTo>
                    <a:lnTo>
                      <a:pt x="120465" y="725211"/>
                    </a:lnTo>
                    <a:lnTo>
                      <a:pt x="154806" y="757048"/>
                    </a:lnTo>
                    <a:lnTo>
                      <a:pt x="192330" y="785051"/>
                    </a:lnTo>
                    <a:lnTo>
                      <a:pt x="232674" y="808987"/>
                    </a:lnTo>
                    <a:lnTo>
                      <a:pt x="275478" y="828624"/>
                    </a:lnTo>
                    <a:lnTo>
                      <a:pt x="320380" y="843729"/>
                    </a:lnTo>
                    <a:lnTo>
                      <a:pt x="367018" y="854071"/>
                    </a:lnTo>
                    <a:lnTo>
                      <a:pt x="415031" y="859417"/>
                    </a:lnTo>
                    <a:lnTo>
                      <a:pt x="464058" y="859536"/>
                    </a:lnTo>
                    <a:lnTo>
                      <a:pt x="483870" y="858169"/>
                    </a:lnTo>
                    <a:lnTo>
                      <a:pt x="484631" y="858117"/>
                    </a:lnTo>
                    <a:lnTo>
                      <a:pt x="486156" y="858012"/>
                    </a:lnTo>
                    <a:lnTo>
                      <a:pt x="554350" y="845537"/>
                    </a:lnTo>
                    <a:lnTo>
                      <a:pt x="598567" y="831582"/>
                    </a:lnTo>
                    <a:lnTo>
                      <a:pt x="640625" y="813352"/>
                    </a:lnTo>
                    <a:lnTo>
                      <a:pt x="680245" y="791102"/>
                    </a:lnTo>
                    <a:lnTo>
                      <a:pt x="717145" y="765086"/>
                    </a:lnTo>
                    <a:lnTo>
                      <a:pt x="751047" y="735558"/>
                    </a:lnTo>
                    <a:lnTo>
                      <a:pt x="781670" y="702772"/>
                    </a:lnTo>
                    <a:lnTo>
                      <a:pt x="808734" y="666982"/>
                    </a:lnTo>
                    <a:lnTo>
                      <a:pt x="831959" y="628442"/>
                    </a:lnTo>
                    <a:lnTo>
                      <a:pt x="851066" y="587406"/>
                    </a:lnTo>
                    <a:lnTo>
                      <a:pt x="864869" y="5467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22" name="object 22"/>
            <p:cNvSpPr txBox="1"/>
            <p:nvPr/>
          </p:nvSpPr>
          <p:spPr>
            <a:xfrm>
              <a:off x="7302113" y="3654144"/>
              <a:ext cx="633401" cy="597943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 indent="28791" algn="just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r>
                <a:rPr sz="1270" spc="-5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for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call</a:t>
              </a:r>
              <a:r>
                <a:rPr sz="1270" spc="-18" dirty="0">
                  <a:solidFill>
                    <a:srgbClr val="163794"/>
                  </a:solidFill>
                  <a:latin typeface="Arial"/>
                  <a:cs typeface="Arial"/>
                </a:rPr>
                <a:t> from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below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340430" y="4279253"/>
              <a:ext cx="561999" cy="279848"/>
            </a:xfrm>
            <a:custGeom>
              <a:avLst/>
              <a:gdLst/>
              <a:ahLst/>
              <a:cxnLst/>
              <a:rect l="l" t="t" r="r" b="b"/>
              <a:pathLst>
                <a:path w="619759" h="308610">
                  <a:moveTo>
                    <a:pt x="64166" y="44958"/>
                  </a:moveTo>
                  <a:lnTo>
                    <a:pt x="15634" y="79631"/>
                  </a:lnTo>
                  <a:lnTo>
                    <a:pt x="0" y="135338"/>
                  </a:lnTo>
                  <a:lnTo>
                    <a:pt x="156" y="160206"/>
                  </a:lnTo>
                  <a:lnTo>
                    <a:pt x="5036" y="182636"/>
                  </a:lnTo>
                  <a:lnTo>
                    <a:pt x="5036" y="182876"/>
                  </a:lnTo>
                  <a:lnTo>
                    <a:pt x="14572" y="204034"/>
                  </a:lnTo>
                  <a:lnTo>
                    <a:pt x="23777" y="216959"/>
                  </a:lnTo>
                  <a:lnTo>
                    <a:pt x="23777" y="144488"/>
                  </a:lnTo>
                  <a:lnTo>
                    <a:pt x="26876" y="119306"/>
                  </a:lnTo>
                  <a:lnTo>
                    <a:pt x="36366" y="91975"/>
                  </a:lnTo>
                  <a:lnTo>
                    <a:pt x="52736" y="62484"/>
                  </a:lnTo>
                  <a:lnTo>
                    <a:pt x="64166" y="44958"/>
                  </a:lnTo>
                  <a:close/>
                </a:path>
                <a:path w="619759" h="308610">
                  <a:moveTo>
                    <a:pt x="593588" y="205928"/>
                  </a:moveTo>
                  <a:lnTo>
                    <a:pt x="593588" y="135029"/>
                  </a:lnTo>
                  <a:lnTo>
                    <a:pt x="590199" y="157861"/>
                  </a:lnTo>
                  <a:lnTo>
                    <a:pt x="581450" y="178829"/>
                  </a:lnTo>
                  <a:lnTo>
                    <a:pt x="549828" y="215126"/>
                  </a:lnTo>
                  <a:lnTo>
                    <a:pt x="502640" y="243824"/>
                  </a:lnTo>
                  <a:lnTo>
                    <a:pt x="443802" y="264827"/>
                  </a:lnTo>
                  <a:lnTo>
                    <a:pt x="377232" y="278042"/>
                  </a:lnTo>
                  <a:lnTo>
                    <a:pt x="306847" y="283374"/>
                  </a:lnTo>
                  <a:lnTo>
                    <a:pt x="272781" y="283065"/>
                  </a:lnTo>
                  <a:lnTo>
                    <a:pt x="271447" y="283053"/>
                  </a:lnTo>
                  <a:lnTo>
                    <a:pt x="202684" y="276381"/>
                  </a:lnTo>
                  <a:lnTo>
                    <a:pt x="139899" y="261588"/>
                  </a:lnTo>
                  <a:lnTo>
                    <a:pt x="87008" y="238579"/>
                  </a:lnTo>
                  <a:lnTo>
                    <a:pt x="47929" y="207258"/>
                  </a:lnTo>
                  <a:lnTo>
                    <a:pt x="26580" y="167532"/>
                  </a:lnTo>
                  <a:lnTo>
                    <a:pt x="23777" y="144488"/>
                  </a:lnTo>
                  <a:lnTo>
                    <a:pt x="23777" y="216959"/>
                  </a:lnTo>
                  <a:lnTo>
                    <a:pt x="65919" y="255194"/>
                  </a:lnTo>
                  <a:lnTo>
                    <a:pt x="115660" y="279727"/>
                  </a:lnTo>
                  <a:lnTo>
                    <a:pt x="174367" y="296717"/>
                  </a:lnTo>
                  <a:lnTo>
                    <a:pt x="239088" y="306266"/>
                  </a:lnTo>
                  <a:lnTo>
                    <a:pt x="271447" y="308202"/>
                  </a:lnTo>
                  <a:lnTo>
                    <a:pt x="272781" y="308281"/>
                  </a:lnTo>
                  <a:lnTo>
                    <a:pt x="340988" y="306856"/>
                  </a:lnTo>
                  <a:lnTo>
                    <a:pt x="407829" y="298241"/>
                  </a:lnTo>
                  <a:lnTo>
                    <a:pt x="470354" y="282535"/>
                  </a:lnTo>
                  <a:lnTo>
                    <a:pt x="525611" y="259840"/>
                  </a:lnTo>
                  <a:lnTo>
                    <a:pt x="570648" y="230256"/>
                  </a:lnTo>
                  <a:lnTo>
                    <a:pt x="588412" y="212912"/>
                  </a:lnTo>
                  <a:lnTo>
                    <a:pt x="593588" y="205928"/>
                  </a:lnTo>
                  <a:close/>
                </a:path>
                <a:path w="619759" h="308610">
                  <a:moveTo>
                    <a:pt x="612044" y="35052"/>
                  </a:moveTo>
                  <a:lnTo>
                    <a:pt x="535844" y="0"/>
                  </a:lnTo>
                  <a:lnTo>
                    <a:pt x="553370" y="82296"/>
                  </a:lnTo>
                  <a:lnTo>
                    <a:pt x="564800" y="73092"/>
                  </a:lnTo>
                  <a:lnTo>
                    <a:pt x="564800" y="56388"/>
                  </a:lnTo>
                  <a:lnTo>
                    <a:pt x="585374" y="41910"/>
                  </a:lnTo>
                  <a:lnTo>
                    <a:pt x="592134" y="51083"/>
                  </a:lnTo>
                  <a:lnTo>
                    <a:pt x="612044" y="35052"/>
                  </a:lnTo>
                  <a:close/>
                </a:path>
                <a:path w="619759" h="308610">
                  <a:moveTo>
                    <a:pt x="592134" y="51083"/>
                  </a:moveTo>
                  <a:lnTo>
                    <a:pt x="585374" y="41910"/>
                  </a:lnTo>
                  <a:lnTo>
                    <a:pt x="564800" y="56388"/>
                  </a:lnTo>
                  <a:lnTo>
                    <a:pt x="572611" y="66803"/>
                  </a:lnTo>
                  <a:lnTo>
                    <a:pt x="592134" y="51083"/>
                  </a:lnTo>
                  <a:close/>
                </a:path>
                <a:path w="619759" h="308610">
                  <a:moveTo>
                    <a:pt x="572611" y="66803"/>
                  </a:moveTo>
                  <a:lnTo>
                    <a:pt x="564800" y="56388"/>
                  </a:lnTo>
                  <a:lnTo>
                    <a:pt x="564800" y="73092"/>
                  </a:lnTo>
                  <a:lnTo>
                    <a:pt x="572611" y="66803"/>
                  </a:lnTo>
                  <a:close/>
                </a:path>
                <a:path w="619759" h="308610">
                  <a:moveTo>
                    <a:pt x="619161" y="126817"/>
                  </a:moveTo>
                  <a:lnTo>
                    <a:pt x="614927" y="101176"/>
                  </a:lnTo>
                  <a:lnTo>
                    <a:pt x="605186" y="73914"/>
                  </a:lnTo>
                  <a:lnTo>
                    <a:pt x="597566" y="58674"/>
                  </a:lnTo>
                  <a:lnTo>
                    <a:pt x="596804" y="57912"/>
                  </a:lnTo>
                  <a:lnTo>
                    <a:pt x="596804" y="57150"/>
                  </a:lnTo>
                  <a:lnTo>
                    <a:pt x="596042" y="56388"/>
                  </a:lnTo>
                  <a:lnTo>
                    <a:pt x="592134" y="51083"/>
                  </a:lnTo>
                  <a:lnTo>
                    <a:pt x="572611" y="66803"/>
                  </a:lnTo>
                  <a:lnTo>
                    <a:pt x="576230" y="71628"/>
                  </a:lnTo>
                  <a:lnTo>
                    <a:pt x="576230" y="72847"/>
                  </a:lnTo>
                  <a:lnTo>
                    <a:pt x="582326" y="83820"/>
                  </a:lnTo>
                  <a:lnTo>
                    <a:pt x="591127" y="110344"/>
                  </a:lnTo>
                  <a:lnTo>
                    <a:pt x="593588" y="135029"/>
                  </a:lnTo>
                  <a:lnTo>
                    <a:pt x="593588" y="205928"/>
                  </a:lnTo>
                  <a:lnTo>
                    <a:pt x="602514" y="193884"/>
                  </a:lnTo>
                  <a:lnTo>
                    <a:pt x="612586" y="173183"/>
                  </a:lnTo>
                  <a:lnTo>
                    <a:pt x="618258" y="150824"/>
                  </a:lnTo>
                  <a:lnTo>
                    <a:pt x="619161" y="126817"/>
                  </a:lnTo>
                  <a:close/>
                </a:path>
                <a:path w="619759" h="308610">
                  <a:moveTo>
                    <a:pt x="576230" y="72847"/>
                  </a:moveTo>
                  <a:lnTo>
                    <a:pt x="576230" y="71628"/>
                  </a:lnTo>
                  <a:lnTo>
                    <a:pt x="574706" y="70104"/>
                  </a:lnTo>
                  <a:lnTo>
                    <a:pt x="576230" y="728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2582706" y="4055606"/>
              <a:ext cx="791751" cy="305239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6">
                <a:spcBef>
                  <a:spcPts val="95"/>
                </a:spcBef>
              </a:pPr>
              <a:r>
                <a:rPr sz="1904" spc="-9" dirty="0">
                  <a:solidFill>
                    <a:srgbClr val="FF0000"/>
                  </a:solidFill>
                  <a:latin typeface="Comic Sans MS"/>
                  <a:cs typeface="Comic Sans MS"/>
                </a:rPr>
                <a:t>sender</a:t>
              </a:r>
              <a:endParaRPr sz="1904" dirty="0">
                <a:latin typeface="Comic Sans MS"/>
                <a:cs typeface="Comic Sans MS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7391249" y="1917710"/>
              <a:ext cx="963920" cy="305239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6">
                <a:spcBef>
                  <a:spcPts val="95"/>
                </a:spcBef>
              </a:pPr>
              <a:r>
                <a:rPr sz="1904" spc="-9" dirty="0">
                  <a:solidFill>
                    <a:srgbClr val="FF0000"/>
                  </a:solidFill>
                  <a:latin typeface="Comic Sans MS"/>
                  <a:cs typeface="Comic Sans MS"/>
                </a:rPr>
                <a:t>receiver</a:t>
              </a:r>
              <a:endParaRPr sz="1904" dirty="0">
                <a:latin typeface="Comic Sans MS"/>
                <a:cs typeface="Comic Sans MS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2713992" y="1712484"/>
              <a:ext cx="1074478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rdt_send(data)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2745778" y="3525622"/>
              <a:ext cx="2351068" cy="588710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lnSpc>
                  <a:spcPts val="1474"/>
                </a:lnSpc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r>
                <a:rPr sz="1270" spc="-32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270" spc="-41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isACK(rcvpkt)</a:t>
              </a:r>
              <a:endParaRPr sz="1270">
                <a:latin typeface="Arial"/>
                <a:cs typeface="Arial"/>
              </a:endParaRPr>
            </a:p>
            <a:p>
              <a:pPr marL="333399">
                <a:lnSpc>
                  <a:spcPts val="2996"/>
                </a:lnSpc>
              </a:pPr>
              <a:r>
                <a:rPr sz="2539" spc="-45" dirty="0">
                  <a:solidFill>
                    <a:srgbClr val="163794"/>
                  </a:solidFill>
                  <a:latin typeface="Times New Roman"/>
                  <a:cs typeface="Times New Roman"/>
                </a:rPr>
                <a:t>^</a:t>
              </a:r>
              <a:endParaRPr sz="2539">
                <a:latin typeface="Times New Roman"/>
                <a:cs typeface="Times New Roman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2582706" y="4975303"/>
              <a:ext cx="1438971" cy="354163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6">
                <a:spcBef>
                  <a:spcPts val="95"/>
                </a:spcBef>
              </a:pPr>
              <a:r>
                <a:rPr sz="2222" b="1" dirty="0">
                  <a:solidFill>
                    <a:srgbClr val="163794"/>
                  </a:solidFill>
                  <a:latin typeface="Kaiti SC Black"/>
                  <a:cs typeface="Kaiti SC Black"/>
                </a:rPr>
                <a:t>停</a:t>
              </a:r>
              <a:r>
                <a:rPr sz="2222" b="1" dirty="0">
                  <a:solidFill>
                    <a:srgbClr val="163794"/>
                  </a:solidFill>
                  <a:latin typeface="Arial"/>
                  <a:cs typeface="Arial"/>
                </a:rPr>
                <a:t>—</a:t>
              </a:r>
              <a:r>
                <a:rPr sz="2222" b="1" spc="-18" dirty="0">
                  <a:solidFill>
                    <a:srgbClr val="163794"/>
                  </a:solidFill>
                  <a:latin typeface="Kaiti SC Black"/>
                  <a:cs typeface="Kaiti SC Black"/>
                </a:rPr>
                <a:t>等协议</a:t>
              </a:r>
              <a:endParaRPr sz="2222">
                <a:latin typeface="Kaiti SC Black"/>
                <a:cs typeface="Kaiti SC Black"/>
              </a:endParaRP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1A100973-A001-DA27-38CC-B35A1955DB9A}"/>
              </a:ext>
            </a:extLst>
          </p:cNvPr>
          <p:cNvSpPr/>
          <p:nvPr/>
        </p:nvSpPr>
        <p:spPr>
          <a:xfrm>
            <a:off x="3717518" y="6178850"/>
            <a:ext cx="3973550" cy="442331"/>
          </a:xfrm>
          <a:prstGeom prst="rect">
            <a:avLst/>
          </a:prstGeom>
          <a:solidFill>
            <a:srgbClr val="E6F7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 err="1">
                <a:solidFill>
                  <a:schemeClr val="tx1"/>
                </a:solidFill>
              </a:rPr>
              <a:t>rdt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 2.0</a:t>
            </a:r>
            <a:endParaRPr kumimoji="1" lang="zh-CN" alt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DFB4152B-FD1D-D6CE-B44E-C77D8B6C6121}"/>
              </a:ext>
            </a:extLst>
          </p:cNvPr>
          <p:cNvGrpSpPr/>
          <p:nvPr/>
        </p:nvGrpSpPr>
        <p:grpSpPr>
          <a:xfrm>
            <a:off x="-67255" y="1450180"/>
            <a:ext cx="5569549" cy="3717964"/>
            <a:chOff x="3172113" y="1684028"/>
            <a:chExt cx="5569549" cy="3717964"/>
          </a:xfrm>
        </p:grpSpPr>
        <p:sp>
          <p:nvSpPr>
            <p:cNvPr id="3" name="object 3"/>
            <p:cNvSpPr/>
            <p:nvPr/>
          </p:nvSpPr>
          <p:spPr>
            <a:xfrm>
              <a:off x="4877233" y="2541186"/>
              <a:ext cx="731290" cy="680618"/>
            </a:xfrm>
            <a:custGeom>
              <a:avLst/>
              <a:gdLst/>
              <a:ahLst/>
              <a:cxnLst/>
              <a:rect l="l" t="t" r="r" b="b"/>
              <a:pathLst>
                <a:path w="806450" h="750570">
                  <a:moveTo>
                    <a:pt x="806450" y="360596"/>
                  </a:moveTo>
                  <a:lnTo>
                    <a:pt x="801370" y="315148"/>
                  </a:lnTo>
                  <a:lnTo>
                    <a:pt x="791210" y="270874"/>
                  </a:lnTo>
                  <a:lnTo>
                    <a:pt x="774700" y="228871"/>
                  </a:lnTo>
                  <a:lnTo>
                    <a:pt x="774700" y="228109"/>
                  </a:lnTo>
                  <a:lnTo>
                    <a:pt x="767080" y="212107"/>
                  </a:lnTo>
                  <a:lnTo>
                    <a:pt x="758190" y="196105"/>
                  </a:lnTo>
                  <a:lnTo>
                    <a:pt x="758190" y="195343"/>
                  </a:lnTo>
                  <a:lnTo>
                    <a:pt x="737870" y="164863"/>
                  </a:lnTo>
                  <a:lnTo>
                    <a:pt x="727710" y="150385"/>
                  </a:lnTo>
                  <a:lnTo>
                    <a:pt x="726440" y="149623"/>
                  </a:lnTo>
                  <a:lnTo>
                    <a:pt x="715010" y="135907"/>
                  </a:lnTo>
                  <a:lnTo>
                    <a:pt x="713740" y="135907"/>
                  </a:lnTo>
                  <a:lnTo>
                    <a:pt x="702310" y="122191"/>
                  </a:lnTo>
                  <a:lnTo>
                    <a:pt x="689610" y="109237"/>
                  </a:lnTo>
                  <a:lnTo>
                    <a:pt x="688340" y="109237"/>
                  </a:lnTo>
                  <a:lnTo>
                    <a:pt x="674370" y="97045"/>
                  </a:lnTo>
                  <a:lnTo>
                    <a:pt x="660400" y="85615"/>
                  </a:lnTo>
                  <a:lnTo>
                    <a:pt x="660400" y="84853"/>
                  </a:lnTo>
                  <a:lnTo>
                    <a:pt x="645160" y="74185"/>
                  </a:lnTo>
                  <a:lnTo>
                    <a:pt x="590550" y="42521"/>
                  </a:lnTo>
                  <a:lnTo>
                    <a:pt x="549910" y="25293"/>
                  </a:lnTo>
                  <a:lnTo>
                    <a:pt x="508000" y="12318"/>
                  </a:lnTo>
                  <a:lnTo>
                    <a:pt x="464820" y="4081"/>
                  </a:lnTo>
                  <a:lnTo>
                    <a:pt x="388620" y="0"/>
                  </a:lnTo>
                  <a:lnTo>
                    <a:pt x="334009" y="5110"/>
                  </a:lnTo>
                  <a:lnTo>
                    <a:pt x="280670" y="17325"/>
                  </a:lnTo>
                  <a:lnTo>
                    <a:pt x="228600" y="36847"/>
                  </a:lnTo>
                  <a:lnTo>
                    <a:pt x="210820" y="44467"/>
                  </a:lnTo>
                  <a:lnTo>
                    <a:pt x="210820" y="45229"/>
                  </a:lnTo>
                  <a:lnTo>
                    <a:pt x="194310" y="53611"/>
                  </a:lnTo>
                  <a:lnTo>
                    <a:pt x="147319" y="85105"/>
                  </a:lnTo>
                  <a:lnTo>
                    <a:pt x="104139" y="122191"/>
                  </a:lnTo>
                  <a:lnTo>
                    <a:pt x="92709" y="135907"/>
                  </a:lnTo>
                  <a:lnTo>
                    <a:pt x="91439" y="135907"/>
                  </a:lnTo>
                  <a:lnTo>
                    <a:pt x="73659" y="158084"/>
                  </a:lnTo>
                  <a:lnTo>
                    <a:pt x="58419" y="179927"/>
                  </a:lnTo>
                  <a:lnTo>
                    <a:pt x="44449" y="202810"/>
                  </a:lnTo>
                  <a:lnTo>
                    <a:pt x="31749" y="228109"/>
                  </a:lnTo>
                  <a:lnTo>
                    <a:pt x="31749" y="228871"/>
                  </a:lnTo>
                  <a:lnTo>
                    <a:pt x="24129" y="245635"/>
                  </a:lnTo>
                  <a:lnTo>
                    <a:pt x="10159" y="291156"/>
                  </a:lnTo>
                  <a:lnTo>
                    <a:pt x="1269" y="345103"/>
                  </a:lnTo>
                  <a:lnTo>
                    <a:pt x="0" y="374413"/>
                  </a:lnTo>
                  <a:lnTo>
                    <a:pt x="0" y="394225"/>
                  </a:lnTo>
                  <a:lnTo>
                    <a:pt x="1270" y="413275"/>
                  </a:lnTo>
                  <a:lnTo>
                    <a:pt x="3810" y="431563"/>
                  </a:lnTo>
                  <a:lnTo>
                    <a:pt x="3810" y="432325"/>
                  </a:lnTo>
                  <a:lnTo>
                    <a:pt x="7620" y="450613"/>
                  </a:lnTo>
                  <a:lnTo>
                    <a:pt x="12700" y="468901"/>
                  </a:lnTo>
                  <a:lnTo>
                    <a:pt x="16510" y="482045"/>
                  </a:lnTo>
                  <a:lnTo>
                    <a:pt x="16510" y="356887"/>
                  </a:lnTo>
                  <a:lnTo>
                    <a:pt x="18950" y="338961"/>
                  </a:lnTo>
                  <a:lnTo>
                    <a:pt x="18950" y="340036"/>
                  </a:lnTo>
                  <a:lnTo>
                    <a:pt x="20320" y="320311"/>
                  </a:lnTo>
                  <a:lnTo>
                    <a:pt x="27939" y="285259"/>
                  </a:lnTo>
                  <a:lnTo>
                    <a:pt x="27939" y="286021"/>
                  </a:lnTo>
                  <a:lnTo>
                    <a:pt x="34290" y="268495"/>
                  </a:lnTo>
                  <a:lnTo>
                    <a:pt x="39369" y="251731"/>
                  </a:lnTo>
                  <a:lnTo>
                    <a:pt x="62229" y="203725"/>
                  </a:lnTo>
                  <a:lnTo>
                    <a:pt x="62229" y="204487"/>
                  </a:lnTo>
                  <a:lnTo>
                    <a:pt x="72389" y="189247"/>
                  </a:lnTo>
                  <a:lnTo>
                    <a:pt x="92709" y="160291"/>
                  </a:lnTo>
                  <a:lnTo>
                    <a:pt x="92709" y="161053"/>
                  </a:lnTo>
                  <a:lnTo>
                    <a:pt x="104139" y="146575"/>
                  </a:lnTo>
                  <a:lnTo>
                    <a:pt x="104139" y="147337"/>
                  </a:lnTo>
                  <a:lnTo>
                    <a:pt x="116839" y="133621"/>
                  </a:lnTo>
                  <a:lnTo>
                    <a:pt x="116839" y="134383"/>
                  </a:lnTo>
                  <a:lnTo>
                    <a:pt x="129539" y="121429"/>
                  </a:lnTo>
                  <a:lnTo>
                    <a:pt x="142239" y="109237"/>
                  </a:lnTo>
                  <a:lnTo>
                    <a:pt x="142239" y="109999"/>
                  </a:lnTo>
                  <a:lnTo>
                    <a:pt x="156210" y="99521"/>
                  </a:lnTo>
                  <a:lnTo>
                    <a:pt x="156210" y="98569"/>
                  </a:lnTo>
                  <a:lnTo>
                    <a:pt x="171449" y="87901"/>
                  </a:lnTo>
                  <a:lnTo>
                    <a:pt x="186689" y="77995"/>
                  </a:lnTo>
                  <a:lnTo>
                    <a:pt x="201929" y="68851"/>
                  </a:lnTo>
                  <a:lnTo>
                    <a:pt x="218440" y="59707"/>
                  </a:lnTo>
                  <a:lnTo>
                    <a:pt x="234950" y="52631"/>
                  </a:lnTo>
                  <a:lnTo>
                    <a:pt x="234950" y="52087"/>
                  </a:lnTo>
                  <a:lnTo>
                    <a:pt x="288290" y="32275"/>
                  </a:lnTo>
                  <a:lnTo>
                    <a:pt x="344170" y="20845"/>
                  </a:lnTo>
                  <a:lnTo>
                    <a:pt x="383540" y="17035"/>
                  </a:lnTo>
                  <a:lnTo>
                    <a:pt x="403860" y="16273"/>
                  </a:lnTo>
                  <a:lnTo>
                    <a:pt x="422909" y="17035"/>
                  </a:lnTo>
                  <a:lnTo>
                    <a:pt x="462280" y="20845"/>
                  </a:lnTo>
                  <a:lnTo>
                    <a:pt x="500380" y="27703"/>
                  </a:lnTo>
                  <a:lnTo>
                    <a:pt x="519430" y="32275"/>
                  </a:lnTo>
                  <a:lnTo>
                    <a:pt x="519430" y="32681"/>
                  </a:lnTo>
                  <a:lnTo>
                    <a:pt x="537210" y="38371"/>
                  </a:lnTo>
                  <a:lnTo>
                    <a:pt x="553720" y="44467"/>
                  </a:lnTo>
                  <a:lnTo>
                    <a:pt x="571500" y="52087"/>
                  </a:lnTo>
                  <a:lnTo>
                    <a:pt x="588010" y="59707"/>
                  </a:lnTo>
                  <a:lnTo>
                    <a:pt x="604520" y="68851"/>
                  </a:lnTo>
                  <a:lnTo>
                    <a:pt x="604520" y="68089"/>
                  </a:lnTo>
                  <a:lnTo>
                    <a:pt x="621030" y="77995"/>
                  </a:lnTo>
                  <a:lnTo>
                    <a:pt x="621030" y="78820"/>
                  </a:lnTo>
                  <a:lnTo>
                    <a:pt x="635000" y="87901"/>
                  </a:lnTo>
                  <a:lnTo>
                    <a:pt x="650240" y="98569"/>
                  </a:lnTo>
                  <a:lnTo>
                    <a:pt x="650240" y="99521"/>
                  </a:lnTo>
                  <a:lnTo>
                    <a:pt x="664210" y="109999"/>
                  </a:lnTo>
                  <a:lnTo>
                    <a:pt x="664210" y="109237"/>
                  </a:lnTo>
                  <a:lnTo>
                    <a:pt x="678180" y="121429"/>
                  </a:lnTo>
                  <a:lnTo>
                    <a:pt x="678180" y="122724"/>
                  </a:lnTo>
                  <a:lnTo>
                    <a:pt x="689610" y="134383"/>
                  </a:lnTo>
                  <a:lnTo>
                    <a:pt x="689610" y="133621"/>
                  </a:lnTo>
                  <a:lnTo>
                    <a:pt x="702310" y="147337"/>
                  </a:lnTo>
                  <a:lnTo>
                    <a:pt x="702310" y="146575"/>
                  </a:lnTo>
                  <a:lnTo>
                    <a:pt x="713740" y="161053"/>
                  </a:lnTo>
                  <a:lnTo>
                    <a:pt x="713740" y="160291"/>
                  </a:lnTo>
                  <a:lnTo>
                    <a:pt x="725170" y="174769"/>
                  </a:lnTo>
                  <a:lnTo>
                    <a:pt x="725170" y="176378"/>
                  </a:lnTo>
                  <a:lnTo>
                    <a:pt x="735330" y="189247"/>
                  </a:lnTo>
                  <a:lnTo>
                    <a:pt x="744220" y="204487"/>
                  </a:lnTo>
                  <a:lnTo>
                    <a:pt x="744220" y="203725"/>
                  </a:lnTo>
                  <a:lnTo>
                    <a:pt x="763270" y="243487"/>
                  </a:lnTo>
                  <a:lnTo>
                    <a:pt x="773430" y="268762"/>
                  </a:lnTo>
                  <a:lnTo>
                    <a:pt x="781050" y="294665"/>
                  </a:lnTo>
                  <a:lnTo>
                    <a:pt x="786130" y="320311"/>
                  </a:lnTo>
                  <a:lnTo>
                    <a:pt x="788566" y="337506"/>
                  </a:lnTo>
                  <a:lnTo>
                    <a:pt x="788566" y="336280"/>
                  </a:lnTo>
                  <a:lnTo>
                    <a:pt x="789940" y="356887"/>
                  </a:lnTo>
                  <a:lnTo>
                    <a:pt x="789940" y="482045"/>
                  </a:lnTo>
                  <a:lnTo>
                    <a:pt x="793750" y="468901"/>
                  </a:lnTo>
                  <a:lnTo>
                    <a:pt x="798830" y="450613"/>
                  </a:lnTo>
                  <a:lnTo>
                    <a:pt x="805180" y="406117"/>
                  </a:lnTo>
                  <a:lnTo>
                    <a:pt x="806450" y="360596"/>
                  </a:lnTo>
                  <a:close/>
                </a:path>
                <a:path w="806450" h="750570">
                  <a:moveTo>
                    <a:pt x="161289" y="654829"/>
                  </a:moveTo>
                  <a:lnTo>
                    <a:pt x="142240" y="639589"/>
                  </a:lnTo>
                  <a:lnTo>
                    <a:pt x="142240" y="640351"/>
                  </a:lnTo>
                  <a:lnTo>
                    <a:pt x="129540" y="628159"/>
                  </a:lnTo>
                  <a:lnTo>
                    <a:pt x="116840" y="615205"/>
                  </a:lnTo>
                  <a:lnTo>
                    <a:pt x="116840" y="615967"/>
                  </a:lnTo>
                  <a:lnTo>
                    <a:pt x="104140" y="602251"/>
                  </a:lnTo>
                  <a:lnTo>
                    <a:pt x="104140" y="603013"/>
                  </a:lnTo>
                  <a:lnTo>
                    <a:pt x="92710" y="589297"/>
                  </a:lnTo>
                  <a:lnTo>
                    <a:pt x="82550" y="574819"/>
                  </a:lnTo>
                  <a:lnTo>
                    <a:pt x="82550" y="575581"/>
                  </a:lnTo>
                  <a:lnTo>
                    <a:pt x="62230" y="545101"/>
                  </a:lnTo>
                  <a:lnTo>
                    <a:pt x="62230" y="545863"/>
                  </a:lnTo>
                  <a:lnTo>
                    <a:pt x="46990" y="513859"/>
                  </a:lnTo>
                  <a:lnTo>
                    <a:pt x="46990" y="514621"/>
                  </a:lnTo>
                  <a:lnTo>
                    <a:pt x="39370" y="497857"/>
                  </a:lnTo>
                  <a:lnTo>
                    <a:pt x="34290" y="481093"/>
                  </a:lnTo>
                  <a:lnTo>
                    <a:pt x="34290" y="481855"/>
                  </a:lnTo>
                  <a:lnTo>
                    <a:pt x="27940" y="464329"/>
                  </a:lnTo>
                  <a:lnTo>
                    <a:pt x="24130" y="446803"/>
                  </a:lnTo>
                  <a:lnTo>
                    <a:pt x="24130" y="447565"/>
                  </a:lnTo>
                  <a:lnTo>
                    <a:pt x="20320" y="429277"/>
                  </a:lnTo>
                  <a:lnTo>
                    <a:pt x="18950" y="409551"/>
                  </a:lnTo>
                  <a:lnTo>
                    <a:pt x="18950" y="411002"/>
                  </a:lnTo>
                  <a:lnTo>
                    <a:pt x="16510" y="392701"/>
                  </a:lnTo>
                  <a:lnTo>
                    <a:pt x="16510" y="482045"/>
                  </a:lnTo>
                  <a:lnTo>
                    <a:pt x="17780" y="486427"/>
                  </a:lnTo>
                  <a:lnTo>
                    <a:pt x="17780" y="487189"/>
                  </a:lnTo>
                  <a:lnTo>
                    <a:pt x="24130" y="503953"/>
                  </a:lnTo>
                  <a:lnTo>
                    <a:pt x="31750" y="520717"/>
                  </a:lnTo>
                  <a:lnTo>
                    <a:pt x="31750" y="521479"/>
                  </a:lnTo>
                  <a:lnTo>
                    <a:pt x="63500" y="577567"/>
                  </a:lnTo>
                  <a:lnTo>
                    <a:pt x="104140" y="627397"/>
                  </a:lnTo>
                  <a:lnTo>
                    <a:pt x="132080" y="652543"/>
                  </a:lnTo>
                  <a:lnTo>
                    <a:pt x="132080" y="653305"/>
                  </a:lnTo>
                  <a:lnTo>
                    <a:pt x="146050" y="664735"/>
                  </a:lnTo>
                  <a:lnTo>
                    <a:pt x="147320" y="664735"/>
                  </a:lnTo>
                  <a:lnTo>
                    <a:pt x="156210" y="671524"/>
                  </a:lnTo>
                  <a:lnTo>
                    <a:pt x="156210" y="651019"/>
                  </a:lnTo>
                  <a:lnTo>
                    <a:pt x="161289" y="654829"/>
                  </a:lnTo>
                  <a:close/>
                </a:path>
                <a:path w="806450" h="750570">
                  <a:moveTo>
                    <a:pt x="157388" y="98638"/>
                  </a:moveTo>
                  <a:lnTo>
                    <a:pt x="156210" y="98569"/>
                  </a:lnTo>
                  <a:lnTo>
                    <a:pt x="156210" y="99521"/>
                  </a:lnTo>
                  <a:lnTo>
                    <a:pt x="157388" y="98638"/>
                  </a:lnTo>
                  <a:close/>
                </a:path>
                <a:path w="806450" h="750570">
                  <a:moveTo>
                    <a:pt x="203200" y="681499"/>
                  </a:moveTo>
                  <a:lnTo>
                    <a:pt x="186690" y="671593"/>
                  </a:lnTo>
                  <a:lnTo>
                    <a:pt x="186690" y="672355"/>
                  </a:lnTo>
                  <a:lnTo>
                    <a:pt x="171450" y="661687"/>
                  </a:lnTo>
                  <a:lnTo>
                    <a:pt x="171450" y="662449"/>
                  </a:lnTo>
                  <a:lnTo>
                    <a:pt x="156210" y="651019"/>
                  </a:lnTo>
                  <a:lnTo>
                    <a:pt x="156210" y="671524"/>
                  </a:lnTo>
                  <a:lnTo>
                    <a:pt x="161289" y="675403"/>
                  </a:lnTo>
                  <a:lnTo>
                    <a:pt x="162560" y="676165"/>
                  </a:lnTo>
                  <a:lnTo>
                    <a:pt x="177800" y="686071"/>
                  </a:lnTo>
                  <a:lnTo>
                    <a:pt x="194310" y="695977"/>
                  </a:lnTo>
                  <a:lnTo>
                    <a:pt x="201930" y="700197"/>
                  </a:lnTo>
                  <a:lnTo>
                    <a:pt x="201930" y="681499"/>
                  </a:lnTo>
                  <a:lnTo>
                    <a:pt x="203200" y="681499"/>
                  </a:lnTo>
                  <a:close/>
                </a:path>
                <a:path w="806450" h="750570">
                  <a:moveTo>
                    <a:pt x="236220" y="716442"/>
                  </a:moveTo>
                  <a:lnTo>
                    <a:pt x="236220" y="698263"/>
                  </a:lnTo>
                  <a:lnTo>
                    <a:pt x="218440" y="689881"/>
                  </a:lnTo>
                  <a:lnTo>
                    <a:pt x="201930" y="681499"/>
                  </a:lnTo>
                  <a:lnTo>
                    <a:pt x="201930" y="700197"/>
                  </a:lnTo>
                  <a:lnTo>
                    <a:pt x="210820" y="705121"/>
                  </a:lnTo>
                  <a:lnTo>
                    <a:pt x="228600" y="712741"/>
                  </a:lnTo>
                  <a:lnTo>
                    <a:pt x="228600" y="713503"/>
                  </a:lnTo>
                  <a:lnTo>
                    <a:pt x="236220" y="716442"/>
                  </a:lnTo>
                  <a:close/>
                </a:path>
                <a:path w="806450" h="750570">
                  <a:moveTo>
                    <a:pt x="236220" y="52087"/>
                  </a:moveTo>
                  <a:lnTo>
                    <a:pt x="234950" y="52087"/>
                  </a:lnTo>
                  <a:lnTo>
                    <a:pt x="234950" y="52631"/>
                  </a:lnTo>
                  <a:lnTo>
                    <a:pt x="236220" y="52087"/>
                  </a:lnTo>
                  <a:close/>
                </a:path>
                <a:path w="806450" h="750570">
                  <a:moveTo>
                    <a:pt x="519430" y="734229"/>
                  </a:moveTo>
                  <a:lnTo>
                    <a:pt x="519430" y="717313"/>
                  </a:lnTo>
                  <a:lnTo>
                    <a:pt x="481330" y="726457"/>
                  </a:lnTo>
                  <a:lnTo>
                    <a:pt x="481330" y="725695"/>
                  </a:lnTo>
                  <a:lnTo>
                    <a:pt x="462280" y="729505"/>
                  </a:lnTo>
                  <a:lnTo>
                    <a:pt x="443230" y="731791"/>
                  </a:lnTo>
                  <a:lnTo>
                    <a:pt x="403860" y="733315"/>
                  </a:lnTo>
                  <a:lnTo>
                    <a:pt x="363220" y="731791"/>
                  </a:lnTo>
                  <a:lnTo>
                    <a:pt x="344170" y="729505"/>
                  </a:lnTo>
                  <a:lnTo>
                    <a:pt x="325120" y="725695"/>
                  </a:lnTo>
                  <a:lnTo>
                    <a:pt x="325120" y="726457"/>
                  </a:lnTo>
                  <a:lnTo>
                    <a:pt x="306070" y="721885"/>
                  </a:lnTo>
                  <a:lnTo>
                    <a:pt x="288290" y="717313"/>
                  </a:lnTo>
                  <a:lnTo>
                    <a:pt x="270510" y="711217"/>
                  </a:lnTo>
                  <a:lnTo>
                    <a:pt x="270510" y="711979"/>
                  </a:lnTo>
                  <a:lnTo>
                    <a:pt x="252729" y="705121"/>
                  </a:lnTo>
                  <a:lnTo>
                    <a:pt x="234950" y="697501"/>
                  </a:lnTo>
                  <a:lnTo>
                    <a:pt x="236220" y="698263"/>
                  </a:lnTo>
                  <a:lnTo>
                    <a:pt x="236220" y="716442"/>
                  </a:lnTo>
                  <a:lnTo>
                    <a:pt x="246379" y="720361"/>
                  </a:lnTo>
                  <a:lnTo>
                    <a:pt x="246379" y="721123"/>
                  </a:lnTo>
                  <a:lnTo>
                    <a:pt x="283210" y="733315"/>
                  </a:lnTo>
                  <a:lnTo>
                    <a:pt x="302260" y="737887"/>
                  </a:lnTo>
                  <a:lnTo>
                    <a:pt x="302260" y="738649"/>
                  </a:lnTo>
                  <a:lnTo>
                    <a:pt x="321310" y="742459"/>
                  </a:lnTo>
                  <a:lnTo>
                    <a:pt x="322580" y="742459"/>
                  </a:lnTo>
                  <a:lnTo>
                    <a:pt x="347980" y="746204"/>
                  </a:lnTo>
                  <a:lnTo>
                    <a:pt x="373380" y="748807"/>
                  </a:lnTo>
                  <a:lnTo>
                    <a:pt x="398780" y="749951"/>
                  </a:lnTo>
                  <a:lnTo>
                    <a:pt x="422909" y="749349"/>
                  </a:lnTo>
                  <a:lnTo>
                    <a:pt x="464820" y="745507"/>
                  </a:lnTo>
                  <a:lnTo>
                    <a:pt x="483870" y="742459"/>
                  </a:lnTo>
                  <a:lnTo>
                    <a:pt x="485140" y="742459"/>
                  </a:lnTo>
                  <a:lnTo>
                    <a:pt x="504190" y="738649"/>
                  </a:lnTo>
                  <a:lnTo>
                    <a:pt x="504190" y="737887"/>
                  </a:lnTo>
                  <a:lnTo>
                    <a:pt x="519430" y="734229"/>
                  </a:lnTo>
                  <a:close/>
                </a:path>
                <a:path w="806450" h="750570">
                  <a:moveTo>
                    <a:pt x="519430" y="32681"/>
                  </a:moveTo>
                  <a:lnTo>
                    <a:pt x="519430" y="32275"/>
                  </a:lnTo>
                  <a:lnTo>
                    <a:pt x="518159" y="32275"/>
                  </a:lnTo>
                  <a:lnTo>
                    <a:pt x="519430" y="32681"/>
                  </a:lnTo>
                  <a:close/>
                </a:path>
                <a:path w="806450" h="750570">
                  <a:moveTo>
                    <a:pt x="621030" y="691222"/>
                  </a:moveTo>
                  <a:lnTo>
                    <a:pt x="621030" y="671593"/>
                  </a:lnTo>
                  <a:lnTo>
                    <a:pt x="604520" y="681499"/>
                  </a:lnTo>
                  <a:lnTo>
                    <a:pt x="571500" y="698263"/>
                  </a:lnTo>
                  <a:lnTo>
                    <a:pt x="571500" y="697501"/>
                  </a:lnTo>
                  <a:lnTo>
                    <a:pt x="553720" y="705121"/>
                  </a:lnTo>
                  <a:lnTo>
                    <a:pt x="537210" y="711979"/>
                  </a:lnTo>
                  <a:lnTo>
                    <a:pt x="537210" y="711217"/>
                  </a:lnTo>
                  <a:lnTo>
                    <a:pt x="518159" y="717313"/>
                  </a:lnTo>
                  <a:lnTo>
                    <a:pt x="519430" y="717313"/>
                  </a:lnTo>
                  <a:lnTo>
                    <a:pt x="519430" y="734229"/>
                  </a:lnTo>
                  <a:lnTo>
                    <a:pt x="523240" y="733315"/>
                  </a:lnTo>
                  <a:lnTo>
                    <a:pt x="560070" y="721123"/>
                  </a:lnTo>
                  <a:lnTo>
                    <a:pt x="560070" y="720361"/>
                  </a:lnTo>
                  <a:lnTo>
                    <a:pt x="577850" y="713503"/>
                  </a:lnTo>
                  <a:lnTo>
                    <a:pt x="579120" y="712741"/>
                  </a:lnTo>
                  <a:lnTo>
                    <a:pt x="595630" y="705121"/>
                  </a:lnTo>
                  <a:lnTo>
                    <a:pt x="612140" y="695977"/>
                  </a:lnTo>
                  <a:lnTo>
                    <a:pt x="613410" y="695977"/>
                  </a:lnTo>
                  <a:lnTo>
                    <a:pt x="621030" y="691222"/>
                  </a:lnTo>
                  <a:close/>
                </a:path>
                <a:path w="806450" h="750570">
                  <a:moveTo>
                    <a:pt x="621030" y="78820"/>
                  </a:moveTo>
                  <a:lnTo>
                    <a:pt x="621030" y="77995"/>
                  </a:lnTo>
                  <a:lnTo>
                    <a:pt x="619759" y="77995"/>
                  </a:lnTo>
                  <a:lnTo>
                    <a:pt x="621030" y="78820"/>
                  </a:lnTo>
                  <a:close/>
                </a:path>
                <a:path w="806450" h="750570">
                  <a:moveTo>
                    <a:pt x="650240" y="671847"/>
                  </a:moveTo>
                  <a:lnTo>
                    <a:pt x="650240" y="651019"/>
                  </a:lnTo>
                  <a:lnTo>
                    <a:pt x="649891" y="651228"/>
                  </a:lnTo>
                  <a:lnTo>
                    <a:pt x="648970" y="651971"/>
                  </a:lnTo>
                  <a:lnTo>
                    <a:pt x="635000" y="662449"/>
                  </a:lnTo>
                  <a:lnTo>
                    <a:pt x="635000" y="661687"/>
                  </a:lnTo>
                  <a:lnTo>
                    <a:pt x="619759" y="672355"/>
                  </a:lnTo>
                  <a:lnTo>
                    <a:pt x="621030" y="671593"/>
                  </a:lnTo>
                  <a:lnTo>
                    <a:pt x="621030" y="691222"/>
                  </a:lnTo>
                  <a:lnTo>
                    <a:pt x="645160" y="676165"/>
                  </a:lnTo>
                  <a:lnTo>
                    <a:pt x="645160" y="675403"/>
                  </a:lnTo>
                  <a:lnTo>
                    <a:pt x="650240" y="671847"/>
                  </a:lnTo>
                  <a:close/>
                </a:path>
                <a:path w="806450" h="750570">
                  <a:moveTo>
                    <a:pt x="678180" y="649328"/>
                  </a:moveTo>
                  <a:lnTo>
                    <a:pt x="678180" y="628159"/>
                  </a:lnTo>
                  <a:lnTo>
                    <a:pt x="664210" y="640351"/>
                  </a:lnTo>
                  <a:lnTo>
                    <a:pt x="664210" y="639589"/>
                  </a:lnTo>
                  <a:lnTo>
                    <a:pt x="645160" y="654829"/>
                  </a:lnTo>
                  <a:lnTo>
                    <a:pt x="650240" y="651019"/>
                  </a:lnTo>
                  <a:lnTo>
                    <a:pt x="650240" y="671847"/>
                  </a:lnTo>
                  <a:lnTo>
                    <a:pt x="660400" y="664735"/>
                  </a:lnTo>
                  <a:lnTo>
                    <a:pt x="674370" y="653305"/>
                  </a:lnTo>
                  <a:lnTo>
                    <a:pt x="674370" y="652543"/>
                  </a:lnTo>
                  <a:lnTo>
                    <a:pt x="678180" y="649328"/>
                  </a:lnTo>
                  <a:close/>
                </a:path>
                <a:path w="806450" h="750570">
                  <a:moveTo>
                    <a:pt x="650240" y="99521"/>
                  </a:moveTo>
                  <a:lnTo>
                    <a:pt x="650240" y="98569"/>
                  </a:lnTo>
                  <a:lnTo>
                    <a:pt x="648970" y="98569"/>
                  </a:lnTo>
                  <a:lnTo>
                    <a:pt x="650240" y="99521"/>
                  </a:lnTo>
                  <a:close/>
                </a:path>
                <a:path w="806450" h="750570">
                  <a:moveTo>
                    <a:pt x="678180" y="122724"/>
                  </a:moveTo>
                  <a:lnTo>
                    <a:pt x="678180" y="121429"/>
                  </a:lnTo>
                  <a:lnTo>
                    <a:pt x="676910" y="121429"/>
                  </a:lnTo>
                  <a:lnTo>
                    <a:pt x="678180" y="122724"/>
                  </a:lnTo>
                  <a:close/>
                </a:path>
                <a:path w="806450" h="750570">
                  <a:moveTo>
                    <a:pt x="725170" y="601236"/>
                  </a:moveTo>
                  <a:lnTo>
                    <a:pt x="725170" y="574819"/>
                  </a:lnTo>
                  <a:lnTo>
                    <a:pt x="713740" y="589297"/>
                  </a:lnTo>
                  <a:lnTo>
                    <a:pt x="702310" y="603013"/>
                  </a:lnTo>
                  <a:lnTo>
                    <a:pt x="702310" y="602251"/>
                  </a:lnTo>
                  <a:lnTo>
                    <a:pt x="689610" y="615967"/>
                  </a:lnTo>
                  <a:lnTo>
                    <a:pt x="689610" y="615205"/>
                  </a:lnTo>
                  <a:lnTo>
                    <a:pt x="676910" y="628159"/>
                  </a:lnTo>
                  <a:lnTo>
                    <a:pt x="678180" y="628159"/>
                  </a:lnTo>
                  <a:lnTo>
                    <a:pt x="678180" y="649328"/>
                  </a:lnTo>
                  <a:lnTo>
                    <a:pt x="692150" y="637539"/>
                  </a:lnTo>
                  <a:lnTo>
                    <a:pt x="708660" y="620739"/>
                  </a:lnTo>
                  <a:lnTo>
                    <a:pt x="723900" y="602887"/>
                  </a:lnTo>
                  <a:lnTo>
                    <a:pt x="725170" y="601236"/>
                  </a:lnTo>
                  <a:close/>
                </a:path>
                <a:path w="806450" h="750570">
                  <a:moveTo>
                    <a:pt x="725170" y="176378"/>
                  </a:moveTo>
                  <a:lnTo>
                    <a:pt x="725170" y="174769"/>
                  </a:lnTo>
                  <a:lnTo>
                    <a:pt x="723900" y="174769"/>
                  </a:lnTo>
                  <a:lnTo>
                    <a:pt x="725170" y="176378"/>
                  </a:lnTo>
                  <a:close/>
                </a:path>
                <a:path w="806450" h="750570">
                  <a:moveTo>
                    <a:pt x="788566" y="487463"/>
                  </a:moveTo>
                  <a:lnTo>
                    <a:pt x="788566" y="411737"/>
                  </a:lnTo>
                  <a:lnTo>
                    <a:pt x="786130" y="429277"/>
                  </a:lnTo>
                  <a:lnTo>
                    <a:pt x="782320" y="447565"/>
                  </a:lnTo>
                  <a:lnTo>
                    <a:pt x="782320" y="446803"/>
                  </a:lnTo>
                  <a:lnTo>
                    <a:pt x="778510" y="464329"/>
                  </a:lnTo>
                  <a:lnTo>
                    <a:pt x="773430" y="481855"/>
                  </a:lnTo>
                  <a:lnTo>
                    <a:pt x="773430" y="481093"/>
                  </a:lnTo>
                  <a:lnTo>
                    <a:pt x="767080" y="497857"/>
                  </a:lnTo>
                  <a:lnTo>
                    <a:pt x="759460" y="514621"/>
                  </a:lnTo>
                  <a:lnTo>
                    <a:pt x="759460" y="513859"/>
                  </a:lnTo>
                  <a:lnTo>
                    <a:pt x="744220" y="545863"/>
                  </a:lnTo>
                  <a:lnTo>
                    <a:pt x="744220" y="545101"/>
                  </a:lnTo>
                  <a:lnTo>
                    <a:pt x="735330" y="560341"/>
                  </a:lnTo>
                  <a:lnTo>
                    <a:pt x="723900" y="575581"/>
                  </a:lnTo>
                  <a:lnTo>
                    <a:pt x="725170" y="574819"/>
                  </a:lnTo>
                  <a:lnTo>
                    <a:pt x="725170" y="601236"/>
                  </a:lnTo>
                  <a:lnTo>
                    <a:pt x="737870" y="584725"/>
                  </a:lnTo>
                  <a:lnTo>
                    <a:pt x="758190" y="554245"/>
                  </a:lnTo>
                  <a:lnTo>
                    <a:pt x="758190" y="553483"/>
                  </a:lnTo>
                  <a:lnTo>
                    <a:pt x="767080" y="538243"/>
                  </a:lnTo>
                  <a:lnTo>
                    <a:pt x="767080" y="537481"/>
                  </a:lnTo>
                  <a:lnTo>
                    <a:pt x="774700" y="521479"/>
                  </a:lnTo>
                  <a:lnTo>
                    <a:pt x="774700" y="520717"/>
                  </a:lnTo>
                  <a:lnTo>
                    <a:pt x="782320" y="503953"/>
                  </a:lnTo>
                  <a:lnTo>
                    <a:pt x="788566" y="487463"/>
                  </a:lnTo>
                  <a:close/>
                </a:path>
                <a:path w="806450" h="750570">
                  <a:moveTo>
                    <a:pt x="789940" y="482045"/>
                  </a:moveTo>
                  <a:lnTo>
                    <a:pt x="789940" y="392701"/>
                  </a:lnTo>
                  <a:lnTo>
                    <a:pt x="788566" y="413308"/>
                  </a:lnTo>
                  <a:lnTo>
                    <a:pt x="788566" y="486785"/>
                  </a:lnTo>
                  <a:lnTo>
                    <a:pt x="789940" y="482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4938956" y="2639782"/>
              <a:ext cx="674859" cy="512984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 algn="ctr">
                <a:lnSpc>
                  <a:spcPct val="102099"/>
                </a:lnSpc>
                <a:spcBef>
                  <a:spcPts val="9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r>
                <a:rPr sz="1088" spc="-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for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call</a:t>
              </a:r>
              <a:r>
                <a:rPr sz="1088" spc="2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FF0000"/>
                  </a:solidFill>
                  <a:latin typeface="Arial"/>
                  <a:cs typeface="Arial"/>
                </a:rPr>
                <a:t>0</a:t>
              </a:r>
              <a:r>
                <a:rPr sz="1088" spc="32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088" spc="-18" dirty="0">
                  <a:solidFill>
                    <a:srgbClr val="163794"/>
                  </a:solidFill>
                  <a:latin typeface="Arial"/>
                  <a:cs typeface="Arial"/>
                </a:rPr>
                <a:t>from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above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5149015" y="2182355"/>
              <a:ext cx="1271983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udt_send(sndpkt)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5149014" y="1684028"/>
              <a:ext cx="2807116" cy="510201"/>
            </a:xfrm>
            <a:prstGeom prst="rect">
              <a:avLst/>
            </a:prstGeom>
          </p:spPr>
          <p:txBody>
            <a:bodyPr vert="horz" wrap="square" lIns="0" tIns="67371" rIns="0" bIns="0" rtlCol="0">
              <a:spAutoFit/>
            </a:bodyPr>
            <a:lstStyle/>
            <a:p>
              <a:pPr marL="23033">
                <a:spcBef>
                  <a:spcPts val="530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rdt_send(data)</a:t>
              </a:r>
              <a:endParaRPr sz="1270" dirty="0">
                <a:latin typeface="Arial"/>
                <a:cs typeface="Arial"/>
              </a:endParaRPr>
            </a:p>
            <a:p>
              <a:pPr marL="11516">
                <a:spcBef>
                  <a:spcPts val="439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sndpkt</a:t>
              </a:r>
              <a:r>
                <a:rPr sz="1270" spc="-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= make_pkt(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0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,</a:t>
              </a:r>
              <a:r>
                <a:rPr sz="1270" spc="-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data,</a:t>
              </a:r>
              <a:r>
                <a:rPr sz="1270" spc="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checksum)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193012" y="1999012"/>
              <a:ext cx="2175443" cy="23033"/>
            </a:xfrm>
            <a:custGeom>
              <a:avLst/>
              <a:gdLst/>
              <a:ahLst/>
              <a:cxnLst/>
              <a:rect l="l" t="t" r="r" b="b"/>
              <a:pathLst>
                <a:path w="2399029" h="25400">
                  <a:moveTo>
                    <a:pt x="2398776" y="25145"/>
                  </a:moveTo>
                  <a:lnTo>
                    <a:pt x="2398776" y="0"/>
                  </a:lnTo>
                  <a:lnTo>
                    <a:pt x="0" y="0"/>
                  </a:lnTo>
                  <a:lnTo>
                    <a:pt x="0" y="25145"/>
                  </a:lnTo>
                  <a:lnTo>
                    <a:pt x="2398776" y="25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grpSp>
          <p:nvGrpSpPr>
            <p:cNvPr id="8" name="object 8"/>
            <p:cNvGrpSpPr/>
            <p:nvPr/>
          </p:nvGrpSpPr>
          <p:grpSpPr>
            <a:xfrm>
              <a:off x="4616616" y="2450012"/>
              <a:ext cx="2718440" cy="2309609"/>
              <a:chOff x="3715268" y="2701819"/>
              <a:chExt cx="2997835" cy="2546985"/>
            </a:xfrm>
          </p:grpSpPr>
          <p:sp>
            <p:nvSpPr>
              <p:cNvPr id="9" name="object 9"/>
              <p:cNvSpPr/>
              <p:nvPr/>
            </p:nvSpPr>
            <p:spPr>
              <a:xfrm>
                <a:off x="3715258" y="2759976"/>
                <a:ext cx="386715" cy="2488565"/>
              </a:xfrm>
              <a:custGeom>
                <a:avLst/>
                <a:gdLst/>
                <a:ahLst/>
                <a:cxnLst/>
                <a:rect l="l" t="t" r="r" b="b"/>
                <a:pathLst>
                  <a:path w="386714" h="2488565">
                    <a:moveTo>
                      <a:pt x="150253" y="45720"/>
                    </a:moveTo>
                    <a:lnTo>
                      <a:pt x="61099" y="0"/>
                    </a:lnTo>
                    <a:lnTo>
                      <a:pt x="49669" y="22860"/>
                    </a:lnTo>
                    <a:lnTo>
                      <a:pt x="138823" y="67818"/>
                    </a:lnTo>
                    <a:lnTo>
                      <a:pt x="150253" y="45720"/>
                    </a:lnTo>
                    <a:close/>
                  </a:path>
                  <a:path w="386714" h="2488565">
                    <a:moveTo>
                      <a:pt x="227215" y="2045970"/>
                    </a:moveTo>
                    <a:lnTo>
                      <a:pt x="172351" y="2012264"/>
                    </a:lnTo>
                    <a:lnTo>
                      <a:pt x="172351" y="2033016"/>
                    </a:lnTo>
                    <a:lnTo>
                      <a:pt x="166700" y="2032787"/>
                    </a:lnTo>
                    <a:lnTo>
                      <a:pt x="171589" y="2032977"/>
                    </a:lnTo>
                    <a:lnTo>
                      <a:pt x="172351" y="2033016"/>
                    </a:lnTo>
                    <a:lnTo>
                      <a:pt x="172351" y="2012264"/>
                    </a:lnTo>
                    <a:lnTo>
                      <a:pt x="163969" y="2007108"/>
                    </a:lnTo>
                    <a:lnTo>
                      <a:pt x="161620" y="2032584"/>
                    </a:lnTo>
                    <a:lnTo>
                      <a:pt x="160083" y="2032520"/>
                    </a:lnTo>
                    <a:lnTo>
                      <a:pt x="157873" y="2032431"/>
                    </a:lnTo>
                    <a:lnTo>
                      <a:pt x="152539" y="2032342"/>
                    </a:lnTo>
                    <a:lnTo>
                      <a:pt x="120281" y="2036483"/>
                    </a:lnTo>
                    <a:lnTo>
                      <a:pt x="91668" y="2044877"/>
                    </a:lnTo>
                    <a:lnTo>
                      <a:pt x="67957" y="2056726"/>
                    </a:lnTo>
                    <a:lnTo>
                      <a:pt x="67957" y="2076450"/>
                    </a:lnTo>
                    <a:lnTo>
                      <a:pt x="67259" y="2077034"/>
                    </a:lnTo>
                    <a:lnTo>
                      <a:pt x="67957" y="2076450"/>
                    </a:lnTo>
                    <a:lnTo>
                      <a:pt x="67957" y="2056726"/>
                    </a:lnTo>
                    <a:lnTo>
                      <a:pt x="30492" y="2091169"/>
                    </a:lnTo>
                    <a:lnTo>
                      <a:pt x="8521" y="2135670"/>
                    </a:lnTo>
                    <a:lnTo>
                      <a:pt x="0" y="2187397"/>
                    </a:lnTo>
                    <a:lnTo>
                      <a:pt x="355" y="2214994"/>
                    </a:lnTo>
                    <a:lnTo>
                      <a:pt x="3556" y="2243213"/>
                    </a:lnTo>
                    <a:lnTo>
                      <a:pt x="9436" y="2271674"/>
                    </a:lnTo>
                    <a:lnTo>
                      <a:pt x="16903" y="2296896"/>
                    </a:lnTo>
                    <a:lnTo>
                      <a:pt x="17741" y="2299728"/>
                    </a:lnTo>
                    <a:lnTo>
                      <a:pt x="28511" y="2327719"/>
                    </a:lnTo>
                    <a:lnTo>
                      <a:pt x="31381" y="2333688"/>
                    </a:lnTo>
                    <a:lnTo>
                      <a:pt x="41287" y="2354326"/>
                    </a:lnTo>
                    <a:lnTo>
                      <a:pt x="56222" y="2379992"/>
                    </a:lnTo>
                    <a:lnTo>
                      <a:pt x="72872" y="2403729"/>
                    </a:lnTo>
                    <a:lnTo>
                      <a:pt x="80149" y="2412301"/>
                    </a:lnTo>
                    <a:lnTo>
                      <a:pt x="91173" y="2425331"/>
                    </a:lnTo>
                    <a:lnTo>
                      <a:pt x="110947" y="2444419"/>
                    </a:lnTo>
                    <a:lnTo>
                      <a:pt x="114439" y="2447099"/>
                    </a:lnTo>
                    <a:lnTo>
                      <a:pt x="132003" y="2460599"/>
                    </a:lnTo>
                    <a:lnTo>
                      <a:pt x="133489" y="2461450"/>
                    </a:lnTo>
                    <a:lnTo>
                      <a:pt x="153301" y="2472944"/>
                    </a:lnTo>
                    <a:lnTo>
                      <a:pt x="154063" y="2473388"/>
                    </a:lnTo>
                    <a:lnTo>
                      <a:pt x="154190" y="2473464"/>
                    </a:lnTo>
                    <a:lnTo>
                      <a:pt x="173113" y="2480970"/>
                    </a:lnTo>
                    <a:lnTo>
                      <a:pt x="177317" y="2482634"/>
                    </a:lnTo>
                    <a:lnTo>
                      <a:pt x="183781" y="2484005"/>
                    </a:lnTo>
                    <a:lnTo>
                      <a:pt x="193687" y="2486114"/>
                    </a:lnTo>
                    <a:lnTo>
                      <a:pt x="193687" y="2469642"/>
                    </a:lnTo>
                    <a:lnTo>
                      <a:pt x="193687" y="2469438"/>
                    </a:lnTo>
                    <a:lnTo>
                      <a:pt x="183019" y="2466594"/>
                    </a:lnTo>
                    <a:lnTo>
                      <a:pt x="183781" y="2467356"/>
                    </a:lnTo>
                    <a:lnTo>
                      <a:pt x="173113" y="2463546"/>
                    </a:lnTo>
                    <a:lnTo>
                      <a:pt x="173875" y="2463546"/>
                    </a:lnTo>
                    <a:lnTo>
                      <a:pt x="152539" y="2453640"/>
                    </a:lnTo>
                    <a:lnTo>
                      <a:pt x="153301" y="2454402"/>
                    </a:lnTo>
                    <a:lnTo>
                      <a:pt x="133045" y="2440902"/>
                    </a:lnTo>
                    <a:lnTo>
                      <a:pt x="133489" y="2441448"/>
                    </a:lnTo>
                    <a:lnTo>
                      <a:pt x="133045" y="2441079"/>
                    </a:lnTo>
                    <a:lnTo>
                      <a:pt x="132664" y="2440635"/>
                    </a:lnTo>
                    <a:lnTo>
                      <a:pt x="132003" y="2440203"/>
                    </a:lnTo>
                    <a:lnTo>
                      <a:pt x="114439" y="2425446"/>
                    </a:lnTo>
                    <a:lnTo>
                      <a:pt x="115201" y="2425446"/>
                    </a:lnTo>
                    <a:lnTo>
                      <a:pt x="96913" y="2406396"/>
                    </a:lnTo>
                    <a:lnTo>
                      <a:pt x="96913" y="2407158"/>
                    </a:lnTo>
                    <a:lnTo>
                      <a:pt x="80149" y="2386584"/>
                    </a:lnTo>
                    <a:lnTo>
                      <a:pt x="80911" y="2386584"/>
                    </a:lnTo>
                    <a:lnTo>
                      <a:pt x="65671" y="2363724"/>
                    </a:lnTo>
                    <a:lnTo>
                      <a:pt x="65671" y="2364486"/>
                    </a:lnTo>
                    <a:lnTo>
                      <a:pt x="52717" y="2340102"/>
                    </a:lnTo>
                    <a:lnTo>
                      <a:pt x="41287" y="2314956"/>
                    </a:lnTo>
                    <a:lnTo>
                      <a:pt x="31381" y="2289048"/>
                    </a:lnTo>
                    <a:lnTo>
                      <a:pt x="32143" y="2289810"/>
                    </a:lnTo>
                    <a:lnTo>
                      <a:pt x="24523" y="2262378"/>
                    </a:lnTo>
                    <a:lnTo>
                      <a:pt x="24523" y="2263140"/>
                    </a:lnTo>
                    <a:lnTo>
                      <a:pt x="19075" y="2235898"/>
                    </a:lnTo>
                    <a:lnTo>
                      <a:pt x="16903" y="2210562"/>
                    </a:lnTo>
                    <a:lnTo>
                      <a:pt x="16903" y="2186178"/>
                    </a:lnTo>
                    <a:lnTo>
                      <a:pt x="19075" y="2168258"/>
                    </a:lnTo>
                    <a:lnTo>
                      <a:pt x="19951" y="2161032"/>
                    </a:lnTo>
                    <a:lnTo>
                      <a:pt x="19177" y="2162568"/>
                    </a:lnTo>
                    <a:lnTo>
                      <a:pt x="24523" y="2141880"/>
                    </a:lnTo>
                    <a:lnTo>
                      <a:pt x="25285" y="2138934"/>
                    </a:lnTo>
                    <a:lnTo>
                      <a:pt x="24523" y="2139696"/>
                    </a:lnTo>
                    <a:lnTo>
                      <a:pt x="28333" y="2130171"/>
                    </a:lnTo>
                    <a:lnTo>
                      <a:pt x="29095" y="2128266"/>
                    </a:lnTo>
                    <a:lnTo>
                      <a:pt x="28333" y="2129028"/>
                    </a:lnTo>
                    <a:lnTo>
                      <a:pt x="32905" y="2119884"/>
                    </a:lnTo>
                    <a:lnTo>
                      <a:pt x="33667" y="2118360"/>
                    </a:lnTo>
                    <a:lnTo>
                      <a:pt x="32905" y="2119122"/>
                    </a:lnTo>
                    <a:lnTo>
                      <a:pt x="38239" y="2110448"/>
                    </a:lnTo>
                    <a:lnTo>
                      <a:pt x="39001" y="2109216"/>
                    </a:lnTo>
                    <a:lnTo>
                      <a:pt x="38239" y="2109216"/>
                    </a:lnTo>
                    <a:lnTo>
                      <a:pt x="44627" y="2100529"/>
                    </a:lnTo>
                    <a:lnTo>
                      <a:pt x="44907" y="2100186"/>
                    </a:lnTo>
                    <a:lnTo>
                      <a:pt x="44627" y="2100630"/>
                    </a:lnTo>
                    <a:lnTo>
                      <a:pt x="45021" y="2100160"/>
                    </a:lnTo>
                    <a:lnTo>
                      <a:pt x="46240" y="2098548"/>
                    </a:lnTo>
                    <a:lnTo>
                      <a:pt x="51193" y="2092604"/>
                    </a:lnTo>
                    <a:lnTo>
                      <a:pt x="51955" y="2091690"/>
                    </a:lnTo>
                    <a:lnTo>
                      <a:pt x="58813" y="2084832"/>
                    </a:lnTo>
                    <a:lnTo>
                      <a:pt x="59575" y="2084070"/>
                    </a:lnTo>
                    <a:lnTo>
                      <a:pt x="58813" y="2084070"/>
                    </a:lnTo>
                    <a:lnTo>
                      <a:pt x="66294" y="2077834"/>
                    </a:lnTo>
                    <a:lnTo>
                      <a:pt x="67132" y="2077250"/>
                    </a:lnTo>
                    <a:lnTo>
                      <a:pt x="67284" y="2077135"/>
                    </a:lnTo>
                    <a:lnTo>
                      <a:pt x="67957" y="2076678"/>
                    </a:lnTo>
                    <a:lnTo>
                      <a:pt x="77101" y="2070354"/>
                    </a:lnTo>
                    <a:lnTo>
                      <a:pt x="76339" y="2071116"/>
                    </a:lnTo>
                    <a:lnTo>
                      <a:pt x="77101" y="2070709"/>
                    </a:lnTo>
                    <a:lnTo>
                      <a:pt x="87007" y="2065426"/>
                    </a:lnTo>
                    <a:lnTo>
                      <a:pt x="87769" y="2065020"/>
                    </a:lnTo>
                    <a:lnTo>
                      <a:pt x="87007" y="2065020"/>
                    </a:lnTo>
                    <a:lnTo>
                      <a:pt x="99199" y="2059686"/>
                    </a:lnTo>
                    <a:lnTo>
                      <a:pt x="98437" y="2060448"/>
                    </a:lnTo>
                    <a:lnTo>
                      <a:pt x="99199" y="2060168"/>
                    </a:lnTo>
                    <a:lnTo>
                      <a:pt x="110629" y="2056142"/>
                    </a:lnTo>
                    <a:lnTo>
                      <a:pt x="111391" y="2055876"/>
                    </a:lnTo>
                    <a:lnTo>
                      <a:pt x="110629" y="2055876"/>
                    </a:lnTo>
                    <a:lnTo>
                      <a:pt x="123583" y="2052993"/>
                    </a:lnTo>
                    <a:lnTo>
                      <a:pt x="123583" y="2052828"/>
                    </a:lnTo>
                    <a:lnTo>
                      <a:pt x="138074" y="2050580"/>
                    </a:lnTo>
                    <a:lnTo>
                      <a:pt x="140144" y="2050338"/>
                    </a:lnTo>
                    <a:lnTo>
                      <a:pt x="152539" y="2049157"/>
                    </a:lnTo>
                    <a:lnTo>
                      <a:pt x="154190" y="2049081"/>
                    </a:lnTo>
                    <a:lnTo>
                      <a:pt x="157873" y="2049221"/>
                    </a:lnTo>
                    <a:lnTo>
                      <a:pt x="160083" y="2049310"/>
                    </a:lnTo>
                    <a:lnTo>
                      <a:pt x="157873" y="2073402"/>
                    </a:lnTo>
                    <a:lnTo>
                      <a:pt x="172351" y="2067674"/>
                    </a:lnTo>
                    <a:lnTo>
                      <a:pt x="227215" y="2045970"/>
                    </a:lnTo>
                    <a:close/>
                  </a:path>
                  <a:path w="386714" h="2488565">
                    <a:moveTo>
                      <a:pt x="236359" y="2469743"/>
                    </a:moveTo>
                    <a:lnTo>
                      <a:pt x="227215" y="2470962"/>
                    </a:lnTo>
                    <a:lnTo>
                      <a:pt x="226428" y="2471064"/>
                    </a:lnTo>
                    <a:lnTo>
                      <a:pt x="225691" y="2471153"/>
                    </a:lnTo>
                    <a:lnTo>
                      <a:pt x="224929" y="2471267"/>
                    </a:lnTo>
                    <a:lnTo>
                      <a:pt x="215785" y="2471928"/>
                    </a:lnTo>
                    <a:lnTo>
                      <a:pt x="205879" y="2471267"/>
                    </a:lnTo>
                    <a:lnTo>
                      <a:pt x="195211" y="2469845"/>
                    </a:lnTo>
                    <a:lnTo>
                      <a:pt x="194424" y="2469731"/>
                    </a:lnTo>
                    <a:lnTo>
                      <a:pt x="194424" y="2486266"/>
                    </a:lnTo>
                    <a:lnTo>
                      <a:pt x="201231" y="2487714"/>
                    </a:lnTo>
                    <a:lnTo>
                      <a:pt x="224929" y="2488285"/>
                    </a:lnTo>
                    <a:lnTo>
                      <a:pt x="226428" y="2488184"/>
                    </a:lnTo>
                    <a:lnTo>
                      <a:pt x="236359" y="2486482"/>
                    </a:lnTo>
                    <a:lnTo>
                      <a:pt x="236359" y="2470404"/>
                    </a:lnTo>
                    <a:lnTo>
                      <a:pt x="236359" y="2469743"/>
                    </a:lnTo>
                    <a:close/>
                  </a:path>
                  <a:path w="386714" h="2488565">
                    <a:moveTo>
                      <a:pt x="307225" y="124206"/>
                    </a:moveTo>
                    <a:lnTo>
                      <a:pt x="217309" y="79248"/>
                    </a:lnTo>
                    <a:lnTo>
                      <a:pt x="205879" y="101346"/>
                    </a:lnTo>
                    <a:lnTo>
                      <a:pt x="295795" y="147066"/>
                    </a:lnTo>
                    <a:lnTo>
                      <a:pt x="307225" y="124206"/>
                    </a:lnTo>
                    <a:close/>
                  </a:path>
                  <a:path w="386714" h="2488565">
                    <a:moveTo>
                      <a:pt x="362851" y="2394966"/>
                    </a:moveTo>
                    <a:lnTo>
                      <a:pt x="349135" y="2385060"/>
                    </a:lnTo>
                    <a:lnTo>
                      <a:pt x="337705" y="2400300"/>
                    </a:lnTo>
                    <a:lnTo>
                      <a:pt x="338467" y="2400300"/>
                    </a:lnTo>
                    <a:lnTo>
                      <a:pt x="326986" y="2413203"/>
                    </a:lnTo>
                    <a:lnTo>
                      <a:pt x="326453" y="2413851"/>
                    </a:lnTo>
                    <a:lnTo>
                      <a:pt x="326288" y="2413978"/>
                    </a:lnTo>
                    <a:lnTo>
                      <a:pt x="325513" y="2414867"/>
                    </a:lnTo>
                    <a:lnTo>
                      <a:pt x="315607" y="2425446"/>
                    </a:lnTo>
                    <a:lnTo>
                      <a:pt x="303415" y="2436114"/>
                    </a:lnTo>
                    <a:lnTo>
                      <a:pt x="304177" y="2436114"/>
                    </a:lnTo>
                    <a:lnTo>
                      <a:pt x="292747" y="2445258"/>
                    </a:lnTo>
                    <a:lnTo>
                      <a:pt x="292747" y="2444496"/>
                    </a:lnTo>
                    <a:lnTo>
                      <a:pt x="281317" y="2452878"/>
                    </a:lnTo>
                    <a:lnTo>
                      <a:pt x="281317" y="2452116"/>
                    </a:lnTo>
                    <a:lnTo>
                      <a:pt x="269887" y="2458974"/>
                    </a:lnTo>
                    <a:lnTo>
                      <a:pt x="270649" y="2458212"/>
                    </a:lnTo>
                    <a:lnTo>
                      <a:pt x="258457" y="2463546"/>
                    </a:lnTo>
                    <a:lnTo>
                      <a:pt x="259219" y="2463546"/>
                    </a:lnTo>
                    <a:lnTo>
                      <a:pt x="247789" y="2467356"/>
                    </a:lnTo>
                    <a:lnTo>
                      <a:pt x="248551" y="2467356"/>
                    </a:lnTo>
                    <a:lnTo>
                      <a:pt x="237121" y="2470213"/>
                    </a:lnTo>
                    <a:lnTo>
                      <a:pt x="237121" y="2486355"/>
                    </a:lnTo>
                    <a:lnTo>
                      <a:pt x="248551" y="2484386"/>
                    </a:lnTo>
                    <a:lnTo>
                      <a:pt x="250710" y="2484018"/>
                    </a:lnTo>
                    <a:lnTo>
                      <a:pt x="259219" y="2480792"/>
                    </a:lnTo>
                    <a:lnTo>
                      <a:pt x="269887" y="2476741"/>
                    </a:lnTo>
                    <a:lnTo>
                      <a:pt x="275920" y="2474455"/>
                    </a:lnTo>
                    <a:lnTo>
                      <a:pt x="301231" y="2459228"/>
                    </a:lnTo>
                    <a:lnTo>
                      <a:pt x="304177" y="2456738"/>
                    </a:lnTo>
                    <a:lnTo>
                      <a:pt x="326453" y="2437942"/>
                    </a:lnTo>
                    <a:lnTo>
                      <a:pt x="338467" y="2424595"/>
                    </a:lnTo>
                    <a:lnTo>
                      <a:pt x="351421" y="2410206"/>
                    </a:lnTo>
                    <a:lnTo>
                      <a:pt x="362851" y="2394966"/>
                    </a:lnTo>
                    <a:close/>
                  </a:path>
                  <a:path w="386714" h="2488565">
                    <a:moveTo>
                      <a:pt x="386473" y="178308"/>
                    </a:moveTo>
                    <a:lnTo>
                      <a:pt x="336181" y="111252"/>
                    </a:lnTo>
                    <a:lnTo>
                      <a:pt x="302653" y="178308"/>
                    </a:lnTo>
                    <a:lnTo>
                      <a:pt x="386473" y="17830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10" name="object 10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491875" y="2701819"/>
                <a:ext cx="2221077" cy="1790170"/>
              </a:xfrm>
              <a:prstGeom prst="rect">
                <a:avLst/>
              </a:prstGeom>
            </p:spPr>
          </p:pic>
        </p:grpSp>
        <p:sp>
          <p:nvSpPr>
            <p:cNvPr id="11" name="object 11"/>
            <p:cNvSpPr txBox="1"/>
            <p:nvPr/>
          </p:nvSpPr>
          <p:spPr>
            <a:xfrm>
              <a:off x="6523378" y="2575521"/>
              <a:ext cx="504993" cy="512984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23608" marR="4607" indent="-12668" algn="just">
                <a:lnSpc>
                  <a:spcPct val="102099"/>
                </a:lnSpc>
                <a:spcBef>
                  <a:spcPts val="9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r>
                <a:rPr sz="1088" spc="-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for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ACK</a:t>
              </a:r>
              <a:r>
                <a:rPr sz="1088" spc="4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or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NAK</a:t>
              </a:r>
              <a:r>
                <a:rPr sz="1088" spc="4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45" dirty="0">
                  <a:solidFill>
                    <a:srgbClr val="FF0000"/>
                  </a:solidFill>
                  <a:latin typeface="Arial"/>
                  <a:cs typeface="Arial"/>
                </a:rPr>
                <a:t>0</a:t>
              </a:r>
              <a:endParaRPr sz="1088" dirty="0">
                <a:latin typeface="Arial"/>
                <a:cs typeface="Arial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7336670" y="2261129"/>
              <a:ext cx="1319201" cy="803973"/>
            </a:xfrm>
            <a:prstGeom prst="rect">
              <a:avLst/>
            </a:prstGeom>
          </p:spPr>
          <p:txBody>
            <a:bodyPr vert="horz" wrap="square" lIns="0" tIns="4607" rIns="0" bIns="0" rtlCol="0">
              <a:spAutoFit/>
            </a:bodyPr>
            <a:lstStyle/>
            <a:p>
              <a:pPr marL="11516" marR="4607">
                <a:lnSpc>
                  <a:spcPct val="103699"/>
                </a:lnSpc>
                <a:spcBef>
                  <a:spcPts val="36"/>
                </a:spcBef>
                <a:tabLst>
                  <a:tab pos="1214400" algn="l"/>
                </a:tabLst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r>
                <a:rPr sz="1270" spc="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&amp;&amp;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(</a:t>
              </a:r>
              <a:r>
                <a:rPr sz="1270" spc="-32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corrupt(rcvpkt)</a:t>
              </a:r>
              <a:r>
                <a:rPr sz="1270" spc="-18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||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is</a:t>
              </a:r>
              <a:r>
                <a:rPr sz="1270" u="heavy" dirty="0">
                  <a:solidFill>
                    <a:srgbClr val="163794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NAK(rcvpkt)</a:t>
              </a:r>
              <a:r>
                <a:rPr sz="1270" u="heavy" spc="-54" dirty="0">
                  <a:solidFill>
                    <a:srgbClr val="163794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 </a:t>
              </a:r>
              <a:r>
                <a:rPr sz="1270" u="heavy" spc="-45" dirty="0">
                  <a:solidFill>
                    <a:srgbClr val="163794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)</a:t>
              </a:r>
              <a:r>
                <a:rPr sz="1270" u="heavy" dirty="0">
                  <a:solidFill>
                    <a:srgbClr val="163794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	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udt_send(sndpkt)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828497" y="3035497"/>
              <a:ext cx="1923810" cy="1631294"/>
            </a:xfrm>
            <a:custGeom>
              <a:avLst/>
              <a:gdLst/>
              <a:ahLst/>
              <a:cxnLst/>
              <a:rect l="l" t="t" r="r" b="b"/>
              <a:pathLst>
                <a:path w="2121535" h="1798954">
                  <a:moveTo>
                    <a:pt x="41224" y="967409"/>
                  </a:moveTo>
                  <a:lnTo>
                    <a:pt x="40665" y="962977"/>
                  </a:lnTo>
                  <a:lnTo>
                    <a:pt x="40665" y="963206"/>
                  </a:lnTo>
                  <a:lnTo>
                    <a:pt x="41224" y="967409"/>
                  </a:lnTo>
                  <a:close/>
                </a:path>
                <a:path w="2121535" h="1798954">
                  <a:moveTo>
                    <a:pt x="58077" y="61175"/>
                  </a:moveTo>
                  <a:lnTo>
                    <a:pt x="56794" y="63246"/>
                  </a:lnTo>
                  <a:lnTo>
                    <a:pt x="58077" y="61328"/>
                  </a:lnTo>
                  <a:lnTo>
                    <a:pt x="58077" y="61175"/>
                  </a:lnTo>
                  <a:close/>
                </a:path>
                <a:path w="2121535" h="1798954">
                  <a:moveTo>
                    <a:pt x="58318" y="60833"/>
                  </a:moveTo>
                  <a:lnTo>
                    <a:pt x="58077" y="61175"/>
                  </a:lnTo>
                  <a:lnTo>
                    <a:pt x="58318" y="60833"/>
                  </a:lnTo>
                  <a:close/>
                </a:path>
                <a:path w="2121535" h="1798954">
                  <a:moveTo>
                    <a:pt x="90322" y="1103376"/>
                  </a:moveTo>
                  <a:lnTo>
                    <a:pt x="87274" y="1102614"/>
                  </a:lnTo>
                  <a:lnTo>
                    <a:pt x="84988" y="1101852"/>
                  </a:lnTo>
                  <a:lnTo>
                    <a:pt x="87020" y="1102423"/>
                  </a:lnTo>
                  <a:lnTo>
                    <a:pt x="82499" y="1099197"/>
                  </a:lnTo>
                  <a:lnTo>
                    <a:pt x="78892" y="1094994"/>
                  </a:lnTo>
                  <a:lnTo>
                    <a:pt x="79654" y="1096518"/>
                  </a:lnTo>
                  <a:lnTo>
                    <a:pt x="75082" y="1089660"/>
                  </a:lnTo>
                  <a:lnTo>
                    <a:pt x="75844" y="1090422"/>
                  </a:lnTo>
                  <a:lnTo>
                    <a:pt x="71272" y="1082802"/>
                  </a:lnTo>
                  <a:lnTo>
                    <a:pt x="71272" y="1083564"/>
                  </a:lnTo>
                  <a:lnTo>
                    <a:pt x="67462" y="1075182"/>
                  </a:lnTo>
                  <a:lnTo>
                    <a:pt x="63652" y="1065276"/>
                  </a:lnTo>
                  <a:lnTo>
                    <a:pt x="59842" y="1053846"/>
                  </a:lnTo>
                  <a:lnTo>
                    <a:pt x="59842" y="1054608"/>
                  </a:lnTo>
                  <a:lnTo>
                    <a:pt x="56032" y="1041654"/>
                  </a:lnTo>
                  <a:lnTo>
                    <a:pt x="56032" y="1042416"/>
                  </a:lnTo>
                  <a:lnTo>
                    <a:pt x="52984" y="1028700"/>
                  </a:lnTo>
                  <a:lnTo>
                    <a:pt x="49936" y="1014222"/>
                  </a:lnTo>
                  <a:lnTo>
                    <a:pt x="46126" y="998220"/>
                  </a:lnTo>
                  <a:lnTo>
                    <a:pt x="42773" y="979779"/>
                  </a:lnTo>
                  <a:lnTo>
                    <a:pt x="42976" y="981456"/>
                  </a:lnTo>
                  <a:lnTo>
                    <a:pt x="41224" y="967409"/>
                  </a:lnTo>
                  <a:lnTo>
                    <a:pt x="40665" y="963942"/>
                  </a:lnTo>
                  <a:lnTo>
                    <a:pt x="40665" y="963383"/>
                  </a:lnTo>
                  <a:lnTo>
                    <a:pt x="37744" y="945642"/>
                  </a:lnTo>
                  <a:lnTo>
                    <a:pt x="30886" y="886206"/>
                  </a:lnTo>
                  <a:lnTo>
                    <a:pt x="23177" y="795223"/>
                  </a:lnTo>
                  <a:lnTo>
                    <a:pt x="20980" y="749046"/>
                  </a:lnTo>
                  <a:lnTo>
                    <a:pt x="17741" y="651637"/>
                  </a:lnTo>
                  <a:lnTo>
                    <a:pt x="16814" y="601941"/>
                  </a:lnTo>
                  <a:lnTo>
                    <a:pt x="16433" y="551802"/>
                  </a:lnTo>
                  <a:lnTo>
                    <a:pt x="16649" y="501357"/>
                  </a:lnTo>
                  <a:lnTo>
                    <a:pt x="17538" y="450786"/>
                  </a:lnTo>
                  <a:lnTo>
                    <a:pt x="19138" y="400227"/>
                  </a:lnTo>
                  <a:lnTo>
                    <a:pt x="21513" y="349834"/>
                  </a:lnTo>
                  <a:lnTo>
                    <a:pt x="24739" y="299783"/>
                  </a:lnTo>
                  <a:lnTo>
                    <a:pt x="28854" y="250215"/>
                  </a:lnTo>
                  <a:lnTo>
                    <a:pt x="33934" y="201282"/>
                  </a:lnTo>
                  <a:lnTo>
                    <a:pt x="42214" y="135623"/>
                  </a:lnTo>
                  <a:lnTo>
                    <a:pt x="41973" y="137579"/>
                  </a:lnTo>
                  <a:lnTo>
                    <a:pt x="42214" y="136169"/>
                  </a:lnTo>
                  <a:lnTo>
                    <a:pt x="45364" y="118110"/>
                  </a:lnTo>
                  <a:lnTo>
                    <a:pt x="48412" y="102108"/>
                  </a:lnTo>
                  <a:lnTo>
                    <a:pt x="48412" y="102870"/>
                  </a:lnTo>
                  <a:lnTo>
                    <a:pt x="51460" y="87630"/>
                  </a:lnTo>
                  <a:lnTo>
                    <a:pt x="54508" y="73914"/>
                  </a:lnTo>
                  <a:lnTo>
                    <a:pt x="56794" y="65963"/>
                  </a:lnTo>
                  <a:lnTo>
                    <a:pt x="56794" y="63246"/>
                  </a:lnTo>
                  <a:lnTo>
                    <a:pt x="56794" y="60350"/>
                  </a:lnTo>
                  <a:lnTo>
                    <a:pt x="58077" y="61175"/>
                  </a:lnTo>
                  <a:lnTo>
                    <a:pt x="64414" y="51054"/>
                  </a:lnTo>
                  <a:lnTo>
                    <a:pt x="59842" y="58369"/>
                  </a:lnTo>
                  <a:lnTo>
                    <a:pt x="58318" y="60833"/>
                  </a:lnTo>
                  <a:lnTo>
                    <a:pt x="58140" y="61226"/>
                  </a:lnTo>
                  <a:lnTo>
                    <a:pt x="64414" y="65278"/>
                  </a:lnTo>
                  <a:lnTo>
                    <a:pt x="78892" y="74676"/>
                  </a:lnTo>
                  <a:lnTo>
                    <a:pt x="87274" y="0"/>
                  </a:lnTo>
                  <a:lnTo>
                    <a:pt x="22504" y="38100"/>
                  </a:lnTo>
                  <a:lnTo>
                    <a:pt x="44056" y="52070"/>
                  </a:lnTo>
                  <a:lnTo>
                    <a:pt x="42773" y="54127"/>
                  </a:lnTo>
                  <a:lnTo>
                    <a:pt x="31305" y="99885"/>
                  </a:lnTo>
                  <a:lnTo>
                    <a:pt x="28600" y="115062"/>
                  </a:lnTo>
                  <a:lnTo>
                    <a:pt x="28600" y="115824"/>
                  </a:lnTo>
                  <a:lnTo>
                    <a:pt x="25552" y="132588"/>
                  </a:lnTo>
                  <a:lnTo>
                    <a:pt x="17538" y="192239"/>
                  </a:lnTo>
                  <a:lnTo>
                    <a:pt x="8026" y="297942"/>
                  </a:lnTo>
                  <a:lnTo>
                    <a:pt x="5740" y="345186"/>
                  </a:lnTo>
                  <a:lnTo>
                    <a:pt x="4978" y="345186"/>
                  </a:lnTo>
                  <a:lnTo>
                    <a:pt x="2692" y="393954"/>
                  </a:lnTo>
                  <a:lnTo>
                    <a:pt x="1168" y="444246"/>
                  </a:lnTo>
                  <a:lnTo>
                    <a:pt x="0" y="543852"/>
                  </a:lnTo>
                  <a:lnTo>
                    <a:pt x="0" y="593305"/>
                  </a:lnTo>
                  <a:lnTo>
                    <a:pt x="584" y="645871"/>
                  </a:lnTo>
                  <a:lnTo>
                    <a:pt x="1828" y="697344"/>
                  </a:lnTo>
                  <a:lnTo>
                    <a:pt x="3873" y="748880"/>
                  </a:lnTo>
                  <a:lnTo>
                    <a:pt x="6819" y="800303"/>
                  </a:lnTo>
                  <a:lnTo>
                    <a:pt x="10807" y="851433"/>
                  </a:lnTo>
                  <a:lnTo>
                    <a:pt x="15938" y="902093"/>
                  </a:lnTo>
                  <a:lnTo>
                    <a:pt x="22339" y="952093"/>
                  </a:lnTo>
                  <a:lnTo>
                    <a:pt x="30124" y="1001268"/>
                  </a:lnTo>
                  <a:lnTo>
                    <a:pt x="30124" y="1002030"/>
                  </a:lnTo>
                  <a:lnTo>
                    <a:pt x="33172" y="1017270"/>
                  </a:lnTo>
                  <a:lnTo>
                    <a:pt x="38963" y="1041615"/>
                  </a:lnTo>
                  <a:lnTo>
                    <a:pt x="42976" y="1054950"/>
                  </a:lnTo>
                  <a:lnTo>
                    <a:pt x="47663" y="1070533"/>
                  </a:lnTo>
                  <a:lnTo>
                    <a:pt x="60159" y="1097584"/>
                  </a:lnTo>
                  <a:lnTo>
                    <a:pt x="75082" y="1113828"/>
                  </a:lnTo>
                  <a:lnTo>
                    <a:pt x="77368" y="1116330"/>
                  </a:lnTo>
                  <a:lnTo>
                    <a:pt x="79654" y="1117092"/>
                  </a:lnTo>
                  <a:lnTo>
                    <a:pt x="81940" y="1118235"/>
                  </a:lnTo>
                  <a:lnTo>
                    <a:pt x="83464" y="1118997"/>
                  </a:lnTo>
                  <a:lnTo>
                    <a:pt x="84226" y="1119378"/>
                  </a:lnTo>
                  <a:lnTo>
                    <a:pt x="84988" y="1117371"/>
                  </a:lnTo>
                  <a:lnTo>
                    <a:pt x="90322" y="1103376"/>
                  </a:lnTo>
                  <a:close/>
                </a:path>
                <a:path w="2121535" h="1798954">
                  <a:moveTo>
                    <a:pt x="2073808" y="1677682"/>
                  </a:moveTo>
                  <a:lnTo>
                    <a:pt x="2062378" y="1685544"/>
                  </a:lnTo>
                  <a:lnTo>
                    <a:pt x="2063140" y="1684782"/>
                  </a:lnTo>
                  <a:lnTo>
                    <a:pt x="2049424" y="1692402"/>
                  </a:lnTo>
                  <a:lnTo>
                    <a:pt x="2050186" y="1692402"/>
                  </a:lnTo>
                  <a:lnTo>
                    <a:pt x="2034946" y="1699260"/>
                  </a:lnTo>
                  <a:lnTo>
                    <a:pt x="2035708" y="1699260"/>
                  </a:lnTo>
                  <a:lnTo>
                    <a:pt x="2018944" y="1706118"/>
                  </a:lnTo>
                  <a:lnTo>
                    <a:pt x="2019706" y="1706118"/>
                  </a:lnTo>
                  <a:lnTo>
                    <a:pt x="2001418" y="1712214"/>
                  </a:lnTo>
                  <a:lnTo>
                    <a:pt x="2002180" y="1712214"/>
                  </a:lnTo>
                  <a:lnTo>
                    <a:pt x="1983130" y="1718310"/>
                  </a:lnTo>
                  <a:lnTo>
                    <a:pt x="1962556" y="1724406"/>
                  </a:lnTo>
                  <a:lnTo>
                    <a:pt x="1963318" y="1724406"/>
                  </a:lnTo>
                  <a:lnTo>
                    <a:pt x="1941220" y="1730502"/>
                  </a:lnTo>
                  <a:lnTo>
                    <a:pt x="1941982" y="1730502"/>
                  </a:lnTo>
                  <a:lnTo>
                    <a:pt x="1919122" y="1735836"/>
                  </a:lnTo>
                  <a:lnTo>
                    <a:pt x="1868589" y="1745919"/>
                  </a:lnTo>
                  <a:lnTo>
                    <a:pt x="1817763" y="1754301"/>
                  </a:lnTo>
                  <a:lnTo>
                    <a:pt x="1766709" y="1761210"/>
                  </a:lnTo>
                  <a:lnTo>
                    <a:pt x="1715477" y="1766887"/>
                  </a:lnTo>
                  <a:lnTo>
                    <a:pt x="1664157" y="1771561"/>
                  </a:lnTo>
                  <a:lnTo>
                    <a:pt x="1612798" y="1775460"/>
                  </a:lnTo>
                  <a:lnTo>
                    <a:pt x="1549539" y="1778495"/>
                  </a:lnTo>
                  <a:lnTo>
                    <a:pt x="1484782" y="1780794"/>
                  </a:lnTo>
                  <a:lnTo>
                    <a:pt x="1420012" y="1781543"/>
                  </a:lnTo>
                  <a:lnTo>
                    <a:pt x="1354480" y="1781556"/>
                  </a:lnTo>
                  <a:lnTo>
                    <a:pt x="1290739" y="1780044"/>
                  </a:lnTo>
                  <a:lnTo>
                    <a:pt x="1289710" y="1780032"/>
                  </a:lnTo>
                  <a:lnTo>
                    <a:pt x="1226642" y="1777022"/>
                  </a:lnTo>
                  <a:lnTo>
                    <a:pt x="1225702" y="1776933"/>
                  </a:lnTo>
                  <a:lnTo>
                    <a:pt x="1165656" y="1773313"/>
                  </a:lnTo>
                  <a:lnTo>
                    <a:pt x="1164297" y="1773237"/>
                  </a:lnTo>
                  <a:lnTo>
                    <a:pt x="1163967" y="1773174"/>
                  </a:lnTo>
                  <a:lnTo>
                    <a:pt x="1103020" y="1767840"/>
                  </a:lnTo>
                  <a:lnTo>
                    <a:pt x="1055535" y="1762239"/>
                  </a:lnTo>
                  <a:lnTo>
                    <a:pt x="1008113" y="1755978"/>
                  </a:lnTo>
                  <a:lnTo>
                    <a:pt x="961288" y="1748459"/>
                  </a:lnTo>
                  <a:lnTo>
                    <a:pt x="914044" y="1738884"/>
                  </a:lnTo>
                  <a:lnTo>
                    <a:pt x="890422" y="1733550"/>
                  </a:lnTo>
                  <a:lnTo>
                    <a:pt x="891184" y="1733550"/>
                  </a:lnTo>
                  <a:lnTo>
                    <a:pt x="868324" y="1728216"/>
                  </a:lnTo>
                  <a:lnTo>
                    <a:pt x="847750" y="1722120"/>
                  </a:lnTo>
                  <a:lnTo>
                    <a:pt x="827938" y="1716024"/>
                  </a:lnTo>
                  <a:lnTo>
                    <a:pt x="808888" y="1709166"/>
                  </a:lnTo>
                  <a:lnTo>
                    <a:pt x="809650" y="1709166"/>
                  </a:lnTo>
                  <a:lnTo>
                    <a:pt x="792124" y="1702308"/>
                  </a:lnTo>
                  <a:lnTo>
                    <a:pt x="792886" y="1702308"/>
                  </a:lnTo>
                  <a:lnTo>
                    <a:pt x="776884" y="1695450"/>
                  </a:lnTo>
                  <a:lnTo>
                    <a:pt x="762406" y="1687830"/>
                  </a:lnTo>
                  <a:lnTo>
                    <a:pt x="763168" y="1687830"/>
                  </a:lnTo>
                  <a:lnTo>
                    <a:pt x="752500" y="1681556"/>
                  </a:lnTo>
                  <a:lnTo>
                    <a:pt x="752500" y="1681734"/>
                  </a:lnTo>
                  <a:lnTo>
                    <a:pt x="750633" y="1680489"/>
                  </a:lnTo>
                  <a:lnTo>
                    <a:pt x="751116" y="1680743"/>
                  </a:lnTo>
                  <a:lnTo>
                    <a:pt x="752182" y="1681518"/>
                  </a:lnTo>
                  <a:lnTo>
                    <a:pt x="752500" y="1681734"/>
                  </a:lnTo>
                  <a:lnTo>
                    <a:pt x="752500" y="1681556"/>
                  </a:lnTo>
                  <a:lnTo>
                    <a:pt x="752182" y="1681365"/>
                  </a:lnTo>
                  <a:lnTo>
                    <a:pt x="751116" y="1680121"/>
                  </a:lnTo>
                  <a:lnTo>
                    <a:pt x="770788" y="1665732"/>
                  </a:lnTo>
                  <a:lnTo>
                    <a:pt x="703732" y="1632204"/>
                  </a:lnTo>
                  <a:lnTo>
                    <a:pt x="716686" y="1705356"/>
                  </a:lnTo>
                  <a:lnTo>
                    <a:pt x="731164" y="1694751"/>
                  </a:lnTo>
                  <a:lnTo>
                    <a:pt x="737654" y="1689989"/>
                  </a:lnTo>
                  <a:lnTo>
                    <a:pt x="739546" y="1692402"/>
                  </a:lnTo>
                  <a:lnTo>
                    <a:pt x="752500" y="1701025"/>
                  </a:lnTo>
                  <a:lnTo>
                    <a:pt x="753567" y="1701749"/>
                  </a:lnTo>
                  <a:lnTo>
                    <a:pt x="762406" y="1706321"/>
                  </a:lnTo>
                  <a:lnTo>
                    <a:pt x="770382" y="1710461"/>
                  </a:lnTo>
                  <a:lnTo>
                    <a:pt x="787768" y="1718348"/>
                  </a:lnTo>
                  <a:lnTo>
                    <a:pt x="792124" y="1720227"/>
                  </a:lnTo>
                  <a:lnTo>
                    <a:pt x="803554" y="1725168"/>
                  </a:lnTo>
                  <a:lnTo>
                    <a:pt x="808888" y="1726869"/>
                  </a:lnTo>
                  <a:lnTo>
                    <a:pt x="822604" y="1731264"/>
                  </a:lnTo>
                  <a:lnTo>
                    <a:pt x="822604" y="1732026"/>
                  </a:lnTo>
                  <a:lnTo>
                    <a:pt x="842416" y="1738122"/>
                  </a:lnTo>
                  <a:lnTo>
                    <a:pt x="843178" y="1738122"/>
                  </a:lnTo>
                  <a:lnTo>
                    <a:pt x="863752" y="1744218"/>
                  </a:lnTo>
                  <a:lnTo>
                    <a:pt x="864514" y="1744218"/>
                  </a:lnTo>
                  <a:lnTo>
                    <a:pt x="886612" y="1750314"/>
                  </a:lnTo>
                  <a:lnTo>
                    <a:pt x="890422" y="1751164"/>
                  </a:lnTo>
                  <a:lnTo>
                    <a:pt x="910234" y="1755648"/>
                  </a:lnTo>
                  <a:lnTo>
                    <a:pt x="935380" y="1760220"/>
                  </a:lnTo>
                  <a:lnTo>
                    <a:pt x="960526" y="1765554"/>
                  </a:lnTo>
                  <a:lnTo>
                    <a:pt x="961288" y="1765554"/>
                  </a:lnTo>
                  <a:lnTo>
                    <a:pt x="987196" y="1769364"/>
                  </a:lnTo>
                  <a:lnTo>
                    <a:pt x="987196" y="1770126"/>
                  </a:lnTo>
                  <a:lnTo>
                    <a:pt x="1014628" y="1773936"/>
                  </a:lnTo>
                  <a:lnTo>
                    <a:pt x="1091349" y="1783156"/>
                  </a:lnTo>
                  <a:lnTo>
                    <a:pt x="1140498" y="1787753"/>
                  </a:lnTo>
                  <a:lnTo>
                    <a:pt x="1190180" y="1791563"/>
                  </a:lnTo>
                  <a:lnTo>
                    <a:pt x="1240282" y="1794560"/>
                  </a:lnTo>
                  <a:lnTo>
                    <a:pt x="1289710" y="1796707"/>
                  </a:lnTo>
                  <a:lnTo>
                    <a:pt x="1341437" y="1798142"/>
                  </a:lnTo>
                  <a:lnTo>
                    <a:pt x="1392288" y="1798726"/>
                  </a:lnTo>
                  <a:lnTo>
                    <a:pt x="1420012" y="1798612"/>
                  </a:lnTo>
                  <a:lnTo>
                    <a:pt x="1494078" y="1797494"/>
                  </a:lnTo>
                  <a:lnTo>
                    <a:pt x="1544828" y="1795691"/>
                  </a:lnTo>
                  <a:lnTo>
                    <a:pt x="1595361" y="1793074"/>
                  </a:lnTo>
                  <a:lnTo>
                    <a:pt x="1645564" y="1789671"/>
                  </a:lnTo>
                  <a:lnTo>
                    <a:pt x="1695373" y="1785480"/>
                  </a:lnTo>
                  <a:lnTo>
                    <a:pt x="1744675" y="1780476"/>
                  </a:lnTo>
                  <a:lnTo>
                    <a:pt x="1793392" y="1774698"/>
                  </a:lnTo>
                  <a:lnTo>
                    <a:pt x="1847494" y="1766316"/>
                  </a:lnTo>
                  <a:lnTo>
                    <a:pt x="1891144" y="1758378"/>
                  </a:lnTo>
                  <a:lnTo>
                    <a:pt x="1938134" y="1748218"/>
                  </a:lnTo>
                  <a:lnTo>
                    <a:pt x="1985619" y="1735328"/>
                  </a:lnTo>
                  <a:lnTo>
                    <a:pt x="2030768" y="1719173"/>
                  </a:lnTo>
                  <a:lnTo>
                    <a:pt x="2062378" y="1703425"/>
                  </a:lnTo>
                  <a:lnTo>
                    <a:pt x="2070760" y="1699260"/>
                  </a:lnTo>
                  <a:lnTo>
                    <a:pt x="2071522" y="1699260"/>
                  </a:lnTo>
                  <a:lnTo>
                    <a:pt x="2073808" y="1697824"/>
                  </a:lnTo>
                  <a:lnTo>
                    <a:pt x="2073808" y="1677924"/>
                  </a:lnTo>
                  <a:lnTo>
                    <a:pt x="2073808" y="1677682"/>
                  </a:lnTo>
                  <a:close/>
                </a:path>
                <a:path w="2121535" h="1798954">
                  <a:moveTo>
                    <a:pt x="2121052" y="1632966"/>
                  </a:moveTo>
                  <a:lnTo>
                    <a:pt x="2104288" y="1630680"/>
                  </a:lnTo>
                  <a:lnTo>
                    <a:pt x="2103526" y="1640586"/>
                  </a:lnTo>
                  <a:lnTo>
                    <a:pt x="2104288" y="1639062"/>
                  </a:lnTo>
                  <a:lnTo>
                    <a:pt x="2101443" y="1647558"/>
                  </a:lnTo>
                  <a:lnTo>
                    <a:pt x="2096173" y="1655826"/>
                  </a:lnTo>
                  <a:lnTo>
                    <a:pt x="2090572" y="1662684"/>
                  </a:lnTo>
                  <a:lnTo>
                    <a:pt x="2083714" y="1669542"/>
                  </a:lnTo>
                  <a:lnTo>
                    <a:pt x="2074621" y="1677238"/>
                  </a:lnTo>
                  <a:lnTo>
                    <a:pt x="2074621" y="1697316"/>
                  </a:lnTo>
                  <a:lnTo>
                    <a:pt x="2083714" y="1691640"/>
                  </a:lnTo>
                  <a:lnTo>
                    <a:pt x="2083714" y="1690878"/>
                  </a:lnTo>
                  <a:lnTo>
                    <a:pt x="2091334" y="1685429"/>
                  </a:lnTo>
                  <a:lnTo>
                    <a:pt x="2094382" y="1683258"/>
                  </a:lnTo>
                  <a:lnTo>
                    <a:pt x="2097430" y="1680210"/>
                  </a:lnTo>
                  <a:lnTo>
                    <a:pt x="2101240" y="1676400"/>
                  </a:lnTo>
                  <a:lnTo>
                    <a:pt x="2102002" y="1675638"/>
                  </a:lnTo>
                  <a:lnTo>
                    <a:pt x="2104288" y="1673352"/>
                  </a:lnTo>
                  <a:lnTo>
                    <a:pt x="2110384" y="1664208"/>
                  </a:lnTo>
                  <a:lnTo>
                    <a:pt x="2111146" y="1663446"/>
                  </a:lnTo>
                  <a:lnTo>
                    <a:pt x="2116480" y="1654302"/>
                  </a:lnTo>
                  <a:lnTo>
                    <a:pt x="2117242" y="1652778"/>
                  </a:lnTo>
                  <a:lnTo>
                    <a:pt x="2119528" y="1643634"/>
                  </a:lnTo>
                  <a:lnTo>
                    <a:pt x="2120290" y="1642110"/>
                  </a:lnTo>
                  <a:lnTo>
                    <a:pt x="2121052" y="16329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5341108" y="4999487"/>
              <a:ext cx="2807116" cy="402505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sndpkt</a:t>
              </a:r>
              <a:r>
                <a:rPr sz="1270" spc="-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= make_pkt(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1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,</a:t>
              </a:r>
              <a:r>
                <a:rPr sz="1270" spc="-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data,</a:t>
              </a:r>
              <a:r>
                <a:rPr sz="1270" spc="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checksum) udt_send(sndpkt)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5396388" y="4730016"/>
              <a:ext cx="1074478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rdt_send(data)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373359" y="4979910"/>
              <a:ext cx="2309609" cy="23033"/>
            </a:xfrm>
            <a:custGeom>
              <a:avLst/>
              <a:gdLst/>
              <a:ahLst/>
              <a:cxnLst/>
              <a:rect l="l" t="t" r="r" b="b"/>
              <a:pathLst>
                <a:path w="2546984" h="25400">
                  <a:moveTo>
                    <a:pt x="2546604" y="25146"/>
                  </a:moveTo>
                  <a:lnTo>
                    <a:pt x="2546604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2546604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7191558" y="3257520"/>
              <a:ext cx="1550104" cy="597943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endParaRPr sz="1270">
                <a:latin typeface="Arial"/>
                <a:cs typeface="Arial"/>
              </a:endParaRPr>
            </a:p>
            <a:p>
              <a:pPr marL="11516" marR="4607">
                <a:spcBef>
                  <a:spcPts val="9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notcorrupt(rcvpkt)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isACK(rcvpkt)</a:t>
              </a:r>
              <a:endParaRPr sz="1270">
                <a:latin typeface="Arial"/>
                <a:cs typeface="Arial"/>
              </a:endParaRPr>
            </a:p>
          </p:txBody>
        </p:sp>
        <p:grpSp>
          <p:nvGrpSpPr>
            <p:cNvPr id="18" name="object 18"/>
            <p:cNvGrpSpPr/>
            <p:nvPr/>
          </p:nvGrpSpPr>
          <p:grpSpPr>
            <a:xfrm>
              <a:off x="6563921" y="3871574"/>
              <a:ext cx="1456821" cy="845878"/>
              <a:chOff x="5862713" y="4269485"/>
              <a:chExt cx="1606550" cy="932815"/>
            </a:xfrm>
          </p:grpSpPr>
          <p:sp>
            <p:nvSpPr>
              <p:cNvPr id="19" name="object 19"/>
              <p:cNvSpPr/>
              <p:nvPr/>
            </p:nvSpPr>
            <p:spPr>
              <a:xfrm>
                <a:off x="6600329" y="4269485"/>
                <a:ext cx="86868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868679" h="25400">
                    <a:moveTo>
                      <a:pt x="868679" y="25146"/>
                    </a:moveTo>
                    <a:lnTo>
                      <a:pt x="868679" y="0"/>
                    </a:lnTo>
                    <a:lnTo>
                      <a:pt x="0" y="0"/>
                    </a:lnTo>
                    <a:lnTo>
                      <a:pt x="0" y="25146"/>
                    </a:lnTo>
                    <a:lnTo>
                      <a:pt x="868679" y="2514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5871095" y="4471415"/>
                <a:ext cx="789940" cy="722630"/>
              </a:xfrm>
              <a:custGeom>
                <a:avLst/>
                <a:gdLst/>
                <a:ahLst/>
                <a:cxnLst/>
                <a:rect l="l" t="t" r="r" b="b"/>
                <a:pathLst>
                  <a:path w="789940" h="722629">
                    <a:moveTo>
                      <a:pt x="789432" y="361187"/>
                    </a:moveTo>
                    <a:lnTo>
                      <a:pt x="786355" y="315848"/>
                    </a:lnTo>
                    <a:lnTo>
                      <a:pt x="777373" y="272199"/>
                    </a:lnTo>
                    <a:lnTo>
                      <a:pt x="762855" y="230576"/>
                    </a:lnTo>
                    <a:lnTo>
                      <a:pt x="743172" y="191318"/>
                    </a:lnTo>
                    <a:lnTo>
                      <a:pt x="718694" y="154761"/>
                    </a:lnTo>
                    <a:lnTo>
                      <a:pt x="689792" y="121242"/>
                    </a:lnTo>
                    <a:lnTo>
                      <a:pt x="656837" y="91098"/>
                    </a:lnTo>
                    <a:lnTo>
                      <a:pt x="620197" y="64667"/>
                    </a:lnTo>
                    <a:lnTo>
                      <a:pt x="580245" y="42286"/>
                    </a:lnTo>
                    <a:lnTo>
                      <a:pt x="537351" y="24291"/>
                    </a:lnTo>
                    <a:lnTo>
                      <a:pt x="491884" y="11021"/>
                    </a:lnTo>
                    <a:lnTo>
                      <a:pt x="444215" y="2811"/>
                    </a:lnTo>
                    <a:lnTo>
                      <a:pt x="394716" y="0"/>
                    </a:lnTo>
                    <a:lnTo>
                      <a:pt x="345216" y="2811"/>
                    </a:lnTo>
                    <a:lnTo>
                      <a:pt x="297547" y="11021"/>
                    </a:lnTo>
                    <a:lnTo>
                      <a:pt x="252080" y="24291"/>
                    </a:lnTo>
                    <a:lnTo>
                      <a:pt x="209186" y="42286"/>
                    </a:lnTo>
                    <a:lnTo>
                      <a:pt x="169234" y="64667"/>
                    </a:lnTo>
                    <a:lnTo>
                      <a:pt x="132594" y="91098"/>
                    </a:lnTo>
                    <a:lnTo>
                      <a:pt x="99639" y="121242"/>
                    </a:lnTo>
                    <a:lnTo>
                      <a:pt x="70737" y="154761"/>
                    </a:lnTo>
                    <a:lnTo>
                      <a:pt x="46259" y="191318"/>
                    </a:lnTo>
                    <a:lnTo>
                      <a:pt x="26576" y="230576"/>
                    </a:lnTo>
                    <a:lnTo>
                      <a:pt x="12058" y="272199"/>
                    </a:lnTo>
                    <a:lnTo>
                      <a:pt x="3076" y="315848"/>
                    </a:lnTo>
                    <a:lnTo>
                      <a:pt x="0" y="361188"/>
                    </a:lnTo>
                    <a:lnTo>
                      <a:pt x="3076" y="406527"/>
                    </a:lnTo>
                    <a:lnTo>
                      <a:pt x="12058" y="450176"/>
                    </a:lnTo>
                    <a:lnTo>
                      <a:pt x="26576" y="491799"/>
                    </a:lnTo>
                    <a:lnTo>
                      <a:pt x="46259" y="531057"/>
                    </a:lnTo>
                    <a:lnTo>
                      <a:pt x="70737" y="567614"/>
                    </a:lnTo>
                    <a:lnTo>
                      <a:pt x="99639" y="601133"/>
                    </a:lnTo>
                    <a:lnTo>
                      <a:pt x="132594" y="631277"/>
                    </a:lnTo>
                    <a:lnTo>
                      <a:pt x="169234" y="657708"/>
                    </a:lnTo>
                    <a:lnTo>
                      <a:pt x="209186" y="680089"/>
                    </a:lnTo>
                    <a:lnTo>
                      <a:pt x="252080" y="698084"/>
                    </a:lnTo>
                    <a:lnTo>
                      <a:pt x="297547" y="711354"/>
                    </a:lnTo>
                    <a:lnTo>
                      <a:pt x="345216" y="719564"/>
                    </a:lnTo>
                    <a:lnTo>
                      <a:pt x="394716" y="722376"/>
                    </a:lnTo>
                    <a:lnTo>
                      <a:pt x="444215" y="719564"/>
                    </a:lnTo>
                    <a:lnTo>
                      <a:pt x="491884" y="711354"/>
                    </a:lnTo>
                    <a:lnTo>
                      <a:pt x="537351" y="698084"/>
                    </a:lnTo>
                    <a:lnTo>
                      <a:pt x="580245" y="680089"/>
                    </a:lnTo>
                    <a:lnTo>
                      <a:pt x="620197" y="657708"/>
                    </a:lnTo>
                    <a:lnTo>
                      <a:pt x="656837" y="631277"/>
                    </a:lnTo>
                    <a:lnTo>
                      <a:pt x="689792" y="601133"/>
                    </a:lnTo>
                    <a:lnTo>
                      <a:pt x="718694" y="567614"/>
                    </a:lnTo>
                    <a:lnTo>
                      <a:pt x="743172" y="531057"/>
                    </a:lnTo>
                    <a:lnTo>
                      <a:pt x="762855" y="491799"/>
                    </a:lnTo>
                    <a:lnTo>
                      <a:pt x="777373" y="450176"/>
                    </a:lnTo>
                    <a:lnTo>
                      <a:pt x="786355" y="406527"/>
                    </a:lnTo>
                    <a:lnTo>
                      <a:pt x="789432" y="3611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5862713" y="4462652"/>
                <a:ext cx="805180" cy="739775"/>
              </a:xfrm>
              <a:custGeom>
                <a:avLst/>
                <a:gdLst/>
                <a:ahLst/>
                <a:cxnLst/>
                <a:rect l="l" t="t" r="r" b="b"/>
                <a:pathLst>
                  <a:path w="805179" h="739775">
                    <a:moveTo>
                      <a:pt x="805180" y="378649"/>
                    </a:moveTo>
                    <a:lnTo>
                      <a:pt x="805180" y="350900"/>
                    </a:lnTo>
                    <a:lnTo>
                      <a:pt x="803910" y="331850"/>
                    </a:lnTo>
                    <a:lnTo>
                      <a:pt x="787400" y="260043"/>
                    </a:lnTo>
                    <a:lnTo>
                      <a:pt x="773430" y="225932"/>
                    </a:lnTo>
                    <a:lnTo>
                      <a:pt x="773430" y="225170"/>
                    </a:lnTo>
                    <a:lnTo>
                      <a:pt x="765810" y="209168"/>
                    </a:lnTo>
                    <a:lnTo>
                      <a:pt x="756920" y="193928"/>
                    </a:lnTo>
                    <a:lnTo>
                      <a:pt x="756920" y="193166"/>
                    </a:lnTo>
                    <a:lnTo>
                      <a:pt x="746760" y="177926"/>
                    </a:lnTo>
                    <a:lnTo>
                      <a:pt x="736600" y="163448"/>
                    </a:lnTo>
                    <a:lnTo>
                      <a:pt x="736600" y="162686"/>
                    </a:lnTo>
                    <a:lnTo>
                      <a:pt x="695960" y="117241"/>
                    </a:lnTo>
                    <a:lnTo>
                      <a:pt x="665480" y="89635"/>
                    </a:lnTo>
                    <a:lnTo>
                      <a:pt x="631190" y="65407"/>
                    </a:lnTo>
                    <a:lnTo>
                      <a:pt x="594360" y="44576"/>
                    </a:lnTo>
                    <a:lnTo>
                      <a:pt x="576580" y="36956"/>
                    </a:lnTo>
                    <a:lnTo>
                      <a:pt x="576580" y="36194"/>
                    </a:lnTo>
                    <a:lnTo>
                      <a:pt x="560070" y="29336"/>
                    </a:lnTo>
                    <a:lnTo>
                      <a:pt x="558800" y="29336"/>
                    </a:lnTo>
                    <a:lnTo>
                      <a:pt x="541020" y="22478"/>
                    </a:lnTo>
                    <a:lnTo>
                      <a:pt x="521970" y="17144"/>
                    </a:lnTo>
                    <a:lnTo>
                      <a:pt x="521970" y="16382"/>
                    </a:lnTo>
                    <a:lnTo>
                      <a:pt x="502920" y="11810"/>
                    </a:lnTo>
                    <a:lnTo>
                      <a:pt x="453390" y="2952"/>
                    </a:lnTo>
                    <a:lnTo>
                      <a:pt x="402589" y="0"/>
                    </a:lnTo>
                    <a:lnTo>
                      <a:pt x="351790" y="2952"/>
                    </a:lnTo>
                    <a:lnTo>
                      <a:pt x="302260" y="11810"/>
                    </a:lnTo>
                    <a:lnTo>
                      <a:pt x="283210" y="16382"/>
                    </a:lnTo>
                    <a:lnTo>
                      <a:pt x="283210" y="17144"/>
                    </a:lnTo>
                    <a:lnTo>
                      <a:pt x="264160" y="22478"/>
                    </a:lnTo>
                    <a:lnTo>
                      <a:pt x="246379" y="29336"/>
                    </a:lnTo>
                    <a:lnTo>
                      <a:pt x="245110" y="29336"/>
                    </a:lnTo>
                    <a:lnTo>
                      <a:pt x="228600" y="36194"/>
                    </a:lnTo>
                    <a:lnTo>
                      <a:pt x="228600" y="36956"/>
                    </a:lnTo>
                    <a:lnTo>
                      <a:pt x="210820" y="44576"/>
                    </a:lnTo>
                    <a:lnTo>
                      <a:pt x="173989" y="65407"/>
                    </a:lnTo>
                    <a:lnTo>
                      <a:pt x="139699" y="89635"/>
                    </a:lnTo>
                    <a:lnTo>
                      <a:pt x="107949" y="117241"/>
                    </a:lnTo>
                    <a:lnTo>
                      <a:pt x="80009" y="148208"/>
                    </a:lnTo>
                    <a:lnTo>
                      <a:pt x="68580" y="162686"/>
                    </a:lnTo>
                    <a:lnTo>
                      <a:pt x="68580" y="163448"/>
                    </a:lnTo>
                    <a:lnTo>
                      <a:pt x="58419" y="177926"/>
                    </a:lnTo>
                    <a:lnTo>
                      <a:pt x="48259" y="193166"/>
                    </a:lnTo>
                    <a:lnTo>
                      <a:pt x="48259" y="193928"/>
                    </a:lnTo>
                    <a:lnTo>
                      <a:pt x="39369" y="209168"/>
                    </a:lnTo>
                    <a:lnTo>
                      <a:pt x="31749" y="225170"/>
                    </a:lnTo>
                    <a:lnTo>
                      <a:pt x="31749" y="225932"/>
                    </a:lnTo>
                    <a:lnTo>
                      <a:pt x="24129" y="242696"/>
                    </a:lnTo>
                    <a:lnTo>
                      <a:pt x="17779" y="259460"/>
                    </a:lnTo>
                    <a:lnTo>
                      <a:pt x="17779" y="260222"/>
                    </a:lnTo>
                    <a:lnTo>
                      <a:pt x="12699" y="276986"/>
                    </a:lnTo>
                    <a:lnTo>
                      <a:pt x="12699" y="277748"/>
                    </a:lnTo>
                    <a:lnTo>
                      <a:pt x="7619" y="295274"/>
                    </a:lnTo>
                    <a:lnTo>
                      <a:pt x="3809" y="313562"/>
                    </a:lnTo>
                    <a:lnTo>
                      <a:pt x="1269" y="331850"/>
                    </a:lnTo>
                    <a:lnTo>
                      <a:pt x="0" y="350900"/>
                    </a:lnTo>
                    <a:lnTo>
                      <a:pt x="0" y="389000"/>
                    </a:lnTo>
                    <a:lnTo>
                      <a:pt x="1270" y="407288"/>
                    </a:lnTo>
                    <a:lnTo>
                      <a:pt x="10160" y="456111"/>
                    </a:lnTo>
                    <a:lnTo>
                      <a:pt x="16510" y="474003"/>
                    </a:lnTo>
                    <a:lnTo>
                      <a:pt x="16510" y="351662"/>
                    </a:lnTo>
                    <a:lnTo>
                      <a:pt x="18946" y="334482"/>
                    </a:lnTo>
                    <a:lnTo>
                      <a:pt x="18946" y="335632"/>
                    </a:lnTo>
                    <a:lnTo>
                      <a:pt x="20240" y="316991"/>
                    </a:lnTo>
                    <a:lnTo>
                      <a:pt x="24129" y="298322"/>
                    </a:lnTo>
                    <a:lnTo>
                      <a:pt x="24129" y="299084"/>
                    </a:lnTo>
                    <a:lnTo>
                      <a:pt x="27939" y="281558"/>
                    </a:lnTo>
                    <a:lnTo>
                      <a:pt x="27939" y="282320"/>
                    </a:lnTo>
                    <a:lnTo>
                      <a:pt x="34290" y="264794"/>
                    </a:lnTo>
                    <a:lnTo>
                      <a:pt x="34290" y="265556"/>
                    </a:lnTo>
                    <a:lnTo>
                      <a:pt x="39369" y="248792"/>
                    </a:lnTo>
                    <a:lnTo>
                      <a:pt x="54609" y="216788"/>
                    </a:lnTo>
                    <a:lnTo>
                      <a:pt x="54609" y="217550"/>
                    </a:lnTo>
                    <a:lnTo>
                      <a:pt x="62229" y="201548"/>
                    </a:lnTo>
                    <a:lnTo>
                      <a:pt x="62229" y="202310"/>
                    </a:lnTo>
                    <a:lnTo>
                      <a:pt x="72389" y="187070"/>
                    </a:lnTo>
                    <a:lnTo>
                      <a:pt x="81280" y="174402"/>
                    </a:lnTo>
                    <a:lnTo>
                      <a:pt x="81280" y="173354"/>
                    </a:lnTo>
                    <a:lnTo>
                      <a:pt x="92709" y="158876"/>
                    </a:lnTo>
                    <a:lnTo>
                      <a:pt x="104139" y="145160"/>
                    </a:lnTo>
                    <a:lnTo>
                      <a:pt x="104139" y="145922"/>
                    </a:lnTo>
                    <a:lnTo>
                      <a:pt x="115569" y="134264"/>
                    </a:lnTo>
                    <a:lnTo>
                      <a:pt x="115569" y="132968"/>
                    </a:lnTo>
                    <a:lnTo>
                      <a:pt x="129539" y="120776"/>
                    </a:lnTo>
                    <a:lnTo>
                      <a:pt x="142239" y="108584"/>
                    </a:lnTo>
                    <a:lnTo>
                      <a:pt x="142239" y="109346"/>
                    </a:lnTo>
                    <a:lnTo>
                      <a:pt x="156210" y="97916"/>
                    </a:lnTo>
                    <a:lnTo>
                      <a:pt x="171449" y="87248"/>
                    </a:lnTo>
                    <a:lnTo>
                      <a:pt x="186689" y="77342"/>
                    </a:lnTo>
                    <a:lnTo>
                      <a:pt x="201929" y="68198"/>
                    </a:lnTo>
                    <a:lnTo>
                      <a:pt x="234950" y="51434"/>
                    </a:lnTo>
                    <a:lnTo>
                      <a:pt x="234950" y="52196"/>
                    </a:lnTo>
                    <a:lnTo>
                      <a:pt x="251460" y="45121"/>
                    </a:lnTo>
                    <a:lnTo>
                      <a:pt x="251460" y="44576"/>
                    </a:lnTo>
                    <a:lnTo>
                      <a:pt x="269240" y="38887"/>
                    </a:lnTo>
                    <a:lnTo>
                      <a:pt x="269240" y="38480"/>
                    </a:lnTo>
                    <a:lnTo>
                      <a:pt x="306070" y="27812"/>
                    </a:lnTo>
                    <a:lnTo>
                      <a:pt x="323850" y="24256"/>
                    </a:lnTo>
                    <a:lnTo>
                      <a:pt x="323850" y="24002"/>
                    </a:lnTo>
                    <a:lnTo>
                      <a:pt x="342900" y="21145"/>
                    </a:lnTo>
                    <a:lnTo>
                      <a:pt x="342900" y="20954"/>
                    </a:lnTo>
                    <a:lnTo>
                      <a:pt x="363220" y="18668"/>
                    </a:lnTo>
                    <a:lnTo>
                      <a:pt x="382270" y="17144"/>
                    </a:lnTo>
                    <a:lnTo>
                      <a:pt x="422909" y="17144"/>
                    </a:lnTo>
                    <a:lnTo>
                      <a:pt x="441959" y="18668"/>
                    </a:lnTo>
                    <a:lnTo>
                      <a:pt x="462280" y="20954"/>
                    </a:lnTo>
                    <a:lnTo>
                      <a:pt x="462280" y="21145"/>
                    </a:lnTo>
                    <a:lnTo>
                      <a:pt x="481330" y="24002"/>
                    </a:lnTo>
                    <a:lnTo>
                      <a:pt x="481330" y="24256"/>
                    </a:lnTo>
                    <a:lnTo>
                      <a:pt x="499109" y="27812"/>
                    </a:lnTo>
                    <a:lnTo>
                      <a:pt x="535940" y="38480"/>
                    </a:lnTo>
                    <a:lnTo>
                      <a:pt x="535940" y="38887"/>
                    </a:lnTo>
                    <a:lnTo>
                      <a:pt x="553720" y="44576"/>
                    </a:lnTo>
                    <a:lnTo>
                      <a:pt x="553720" y="45121"/>
                    </a:lnTo>
                    <a:lnTo>
                      <a:pt x="570230" y="52196"/>
                    </a:lnTo>
                    <a:lnTo>
                      <a:pt x="570230" y="51434"/>
                    </a:lnTo>
                    <a:lnTo>
                      <a:pt x="603250" y="68198"/>
                    </a:lnTo>
                    <a:lnTo>
                      <a:pt x="618490" y="77342"/>
                    </a:lnTo>
                    <a:lnTo>
                      <a:pt x="633730" y="87248"/>
                    </a:lnTo>
                    <a:lnTo>
                      <a:pt x="648970" y="97916"/>
                    </a:lnTo>
                    <a:lnTo>
                      <a:pt x="662940" y="109346"/>
                    </a:lnTo>
                    <a:lnTo>
                      <a:pt x="662940" y="108584"/>
                    </a:lnTo>
                    <a:lnTo>
                      <a:pt x="675640" y="120776"/>
                    </a:lnTo>
                    <a:lnTo>
                      <a:pt x="689610" y="132968"/>
                    </a:lnTo>
                    <a:lnTo>
                      <a:pt x="689610" y="134264"/>
                    </a:lnTo>
                    <a:lnTo>
                      <a:pt x="701040" y="145922"/>
                    </a:lnTo>
                    <a:lnTo>
                      <a:pt x="701040" y="145160"/>
                    </a:lnTo>
                    <a:lnTo>
                      <a:pt x="712470" y="158876"/>
                    </a:lnTo>
                    <a:lnTo>
                      <a:pt x="723900" y="173354"/>
                    </a:lnTo>
                    <a:lnTo>
                      <a:pt x="723900" y="172592"/>
                    </a:lnTo>
                    <a:lnTo>
                      <a:pt x="732790" y="187070"/>
                    </a:lnTo>
                    <a:lnTo>
                      <a:pt x="742950" y="202310"/>
                    </a:lnTo>
                    <a:lnTo>
                      <a:pt x="742950" y="201548"/>
                    </a:lnTo>
                    <a:lnTo>
                      <a:pt x="750570" y="217550"/>
                    </a:lnTo>
                    <a:lnTo>
                      <a:pt x="750570" y="216788"/>
                    </a:lnTo>
                    <a:lnTo>
                      <a:pt x="765810" y="248792"/>
                    </a:lnTo>
                    <a:lnTo>
                      <a:pt x="770890" y="265556"/>
                    </a:lnTo>
                    <a:lnTo>
                      <a:pt x="770890" y="264794"/>
                    </a:lnTo>
                    <a:lnTo>
                      <a:pt x="777240" y="282320"/>
                    </a:lnTo>
                    <a:lnTo>
                      <a:pt x="777240" y="281558"/>
                    </a:lnTo>
                    <a:lnTo>
                      <a:pt x="781050" y="299084"/>
                    </a:lnTo>
                    <a:lnTo>
                      <a:pt x="781050" y="298322"/>
                    </a:lnTo>
                    <a:lnTo>
                      <a:pt x="784860" y="316610"/>
                    </a:lnTo>
                    <a:lnTo>
                      <a:pt x="784860" y="315742"/>
                    </a:lnTo>
                    <a:lnTo>
                      <a:pt x="786024" y="332612"/>
                    </a:lnTo>
                    <a:lnTo>
                      <a:pt x="788670" y="351662"/>
                    </a:lnTo>
                    <a:lnTo>
                      <a:pt x="788670" y="475487"/>
                    </a:lnTo>
                    <a:lnTo>
                      <a:pt x="792480" y="462914"/>
                    </a:lnTo>
                    <a:lnTo>
                      <a:pt x="792480" y="462152"/>
                    </a:lnTo>
                    <a:lnTo>
                      <a:pt x="798830" y="435190"/>
                    </a:lnTo>
                    <a:lnTo>
                      <a:pt x="803910" y="407050"/>
                    </a:lnTo>
                    <a:lnTo>
                      <a:pt x="805180" y="378649"/>
                    </a:lnTo>
                    <a:close/>
                  </a:path>
                  <a:path w="805179" h="739775">
                    <a:moveTo>
                      <a:pt x="116840" y="606932"/>
                    </a:moveTo>
                    <a:lnTo>
                      <a:pt x="104140" y="593979"/>
                    </a:lnTo>
                    <a:lnTo>
                      <a:pt x="92710" y="580263"/>
                    </a:lnTo>
                    <a:lnTo>
                      <a:pt x="92710" y="581025"/>
                    </a:lnTo>
                    <a:lnTo>
                      <a:pt x="81280" y="566547"/>
                    </a:lnTo>
                    <a:lnTo>
                      <a:pt x="81280" y="567308"/>
                    </a:lnTo>
                    <a:lnTo>
                      <a:pt x="72390" y="552069"/>
                    </a:lnTo>
                    <a:lnTo>
                      <a:pt x="72390" y="552830"/>
                    </a:lnTo>
                    <a:lnTo>
                      <a:pt x="62230" y="537591"/>
                    </a:lnTo>
                    <a:lnTo>
                      <a:pt x="62230" y="538352"/>
                    </a:lnTo>
                    <a:lnTo>
                      <a:pt x="54610" y="522350"/>
                    </a:lnTo>
                    <a:lnTo>
                      <a:pt x="54610" y="523113"/>
                    </a:lnTo>
                    <a:lnTo>
                      <a:pt x="39370" y="491108"/>
                    </a:lnTo>
                    <a:lnTo>
                      <a:pt x="34290" y="474344"/>
                    </a:lnTo>
                    <a:lnTo>
                      <a:pt x="34290" y="475106"/>
                    </a:lnTo>
                    <a:lnTo>
                      <a:pt x="27940" y="457580"/>
                    </a:lnTo>
                    <a:lnTo>
                      <a:pt x="27940" y="458342"/>
                    </a:lnTo>
                    <a:lnTo>
                      <a:pt x="20240" y="422909"/>
                    </a:lnTo>
                    <a:lnTo>
                      <a:pt x="18946" y="404269"/>
                    </a:lnTo>
                    <a:lnTo>
                      <a:pt x="18946" y="405017"/>
                    </a:lnTo>
                    <a:lnTo>
                      <a:pt x="16510" y="387476"/>
                    </a:lnTo>
                    <a:lnTo>
                      <a:pt x="16510" y="474003"/>
                    </a:lnTo>
                    <a:lnTo>
                      <a:pt x="26670" y="502629"/>
                    </a:lnTo>
                    <a:lnTo>
                      <a:pt x="48260" y="546306"/>
                    </a:lnTo>
                    <a:lnTo>
                      <a:pt x="76200" y="586607"/>
                    </a:lnTo>
                    <a:lnTo>
                      <a:pt x="109220" y="622996"/>
                    </a:lnTo>
                    <a:lnTo>
                      <a:pt x="115570" y="628504"/>
                    </a:lnTo>
                    <a:lnTo>
                      <a:pt x="115570" y="606932"/>
                    </a:lnTo>
                    <a:lnTo>
                      <a:pt x="116840" y="606932"/>
                    </a:lnTo>
                    <a:close/>
                  </a:path>
                  <a:path w="805179" h="739775">
                    <a:moveTo>
                      <a:pt x="82549" y="172592"/>
                    </a:moveTo>
                    <a:lnTo>
                      <a:pt x="81280" y="173354"/>
                    </a:lnTo>
                    <a:lnTo>
                      <a:pt x="81280" y="174402"/>
                    </a:lnTo>
                    <a:lnTo>
                      <a:pt x="82549" y="172592"/>
                    </a:lnTo>
                    <a:close/>
                  </a:path>
                  <a:path w="805179" h="739775">
                    <a:moveTo>
                      <a:pt x="116839" y="132968"/>
                    </a:moveTo>
                    <a:lnTo>
                      <a:pt x="115569" y="132968"/>
                    </a:lnTo>
                    <a:lnTo>
                      <a:pt x="115569" y="134264"/>
                    </a:lnTo>
                    <a:lnTo>
                      <a:pt x="116839" y="132968"/>
                    </a:lnTo>
                    <a:close/>
                  </a:path>
                  <a:path w="805179" h="739775">
                    <a:moveTo>
                      <a:pt x="252729" y="713068"/>
                    </a:moveTo>
                    <a:lnTo>
                      <a:pt x="252729" y="695325"/>
                    </a:lnTo>
                    <a:lnTo>
                      <a:pt x="234950" y="687704"/>
                    </a:lnTo>
                    <a:lnTo>
                      <a:pt x="218440" y="680085"/>
                    </a:lnTo>
                    <a:lnTo>
                      <a:pt x="171450" y="652653"/>
                    </a:lnTo>
                    <a:lnTo>
                      <a:pt x="142240" y="630554"/>
                    </a:lnTo>
                    <a:lnTo>
                      <a:pt x="142240" y="631316"/>
                    </a:lnTo>
                    <a:lnTo>
                      <a:pt x="129540" y="619125"/>
                    </a:lnTo>
                    <a:lnTo>
                      <a:pt x="115570" y="606932"/>
                    </a:lnTo>
                    <a:lnTo>
                      <a:pt x="115570" y="628504"/>
                    </a:lnTo>
                    <a:lnTo>
                      <a:pt x="146050" y="654938"/>
                    </a:lnTo>
                    <a:lnTo>
                      <a:pt x="146050" y="655701"/>
                    </a:lnTo>
                    <a:lnTo>
                      <a:pt x="177800" y="677036"/>
                    </a:lnTo>
                    <a:lnTo>
                      <a:pt x="210820" y="694563"/>
                    </a:lnTo>
                    <a:lnTo>
                      <a:pt x="210820" y="695325"/>
                    </a:lnTo>
                    <a:lnTo>
                      <a:pt x="228600" y="702944"/>
                    </a:lnTo>
                    <a:lnTo>
                      <a:pt x="252729" y="713068"/>
                    </a:lnTo>
                    <a:close/>
                  </a:path>
                  <a:path w="805179" h="739775">
                    <a:moveTo>
                      <a:pt x="252729" y="44576"/>
                    </a:moveTo>
                    <a:lnTo>
                      <a:pt x="251460" y="44576"/>
                    </a:lnTo>
                    <a:lnTo>
                      <a:pt x="251460" y="45121"/>
                    </a:lnTo>
                    <a:lnTo>
                      <a:pt x="252729" y="44576"/>
                    </a:lnTo>
                    <a:close/>
                  </a:path>
                  <a:path w="805179" h="739775">
                    <a:moveTo>
                      <a:pt x="270510" y="701421"/>
                    </a:moveTo>
                    <a:lnTo>
                      <a:pt x="251460" y="694563"/>
                    </a:lnTo>
                    <a:lnTo>
                      <a:pt x="252729" y="695325"/>
                    </a:lnTo>
                    <a:lnTo>
                      <a:pt x="252729" y="713068"/>
                    </a:lnTo>
                    <a:lnTo>
                      <a:pt x="255270" y="714133"/>
                    </a:lnTo>
                    <a:lnTo>
                      <a:pt x="269240" y="718695"/>
                    </a:lnTo>
                    <a:lnTo>
                      <a:pt x="269240" y="701421"/>
                    </a:lnTo>
                    <a:lnTo>
                      <a:pt x="270510" y="701421"/>
                    </a:lnTo>
                    <a:close/>
                  </a:path>
                  <a:path w="805179" h="739775">
                    <a:moveTo>
                      <a:pt x="270510" y="38480"/>
                    </a:moveTo>
                    <a:lnTo>
                      <a:pt x="269240" y="38480"/>
                    </a:lnTo>
                    <a:lnTo>
                      <a:pt x="269240" y="38887"/>
                    </a:lnTo>
                    <a:lnTo>
                      <a:pt x="270510" y="38480"/>
                    </a:lnTo>
                    <a:close/>
                  </a:path>
                  <a:path w="805179" h="739775">
                    <a:moveTo>
                      <a:pt x="325120" y="715898"/>
                    </a:moveTo>
                    <a:lnTo>
                      <a:pt x="287020" y="706754"/>
                    </a:lnTo>
                    <a:lnTo>
                      <a:pt x="269240" y="701421"/>
                    </a:lnTo>
                    <a:lnTo>
                      <a:pt x="269240" y="718695"/>
                    </a:lnTo>
                    <a:lnTo>
                      <a:pt x="283210" y="723257"/>
                    </a:lnTo>
                    <a:lnTo>
                      <a:pt x="312420" y="730225"/>
                    </a:lnTo>
                    <a:lnTo>
                      <a:pt x="323850" y="732073"/>
                    </a:lnTo>
                    <a:lnTo>
                      <a:pt x="323850" y="715898"/>
                    </a:lnTo>
                    <a:lnTo>
                      <a:pt x="325120" y="715898"/>
                    </a:lnTo>
                    <a:close/>
                  </a:path>
                  <a:path w="805179" h="739775">
                    <a:moveTo>
                      <a:pt x="325120" y="24002"/>
                    </a:moveTo>
                    <a:lnTo>
                      <a:pt x="323850" y="24002"/>
                    </a:lnTo>
                    <a:lnTo>
                      <a:pt x="323850" y="24256"/>
                    </a:lnTo>
                    <a:lnTo>
                      <a:pt x="325120" y="24002"/>
                    </a:lnTo>
                    <a:close/>
                  </a:path>
                  <a:path w="805179" h="739775">
                    <a:moveTo>
                      <a:pt x="344170" y="718947"/>
                    </a:moveTo>
                    <a:lnTo>
                      <a:pt x="323850" y="715898"/>
                    </a:lnTo>
                    <a:lnTo>
                      <a:pt x="323850" y="732073"/>
                    </a:lnTo>
                    <a:lnTo>
                      <a:pt x="341630" y="734948"/>
                    </a:lnTo>
                    <a:lnTo>
                      <a:pt x="342900" y="735091"/>
                    </a:lnTo>
                    <a:lnTo>
                      <a:pt x="342900" y="718947"/>
                    </a:lnTo>
                    <a:lnTo>
                      <a:pt x="344170" y="718947"/>
                    </a:lnTo>
                    <a:close/>
                  </a:path>
                  <a:path w="805179" h="739775">
                    <a:moveTo>
                      <a:pt x="344170" y="20954"/>
                    </a:moveTo>
                    <a:lnTo>
                      <a:pt x="342900" y="20954"/>
                    </a:lnTo>
                    <a:lnTo>
                      <a:pt x="342900" y="21145"/>
                    </a:lnTo>
                    <a:lnTo>
                      <a:pt x="344170" y="20954"/>
                    </a:lnTo>
                    <a:close/>
                  </a:path>
                  <a:path w="805179" h="739775">
                    <a:moveTo>
                      <a:pt x="462280" y="735091"/>
                    </a:moveTo>
                    <a:lnTo>
                      <a:pt x="462280" y="718946"/>
                    </a:lnTo>
                    <a:lnTo>
                      <a:pt x="441959" y="721232"/>
                    </a:lnTo>
                    <a:lnTo>
                      <a:pt x="402590" y="722757"/>
                    </a:lnTo>
                    <a:lnTo>
                      <a:pt x="363220" y="721232"/>
                    </a:lnTo>
                    <a:lnTo>
                      <a:pt x="342900" y="718947"/>
                    </a:lnTo>
                    <a:lnTo>
                      <a:pt x="342900" y="735091"/>
                    </a:lnTo>
                    <a:lnTo>
                      <a:pt x="361950" y="737235"/>
                    </a:lnTo>
                    <a:lnTo>
                      <a:pt x="361950" y="737997"/>
                    </a:lnTo>
                    <a:lnTo>
                      <a:pt x="402590" y="739520"/>
                    </a:lnTo>
                    <a:lnTo>
                      <a:pt x="441959" y="738044"/>
                    </a:lnTo>
                    <a:lnTo>
                      <a:pt x="443230" y="737996"/>
                    </a:lnTo>
                    <a:lnTo>
                      <a:pt x="443230" y="737235"/>
                    </a:lnTo>
                    <a:lnTo>
                      <a:pt x="462280" y="735091"/>
                    </a:lnTo>
                    <a:close/>
                  </a:path>
                  <a:path w="805179" h="739775">
                    <a:moveTo>
                      <a:pt x="462280" y="21145"/>
                    </a:moveTo>
                    <a:lnTo>
                      <a:pt x="462280" y="20954"/>
                    </a:lnTo>
                    <a:lnTo>
                      <a:pt x="461009" y="20954"/>
                    </a:lnTo>
                    <a:lnTo>
                      <a:pt x="462280" y="21145"/>
                    </a:lnTo>
                    <a:close/>
                  </a:path>
                  <a:path w="805179" h="739775">
                    <a:moveTo>
                      <a:pt x="481330" y="732073"/>
                    </a:moveTo>
                    <a:lnTo>
                      <a:pt x="481330" y="715898"/>
                    </a:lnTo>
                    <a:lnTo>
                      <a:pt x="461009" y="718946"/>
                    </a:lnTo>
                    <a:lnTo>
                      <a:pt x="462280" y="718946"/>
                    </a:lnTo>
                    <a:lnTo>
                      <a:pt x="462280" y="735091"/>
                    </a:lnTo>
                    <a:lnTo>
                      <a:pt x="463550" y="734948"/>
                    </a:lnTo>
                    <a:lnTo>
                      <a:pt x="481330" y="732073"/>
                    </a:lnTo>
                    <a:close/>
                  </a:path>
                  <a:path w="805179" h="739775">
                    <a:moveTo>
                      <a:pt x="481330" y="24256"/>
                    </a:moveTo>
                    <a:lnTo>
                      <a:pt x="481330" y="24002"/>
                    </a:lnTo>
                    <a:lnTo>
                      <a:pt x="480059" y="24002"/>
                    </a:lnTo>
                    <a:lnTo>
                      <a:pt x="481330" y="24256"/>
                    </a:lnTo>
                    <a:close/>
                  </a:path>
                  <a:path w="805179" h="739775">
                    <a:moveTo>
                      <a:pt x="535940" y="718695"/>
                    </a:moveTo>
                    <a:lnTo>
                      <a:pt x="535940" y="701420"/>
                    </a:lnTo>
                    <a:lnTo>
                      <a:pt x="518159" y="706754"/>
                    </a:lnTo>
                    <a:lnTo>
                      <a:pt x="480059" y="715898"/>
                    </a:lnTo>
                    <a:lnTo>
                      <a:pt x="481330" y="715898"/>
                    </a:lnTo>
                    <a:lnTo>
                      <a:pt x="481330" y="732073"/>
                    </a:lnTo>
                    <a:lnTo>
                      <a:pt x="492759" y="730225"/>
                    </a:lnTo>
                    <a:lnTo>
                      <a:pt x="521970" y="723257"/>
                    </a:lnTo>
                    <a:lnTo>
                      <a:pt x="535940" y="718695"/>
                    </a:lnTo>
                    <a:close/>
                  </a:path>
                  <a:path w="805179" h="739775">
                    <a:moveTo>
                      <a:pt x="535940" y="38887"/>
                    </a:moveTo>
                    <a:lnTo>
                      <a:pt x="535940" y="38480"/>
                    </a:lnTo>
                    <a:lnTo>
                      <a:pt x="534670" y="38480"/>
                    </a:lnTo>
                    <a:lnTo>
                      <a:pt x="535940" y="38887"/>
                    </a:lnTo>
                    <a:close/>
                  </a:path>
                  <a:path w="805179" h="739775">
                    <a:moveTo>
                      <a:pt x="553720" y="694562"/>
                    </a:moveTo>
                    <a:lnTo>
                      <a:pt x="534670" y="701420"/>
                    </a:lnTo>
                    <a:lnTo>
                      <a:pt x="535940" y="701420"/>
                    </a:lnTo>
                    <a:lnTo>
                      <a:pt x="535940" y="718695"/>
                    </a:lnTo>
                    <a:lnTo>
                      <a:pt x="549910" y="714133"/>
                    </a:lnTo>
                    <a:lnTo>
                      <a:pt x="552450" y="713068"/>
                    </a:lnTo>
                    <a:lnTo>
                      <a:pt x="552450" y="695324"/>
                    </a:lnTo>
                    <a:lnTo>
                      <a:pt x="553720" y="694562"/>
                    </a:lnTo>
                    <a:close/>
                  </a:path>
                  <a:path w="805179" h="739775">
                    <a:moveTo>
                      <a:pt x="553720" y="45121"/>
                    </a:moveTo>
                    <a:lnTo>
                      <a:pt x="553720" y="44576"/>
                    </a:lnTo>
                    <a:lnTo>
                      <a:pt x="552450" y="44576"/>
                    </a:lnTo>
                    <a:lnTo>
                      <a:pt x="553720" y="45121"/>
                    </a:lnTo>
                    <a:close/>
                  </a:path>
                  <a:path w="805179" h="739775">
                    <a:moveTo>
                      <a:pt x="689610" y="628037"/>
                    </a:moveTo>
                    <a:lnTo>
                      <a:pt x="689610" y="606932"/>
                    </a:lnTo>
                    <a:lnTo>
                      <a:pt x="675640" y="619124"/>
                    </a:lnTo>
                    <a:lnTo>
                      <a:pt x="662940" y="631316"/>
                    </a:lnTo>
                    <a:lnTo>
                      <a:pt x="662940" y="630554"/>
                    </a:lnTo>
                    <a:lnTo>
                      <a:pt x="618490" y="662558"/>
                    </a:lnTo>
                    <a:lnTo>
                      <a:pt x="570230" y="687704"/>
                    </a:lnTo>
                    <a:lnTo>
                      <a:pt x="552450" y="695324"/>
                    </a:lnTo>
                    <a:lnTo>
                      <a:pt x="552450" y="713068"/>
                    </a:lnTo>
                    <a:lnTo>
                      <a:pt x="576580" y="702944"/>
                    </a:lnTo>
                    <a:lnTo>
                      <a:pt x="594360" y="695324"/>
                    </a:lnTo>
                    <a:lnTo>
                      <a:pt x="594360" y="694562"/>
                    </a:lnTo>
                    <a:lnTo>
                      <a:pt x="610870" y="686180"/>
                    </a:lnTo>
                    <a:lnTo>
                      <a:pt x="627380" y="677036"/>
                    </a:lnTo>
                    <a:lnTo>
                      <a:pt x="628650" y="676274"/>
                    </a:lnTo>
                    <a:lnTo>
                      <a:pt x="643890" y="666368"/>
                    </a:lnTo>
                    <a:lnTo>
                      <a:pt x="659130" y="655701"/>
                    </a:lnTo>
                    <a:lnTo>
                      <a:pt x="659130" y="654938"/>
                    </a:lnTo>
                    <a:lnTo>
                      <a:pt x="673100" y="643508"/>
                    </a:lnTo>
                    <a:lnTo>
                      <a:pt x="689610" y="628037"/>
                    </a:lnTo>
                    <a:close/>
                  </a:path>
                  <a:path w="805179" h="739775">
                    <a:moveTo>
                      <a:pt x="689610" y="134264"/>
                    </a:moveTo>
                    <a:lnTo>
                      <a:pt x="689610" y="132968"/>
                    </a:lnTo>
                    <a:lnTo>
                      <a:pt x="688340" y="132968"/>
                    </a:lnTo>
                    <a:lnTo>
                      <a:pt x="689610" y="134264"/>
                    </a:lnTo>
                    <a:close/>
                  </a:path>
                  <a:path w="805179" h="739775">
                    <a:moveTo>
                      <a:pt x="788670" y="475487"/>
                    </a:moveTo>
                    <a:lnTo>
                      <a:pt x="788670" y="387476"/>
                    </a:lnTo>
                    <a:lnTo>
                      <a:pt x="786024" y="406526"/>
                    </a:lnTo>
                    <a:lnTo>
                      <a:pt x="786024" y="407288"/>
                    </a:lnTo>
                    <a:lnTo>
                      <a:pt x="784860" y="424052"/>
                    </a:lnTo>
                    <a:lnTo>
                      <a:pt x="784860" y="423290"/>
                    </a:lnTo>
                    <a:lnTo>
                      <a:pt x="777240" y="458342"/>
                    </a:lnTo>
                    <a:lnTo>
                      <a:pt x="777240" y="457580"/>
                    </a:lnTo>
                    <a:lnTo>
                      <a:pt x="770890" y="475106"/>
                    </a:lnTo>
                    <a:lnTo>
                      <a:pt x="770890" y="474344"/>
                    </a:lnTo>
                    <a:lnTo>
                      <a:pt x="765810" y="491108"/>
                    </a:lnTo>
                    <a:lnTo>
                      <a:pt x="750570" y="523112"/>
                    </a:lnTo>
                    <a:lnTo>
                      <a:pt x="750570" y="522350"/>
                    </a:lnTo>
                    <a:lnTo>
                      <a:pt x="742950" y="538352"/>
                    </a:lnTo>
                    <a:lnTo>
                      <a:pt x="742950" y="537590"/>
                    </a:lnTo>
                    <a:lnTo>
                      <a:pt x="732790" y="552830"/>
                    </a:lnTo>
                    <a:lnTo>
                      <a:pt x="732790" y="552068"/>
                    </a:lnTo>
                    <a:lnTo>
                      <a:pt x="723900" y="567308"/>
                    </a:lnTo>
                    <a:lnTo>
                      <a:pt x="723900" y="566546"/>
                    </a:lnTo>
                    <a:lnTo>
                      <a:pt x="712470" y="581024"/>
                    </a:lnTo>
                    <a:lnTo>
                      <a:pt x="712470" y="580262"/>
                    </a:lnTo>
                    <a:lnTo>
                      <a:pt x="701040" y="593979"/>
                    </a:lnTo>
                    <a:lnTo>
                      <a:pt x="688340" y="606932"/>
                    </a:lnTo>
                    <a:lnTo>
                      <a:pt x="689610" y="606932"/>
                    </a:lnTo>
                    <a:lnTo>
                      <a:pt x="689610" y="628037"/>
                    </a:lnTo>
                    <a:lnTo>
                      <a:pt x="709930" y="608996"/>
                    </a:lnTo>
                    <a:lnTo>
                      <a:pt x="741680" y="570099"/>
                    </a:lnTo>
                    <a:lnTo>
                      <a:pt x="767080" y="527140"/>
                    </a:lnTo>
                    <a:lnTo>
                      <a:pt x="787400" y="480440"/>
                    </a:lnTo>
                    <a:lnTo>
                      <a:pt x="787400" y="479678"/>
                    </a:lnTo>
                    <a:lnTo>
                      <a:pt x="788670" y="4754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22" name="object 22"/>
            <p:cNvSpPr txBox="1"/>
            <p:nvPr/>
          </p:nvSpPr>
          <p:spPr>
            <a:xfrm>
              <a:off x="3237758" y="5055457"/>
              <a:ext cx="1271983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udt_send(sndpkt)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3217723" y="4405933"/>
              <a:ext cx="1319201" cy="597943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 algn="just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r>
                <a:rPr sz="1270" spc="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&amp;&amp;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(</a:t>
              </a:r>
              <a:r>
                <a:rPr sz="1270" spc="-32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corrupt(rcvpkt)</a:t>
              </a:r>
              <a:r>
                <a:rPr sz="1270" spc="-18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||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isNAK(rcvpkt)</a:t>
              </a:r>
              <a:r>
                <a:rPr sz="1270" spc="-5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45" dirty="0">
                  <a:solidFill>
                    <a:srgbClr val="163794"/>
                  </a:solidFill>
                  <a:latin typeface="Arial"/>
                  <a:cs typeface="Arial"/>
                </a:rPr>
                <a:t>)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248588" y="5031733"/>
              <a:ext cx="1239162" cy="23033"/>
            </a:xfrm>
            <a:custGeom>
              <a:avLst/>
              <a:gdLst/>
              <a:ahLst/>
              <a:cxnLst/>
              <a:rect l="l" t="t" r="r" b="b"/>
              <a:pathLst>
                <a:path w="1366520" h="25400">
                  <a:moveTo>
                    <a:pt x="1366265" y="25146"/>
                  </a:moveTo>
                  <a:lnTo>
                    <a:pt x="1366265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1366265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3172113" y="3132453"/>
              <a:ext cx="1550104" cy="597943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endParaRPr sz="1270">
                <a:latin typeface="Arial"/>
                <a:cs typeface="Arial"/>
              </a:endParaRPr>
            </a:p>
            <a:p>
              <a:pPr marL="11516" marR="4607">
                <a:spcBef>
                  <a:spcPts val="9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notcorrupt(rcvpkt)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isACK(rcvpkt)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226476" y="3767926"/>
              <a:ext cx="1381965" cy="23033"/>
            </a:xfrm>
            <a:custGeom>
              <a:avLst/>
              <a:gdLst/>
              <a:ahLst/>
              <a:cxnLst/>
              <a:rect l="l" t="t" r="r" b="b"/>
              <a:pathLst>
                <a:path w="1524000" h="25400">
                  <a:moveTo>
                    <a:pt x="1524000" y="25146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1524000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6589026" y="4148197"/>
              <a:ext cx="674859" cy="512984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 indent="-40307" algn="ctr">
                <a:lnSpc>
                  <a:spcPct val="102099"/>
                </a:lnSpc>
                <a:spcBef>
                  <a:spcPts val="9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r>
                <a:rPr sz="1088" spc="-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for</a:t>
              </a:r>
              <a:r>
                <a:rPr sz="1088" spc="45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call</a:t>
              </a:r>
              <a:r>
                <a:rPr sz="1088" spc="2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FF0000"/>
                  </a:solidFill>
                  <a:latin typeface="Arial"/>
                  <a:cs typeface="Arial"/>
                </a:rPr>
                <a:t>1</a:t>
              </a:r>
              <a:r>
                <a:rPr sz="1088" spc="32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088" spc="-18" dirty="0">
                  <a:solidFill>
                    <a:srgbClr val="163794"/>
                  </a:solidFill>
                  <a:latin typeface="Arial"/>
                  <a:cs typeface="Arial"/>
                </a:rPr>
                <a:t>from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above</a:t>
              </a:r>
              <a:endParaRPr sz="1088">
                <a:latin typeface="Arial"/>
                <a:cs typeface="Arial"/>
              </a:endParaRPr>
            </a:p>
          </p:txBody>
        </p:sp>
        <p:grpSp>
          <p:nvGrpSpPr>
            <p:cNvPr id="28" name="object 28"/>
            <p:cNvGrpSpPr/>
            <p:nvPr/>
          </p:nvGrpSpPr>
          <p:grpSpPr>
            <a:xfrm>
              <a:off x="4765985" y="4004009"/>
              <a:ext cx="730138" cy="670829"/>
              <a:chOff x="3879989" y="4415532"/>
              <a:chExt cx="805180" cy="739775"/>
            </a:xfrm>
          </p:grpSpPr>
          <p:sp>
            <p:nvSpPr>
              <p:cNvPr id="29" name="object 29"/>
              <p:cNvSpPr/>
              <p:nvPr/>
            </p:nvSpPr>
            <p:spPr>
              <a:xfrm>
                <a:off x="3888371" y="4424171"/>
                <a:ext cx="789940" cy="722630"/>
              </a:xfrm>
              <a:custGeom>
                <a:avLst/>
                <a:gdLst/>
                <a:ahLst/>
                <a:cxnLst/>
                <a:rect l="l" t="t" r="r" b="b"/>
                <a:pathLst>
                  <a:path w="789939" h="722629">
                    <a:moveTo>
                      <a:pt x="789432" y="361187"/>
                    </a:moveTo>
                    <a:lnTo>
                      <a:pt x="786355" y="315848"/>
                    </a:lnTo>
                    <a:lnTo>
                      <a:pt x="777373" y="272199"/>
                    </a:lnTo>
                    <a:lnTo>
                      <a:pt x="762855" y="230576"/>
                    </a:lnTo>
                    <a:lnTo>
                      <a:pt x="743172" y="191318"/>
                    </a:lnTo>
                    <a:lnTo>
                      <a:pt x="718694" y="154761"/>
                    </a:lnTo>
                    <a:lnTo>
                      <a:pt x="689792" y="121242"/>
                    </a:lnTo>
                    <a:lnTo>
                      <a:pt x="656837" y="91098"/>
                    </a:lnTo>
                    <a:lnTo>
                      <a:pt x="620197" y="64667"/>
                    </a:lnTo>
                    <a:lnTo>
                      <a:pt x="580245" y="42286"/>
                    </a:lnTo>
                    <a:lnTo>
                      <a:pt x="537351" y="24291"/>
                    </a:lnTo>
                    <a:lnTo>
                      <a:pt x="491884" y="11021"/>
                    </a:lnTo>
                    <a:lnTo>
                      <a:pt x="444215" y="2811"/>
                    </a:lnTo>
                    <a:lnTo>
                      <a:pt x="394716" y="0"/>
                    </a:lnTo>
                    <a:lnTo>
                      <a:pt x="345216" y="2811"/>
                    </a:lnTo>
                    <a:lnTo>
                      <a:pt x="297547" y="11021"/>
                    </a:lnTo>
                    <a:lnTo>
                      <a:pt x="252080" y="24291"/>
                    </a:lnTo>
                    <a:lnTo>
                      <a:pt x="209186" y="42286"/>
                    </a:lnTo>
                    <a:lnTo>
                      <a:pt x="169234" y="64667"/>
                    </a:lnTo>
                    <a:lnTo>
                      <a:pt x="132594" y="91098"/>
                    </a:lnTo>
                    <a:lnTo>
                      <a:pt x="99639" y="121242"/>
                    </a:lnTo>
                    <a:lnTo>
                      <a:pt x="70737" y="154761"/>
                    </a:lnTo>
                    <a:lnTo>
                      <a:pt x="46259" y="191318"/>
                    </a:lnTo>
                    <a:lnTo>
                      <a:pt x="26576" y="230576"/>
                    </a:lnTo>
                    <a:lnTo>
                      <a:pt x="12058" y="272199"/>
                    </a:lnTo>
                    <a:lnTo>
                      <a:pt x="3076" y="315848"/>
                    </a:lnTo>
                    <a:lnTo>
                      <a:pt x="0" y="361188"/>
                    </a:lnTo>
                    <a:lnTo>
                      <a:pt x="3076" y="406527"/>
                    </a:lnTo>
                    <a:lnTo>
                      <a:pt x="12058" y="450176"/>
                    </a:lnTo>
                    <a:lnTo>
                      <a:pt x="26576" y="491799"/>
                    </a:lnTo>
                    <a:lnTo>
                      <a:pt x="46259" y="531057"/>
                    </a:lnTo>
                    <a:lnTo>
                      <a:pt x="70737" y="567614"/>
                    </a:lnTo>
                    <a:lnTo>
                      <a:pt x="99639" y="601133"/>
                    </a:lnTo>
                    <a:lnTo>
                      <a:pt x="132594" y="631277"/>
                    </a:lnTo>
                    <a:lnTo>
                      <a:pt x="169234" y="657708"/>
                    </a:lnTo>
                    <a:lnTo>
                      <a:pt x="209186" y="680089"/>
                    </a:lnTo>
                    <a:lnTo>
                      <a:pt x="252080" y="698084"/>
                    </a:lnTo>
                    <a:lnTo>
                      <a:pt x="297547" y="711354"/>
                    </a:lnTo>
                    <a:lnTo>
                      <a:pt x="345216" y="719564"/>
                    </a:lnTo>
                    <a:lnTo>
                      <a:pt x="394716" y="722376"/>
                    </a:lnTo>
                    <a:lnTo>
                      <a:pt x="444215" y="719564"/>
                    </a:lnTo>
                    <a:lnTo>
                      <a:pt x="491884" y="711354"/>
                    </a:lnTo>
                    <a:lnTo>
                      <a:pt x="537351" y="698084"/>
                    </a:lnTo>
                    <a:lnTo>
                      <a:pt x="580245" y="680089"/>
                    </a:lnTo>
                    <a:lnTo>
                      <a:pt x="620197" y="657708"/>
                    </a:lnTo>
                    <a:lnTo>
                      <a:pt x="656837" y="631277"/>
                    </a:lnTo>
                    <a:lnTo>
                      <a:pt x="689792" y="601133"/>
                    </a:lnTo>
                    <a:lnTo>
                      <a:pt x="718694" y="567614"/>
                    </a:lnTo>
                    <a:lnTo>
                      <a:pt x="743172" y="531057"/>
                    </a:lnTo>
                    <a:lnTo>
                      <a:pt x="762855" y="491799"/>
                    </a:lnTo>
                    <a:lnTo>
                      <a:pt x="777373" y="450176"/>
                    </a:lnTo>
                    <a:lnTo>
                      <a:pt x="786355" y="406527"/>
                    </a:lnTo>
                    <a:lnTo>
                      <a:pt x="789432" y="3611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3879989" y="4415532"/>
                <a:ext cx="805180" cy="739775"/>
              </a:xfrm>
              <a:custGeom>
                <a:avLst/>
                <a:gdLst/>
                <a:ahLst/>
                <a:cxnLst/>
                <a:rect l="l" t="t" r="r" b="b"/>
                <a:pathLst>
                  <a:path w="805179" h="739775">
                    <a:moveTo>
                      <a:pt x="781050" y="298961"/>
                    </a:moveTo>
                    <a:lnTo>
                      <a:pt x="781050" y="241811"/>
                    </a:lnTo>
                    <a:lnTo>
                      <a:pt x="774700" y="225809"/>
                    </a:lnTo>
                    <a:lnTo>
                      <a:pt x="773430" y="225047"/>
                    </a:lnTo>
                    <a:lnTo>
                      <a:pt x="765810" y="209045"/>
                    </a:lnTo>
                    <a:lnTo>
                      <a:pt x="756920" y="193043"/>
                    </a:lnTo>
                    <a:lnTo>
                      <a:pt x="748030" y="177803"/>
                    </a:lnTo>
                    <a:lnTo>
                      <a:pt x="746760" y="177803"/>
                    </a:lnTo>
                    <a:lnTo>
                      <a:pt x="736600" y="162563"/>
                    </a:lnTo>
                    <a:lnTo>
                      <a:pt x="707390" y="127306"/>
                    </a:lnTo>
                    <a:lnTo>
                      <a:pt x="666750" y="89993"/>
                    </a:lnTo>
                    <a:lnTo>
                      <a:pt x="628650" y="62741"/>
                    </a:lnTo>
                    <a:lnTo>
                      <a:pt x="567690" y="32304"/>
                    </a:lnTo>
                    <a:lnTo>
                      <a:pt x="504190" y="11687"/>
                    </a:lnTo>
                    <a:lnTo>
                      <a:pt x="502920" y="11687"/>
                    </a:lnTo>
                    <a:lnTo>
                      <a:pt x="483870" y="7877"/>
                    </a:lnTo>
                    <a:lnTo>
                      <a:pt x="483870" y="7115"/>
                    </a:lnTo>
                    <a:lnTo>
                      <a:pt x="464820" y="4067"/>
                    </a:lnTo>
                    <a:lnTo>
                      <a:pt x="434340" y="991"/>
                    </a:lnTo>
                    <a:lnTo>
                      <a:pt x="403859" y="39"/>
                    </a:lnTo>
                    <a:lnTo>
                      <a:pt x="402589" y="0"/>
                    </a:lnTo>
                    <a:lnTo>
                      <a:pt x="373379" y="998"/>
                    </a:lnTo>
                    <a:lnTo>
                      <a:pt x="372109" y="1041"/>
                    </a:lnTo>
                    <a:lnTo>
                      <a:pt x="341630" y="4067"/>
                    </a:lnTo>
                    <a:lnTo>
                      <a:pt x="321310" y="7115"/>
                    </a:lnTo>
                    <a:lnTo>
                      <a:pt x="321310" y="7877"/>
                    </a:lnTo>
                    <a:lnTo>
                      <a:pt x="302260" y="11687"/>
                    </a:lnTo>
                    <a:lnTo>
                      <a:pt x="237490" y="32289"/>
                    </a:lnTo>
                    <a:lnTo>
                      <a:pt x="177799" y="62741"/>
                    </a:lnTo>
                    <a:lnTo>
                      <a:pt x="162560" y="73409"/>
                    </a:lnTo>
                    <a:lnTo>
                      <a:pt x="161289" y="73409"/>
                    </a:lnTo>
                    <a:lnTo>
                      <a:pt x="111759" y="114090"/>
                    </a:lnTo>
                    <a:lnTo>
                      <a:pt x="68580" y="162563"/>
                    </a:lnTo>
                    <a:lnTo>
                      <a:pt x="49529" y="193043"/>
                    </a:lnTo>
                    <a:lnTo>
                      <a:pt x="48259" y="193043"/>
                    </a:lnTo>
                    <a:lnTo>
                      <a:pt x="22859" y="247019"/>
                    </a:lnTo>
                    <a:lnTo>
                      <a:pt x="10159" y="286450"/>
                    </a:lnTo>
                    <a:lnTo>
                      <a:pt x="2539" y="327183"/>
                    </a:lnTo>
                    <a:lnTo>
                      <a:pt x="0" y="369065"/>
                    </a:lnTo>
                    <a:lnTo>
                      <a:pt x="0" y="388877"/>
                    </a:lnTo>
                    <a:lnTo>
                      <a:pt x="6350" y="437117"/>
                    </a:lnTo>
                    <a:lnTo>
                      <a:pt x="16510" y="473855"/>
                    </a:lnTo>
                    <a:lnTo>
                      <a:pt x="16510" y="351539"/>
                    </a:lnTo>
                    <a:lnTo>
                      <a:pt x="18946" y="334358"/>
                    </a:lnTo>
                    <a:lnTo>
                      <a:pt x="18946" y="335508"/>
                    </a:lnTo>
                    <a:lnTo>
                      <a:pt x="20240" y="316868"/>
                    </a:lnTo>
                    <a:lnTo>
                      <a:pt x="24129" y="298199"/>
                    </a:lnTo>
                    <a:lnTo>
                      <a:pt x="24129" y="298961"/>
                    </a:lnTo>
                    <a:lnTo>
                      <a:pt x="27939" y="281435"/>
                    </a:lnTo>
                    <a:lnTo>
                      <a:pt x="27939" y="282197"/>
                    </a:lnTo>
                    <a:lnTo>
                      <a:pt x="34290" y="264671"/>
                    </a:lnTo>
                    <a:lnTo>
                      <a:pt x="34290" y="265433"/>
                    </a:lnTo>
                    <a:lnTo>
                      <a:pt x="39369" y="248669"/>
                    </a:lnTo>
                    <a:lnTo>
                      <a:pt x="54609" y="216665"/>
                    </a:lnTo>
                    <a:lnTo>
                      <a:pt x="54609" y="217427"/>
                    </a:lnTo>
                    <a:lnTo>
                      <a:pt x="62229" y="201425"/>
                    </a:lnTo>
                    <a:lnTo>
                      <a:pt x="62229" y="202187"/>
                    </a:lnTo>
                    <a:lnTo>
                      <a:pt x="72389" y="186947"/>
                    </a:lnTo>
                    <a:lnTo>
                      <a:pt x="82549" y="172469"/>
                    </a:lnTo>
                    <a:lnTo>
                      <a:pt x="92709" y="158753"/>
                    </a:lnTo>
                    <a:lnTo>
                      <a:pt x="104139" y="145037"/>
                    </a:lnTo>
                    <a:lnTo>
                      <a:pt x="104139" y="145799"/>
                    </a:lnTo>
                    <a:lnTo>
                      <a:pt x="129539" y="119891"/>
                    </a:lnTo>
                    <a:lnTo>
                      <a:pt x="129539" y="120653"/>
                    </a:lnTo>
                    <a:lnTo>
                      <a:pt x="142239" y="108461"/>
                    </a:lnTo>
                    <a:lnTo>
                      <a:pt x="156657" y="97524"/>
                    </a:lnTo>
                    <a:lnTo>
                      <a:pt x="201929" y="68075"/>
                    </a:lnTo>
                    <a:lnTo>
                      <a:pt x="236220" y="51311"/>
                    </a:lnTo>
                    <a:lnTo>
                      <a:pt x="236220" y="51528"/>
                    </a:lnTo>
                    <a:lnTo>
                      <a:pt x="252729" y="44453"/>
                    </a:lnTo>
                    <a:lnTo>
                      <a:pt x="288290" y="32261"/>
                    </a:lnTo>
                    <a:lnTo>
                      <a:pt x="288290" y="32667"/>
                    </a:lnTo>
                    <a:lnTo>
                      <a:pt x="306070" y="27689"/>
                    </a:lnTo>
                    <a:lnTo>
                      <a:pt x="325120" y="23879"/>
                    </a:lnTo>
                    <a:lnTo>
                      <a:pt x="344170" y="20831"/>
                    </a:lnTo>
                    <a:lnTo>
                      <a:pt x="363220" y="18545"/>
                    </a:lnTo>
                    <a:lnTo>
                      <a:pt x="382270" y="17021"/>
                    </a:lnTo>
                    <a:lnTo>
                      <a:pt x="422909" y="17021"/>
                    </a:lnTo>
                    <a:lnTo>
                      <a:pt x="439419" y="18259"/>
                    </a:lnTo>
                    <a:lnTo>
                      <a:pt x="441324" y="18473"/>
                    </a:lnTo>
                    <a:lnTo>
                      <a:pt x="443230" y="18545"/>
                    </a:lnTo>
                    <a:lnTo>
                      <a:pt x="443230" y="18688"/>
                    </a:lnTo>
                    <a:lnTo>
                      <a:pt x="462280" y="20831"/>
                    </a:lnTo>
                    <a:lnTo>
                      <a:pt x="481330" y="23879"/>
                    </a:lnTo>
                    <a:lnTo>
                      <a:pt x="500380" y="27689"/>
                    </a:lnTo>
                    <a:lnTo>
                      <a:pt x="500380" y="28044"/>
                    </a:lnTo>
                    <a:lnTo>
                      <a:pt x="518159" y="33023"/>
                    </a:lnTo>
                    <a:lnTo>
                      <a:pt x="518159" y="32261"/>
                    </a:lnTo>
                    <a:lnTo>
                      <a:pt x="553720" y="44453"/>
                    </a:lnTo>
                    <a:lnTo>
                      <a:pt x="570230" y="51528"/>
                    </a:lnTo>
                    <a:lnTo>
                      <a:pt x="570230" y="51311"/>
                    </a:lnTo>
                    <a:lnTo>
                      <a:pt x="588010" y="59693"/>
                    </a:lnTo>
                    <a:lnTo>
                      <a:pt x="588010" y="60337"/>
                    </a:lnTo>
                    <a:lnTo>
                      <a:pt x="603250" y="68075"/>
                    </a:lnTo>
                    <a:lnTo>
                      <a:pt x="618490" y="77219"/>
                    </a:lnTo>
                    <a:lnTo>
                      <a:pt x="633730" y="87125"/>
                    </a:lnTo>
                    <a:lnTo>
                      <a:pt x="648970" y="97793"/>
                    </a:lnTo>
                    <a:lnTo>
                      <a:pt x="648970" y="97031"/>
                    </a:lnTo>
                    <a:lnTo>
                      <a:pt x="662940" y="108461"/>
                    </a:lnTo>
                    <a:lnTo>
                      <a:pt x="675640" y="120653"/>
                    </a:lnTo>
                    <a:lnTo>
                      <a:pt x="675640" y="119891"/>
                    </a:lnTo>
                    <a:lnTo>
                      <a:pt x="689610" y="132845"/>
                    </a:lnTo>
                    <a:lnTo>
                      <a:pt x="701040" y="145799"/>
                    </a:lnTo>
                    <a:lnTo>
                      <a:pt x="701040" y="145037"/>
                    </a:lnTo>
                    <a:lnTo>
                      <a:pt x="723900" y="172469"/>
                    </a:lnTo>
                    <a:lnTo>
                      <a:pt x="732790" y="186947"/>
                    </a:lnTo>
                    <a:lnTo>
                      <a:pt x="742950" y="202187"/>
                    </a:lnTo>
                    <a:lnTo>
                      <a:pt x="742950" y="201425"/>
                    </a:lnTo>
                    <a:lnTo>
                      <a:pt x="751840" y="217427"/>
                    </a:lnTo>
                    <a:lnTo>
                      <a:pt x="751840" y="218951"/>
                    </a:lnTo>
                    <a:lnTo>
                      <a:pt x="759460" y="232667"/>
                    </a:lnTo>
                    <a:lnTo>
                      <a:pt x="765810" y="248669"/>
                    </a:lnTo>
                    <a:lnTo>
                      <a:pt x="772160" y="265433"/>
                    </a:lnTo>
                    <a:lnTo>
                      <a:pt x="772160" y="264671"/>
                    </a:lnTo>
                    <a:lnTo>
                      <a:pt x="777240" y="282197"/>
                    </a:lnTo>
                    <a:lnTo>
                      <a:pt x="777240" y="281435"/>
                    </a:lnTo>
                    <a:lnTo>
                      <a:pt x="781050" y="298961"/>
                    </a:lnTo>
                    <a:close/>
                  </a:path>
                  <a:path w="805179" h="739775">
                    <a:moveTo>
                      <a:pt x="18946" y="482664"/>
                    </a:moveTo>
                    <a:lnTo>
                      <a:pt x="18946" y="404893"/>
                    </a:lnTo>
                    <a:lnTo>
                      <a:pt x="16510" y="387353"/>
                    </a:lnTo>
                    <a:lnTo>
                      <a:pt x="16510" y="473855"/>
                    </a:lnTo>
                    <a:lnTo>
                      <a:pt x="18946" y="482664"/>
                    </a:lnTo>
                    <a:close/>
                  </a:path>
                  <a:path w="805179" h="739775">
                    <a:moveTo>
                      <a:pt x="82550" y="567185"/>
                    </a:moveTo>
                    <a:lnTo>
                      <a:pt x="72390" y="551945"/>
                    </a:lnTo>
                    <a:lnTo>
                      <a:pt x="72390" y="552707"/>
                    </a:lnTo>
                    <a:lnTo>
                      <a:pt x="62230" y="537467"/>
                    </a:lnTo>
                    <a:lnTo>
                      <a:pt x="54610" y="522227"/>
                    </a:lnTo>
                    <a:lnTo>
                      <a:pt x="46990" y="506225"/>
                    </a:lnTo>
                    <a:lnTo>
                      <a:pt x="46990" y="506987"/>
                    </a:lnTo>
                    <a:lnTo>
                      <a:pt x="39370" y="490223"/>
                    </a:lnTo>
                    <a:lnTo>
                      <a:pt x="39370" y="490985"/>
                    </a:lnTo>
                    <a:lnTo>
                      <a:pt x="34290" y="474221"/>
                    </a:lnTo>
                    <a:lnTo>
                      <a:pt x="34290" y="474983"/>
                    </a:lnTo>
                    <a:lnTo>
                      <a:pt x="27940" y="457457"/>
                    </a:lnTo>
                    <a:lnTo>
                      <a:pt x="27940" y="458219"/>
                    </a:lnTo>
                    <a:lnTo>
                      <a:pt x="20240" y="422802"/>
                    </a:lnTo>
                    <a:lnTo>
                      <a:pt x="20240" y="422071"/>
                    </a:lnTo>
                    <a:lnTo>
                      <a:pt x="18946" y="404208"/>
                    </a:lnTo>
                    <a:lnTo>
                      <a:pt x="18946" y="482804"/>
                    </a:lnTo>
                    <a:lnTo>
                      <a:pt x="38100" y="526296"/>
                    </a:lnTo>
                    <a:lnTo>
                      <a:pt x="60960" y="566541"/>
                    </a:lnTo>
                    <a:lnTo>
                      <a:pt x="81280" y="592200"/>
                    </a:lnTo>
                    <a:lnTo>
                      <a:pt x="81280" y="566423"/>
                    </a:lnTo>
                    <a:lnTo>
                      <a:pt x="82550" y="567185"/>
                    </a:lnTo>
                    <a:close/>
                  </a:path>
                  <a:path w="805179" h="739775">
                    <a:moveTo>
                      <a:pt x="157420" y="641861"/>
                    </a:moveTo>
                    <a:lnTo>
                      <a:pt x="156657" y="641243"/>
                    </a:lnTo>
                    <a:lnTo>
                      <a:pt x="142240" y="630431"/>
                    </a:lnTo>
                    <a:lnTo>
                      <a:pt x="129540" y="619001"/>
                    </a:lnTo>
                    <a:lnTo>
                      <a:pt x="116840" y="606809"/>
                    </a:lnTo>
                    <a:lnTo>
                      <a:pt x="104140" y="593855"/>
                    </a:lnTo>
                    <a:lnTo>
                      <a:pt x="92710" y="580139"/>
                    </a:lnTo>
                    <a:lnTo>
                      <a:pt x="92710" y="580901"/>
                    </a:lnTo>
                    <a:lnTo>
                      <a:pt x="81280" y="566423"/>
                    </a:lnTo>
                    <a:lnTo>
                      <a:pt x="81280" y="592200"/>
                    </a:lnTo>
                    <a:lnTo>
                      <a:pt x="90170" y="603426"/>
                    </a:lnTo>
                    <a:lnTo>
                      <a:pt x="124460" y="636606"/>
                    </a:lnTo>
                    <a:lnTo>
                      <a:pt x="156210" y="661715"/>
                    </a:lnTo>
                    <a:lnTo>
                      <a:pt x="156210" y="641861"/>
                    </a:lnTo>
                    <a:lnTo>
                      <a:pt x="157420" y="641861"/>
                    </a:lnTo>
                    <a:close/>
                  </a:path>
                  <a:path w="805179" h="739775">
                    <a:moveTo>
                      <a:pt x="236220" y="687581"/>
                    </a:moveTo>
                    <a:lnTo>
                      <a:pt x="186690" y="662435"/>
                    </a:lnTo>
                    <a:lnTo>
                      <a:pt x="156210" y="641861"/>
                    </a:lnTo>
                    <a:lnTo>
                      <a:pt x="156210" y="661715"/>
                    </a:lnTo>
                    <a:lnTo>
                      <a:pt x="161290" y="665732"/>
                    </a:lnTo>
                    <a:lnTo>
                      <a:pt x="201930" y="690460"/>
                    </a:lnTo>
                    <a:lnTo>
                      <a:pt x="234950" y="705303"/>
                    </a:lnTo>
                    <a:lnTo>
                      <a:pt x="234950" y="687581"/>
                    </a:lnTo>
                    <a:lnTo>
                      <a:pt x="236220" y="687581"/>
                    </a:lnTo>
                    <a:close/>
                  </a:path>
                  <a:path w="805179" h="739775">
                    <a:moveTo>
                      <a:pt x="160020" y="95126"/>
                    </a:moveTo>
                    <a:lnTo>
                      <a:pt x="157420" y="96945"/>
                    </a:lnTo>
                    <a:lnTo>
                      <a:pt x="156657" y="97607"/>
                    </a:lnTo>
                    <a:lnTo>
                      <a:pt x="157420" y="97075"/>
                    </a:lnTo>
                    <a:lnTo>
                      <a:pt x="160020" y="95126"/>
                    </a:lnTo>
                    <a:close/>
                  </a:path>
                  <a:path w="805179" h="739775">
                    <a:moveTo>
                      <a:pt x="236220" y="51528"/>
                    </a:moveTo>
                    <a:lnTo>
                      <a:pt x="236220" y="51311"/>
                    </a:lnTo>
                    <a:lnTo>
                      <a:pt x="234950" y="52073"/>
                    </a:lnTo>
                    <a:lnTo>
                      <a:pt x="236220" y="51528"/>
                    </a:lnTo>
                    <a:close/>
                  </a:path>
                  <a:path w="805179" h="739775">
                    <a:moveTo>
                      <a:pt x="288290" y="706631"/>
                    </a:moveTo>
                    <a:lnTo>
                      <a:pt x="270510" y="701297"/>
                    </a:lnTo>
                    <a:lnTo>
                      <a:pt x="252729" y="694439"/>
                    </a:lnTo>
                    <a:lnTo>
                      <a:pt x="252729" y="695201"/>
                    </a:lnTo>
                    <a:lnTo>
                      <a:pt x="234950" y="687581"/>
                    </a:lnTo>
                    <a:lnTo>
                      <a:pt x="234950" y="705303"/>
                    </a:lnTo>
                    <a:lnTo>
                      <a:pt x="246379" y="710441"/>
                    </a:lnTo>
                    <a:lnTo>
                      <a:pt x="264160" y="716537"/>
                    </a:lnTo>
                    <a:lnTo>
                      <a:pt x="264160" y="717299"/>
                    </a:lnTo>
                    <a:lnTo>
                      <a:pt x="283210" y="722633"/>
                    </a:lnTo>
                    <a:lnTo>
                      <a:pt x="287020" y="723598"/>
                    </a:lnTo>
                    <a:lnTo>
                      <a:pt x="287020" y="706631"/>
                    </a:lnTo>
                    <a:lnTo>
                      <a:pt x="288290" y="706631"/>
                    </a:lnTo>
                    <a:close/>
                  </a:path>
                  <a:path w="805179" h="739775">
                    <a:moveTo>
                      <a:pt x="288290" y="32667"/>
                    </a:moveTo>
                    <a:lnTo>
                      <a:pt x="288290" y="32261"/>
                    </a:lnTo>
                    <a:lnTo>
                      <a:pt x="287020" y="33023"/>
                    </a:lnTo>
                    <a:lnTo>
                      <a:pt x="288290" y="32667"/>
                    </a:lnTo>
                    <a:close/>
                  </a:path>
                  <a:path w="805179" h="739775">
                    <a:moveTo>
                      <a:pt x="443230" y="737094"/>
                    </a:moveTo>
                    <a:lnTo>
                      <a:pt x="443230" y="721109"/>
                    </a:lnTo>
                    <a:lnTo>
                      <a:pt x="422909" y="721871"/>
                    </a:lnTo>
                    <a:lnTo>
                      <a:pt x="403860" y="722633"/>
                    </a:lnTo>
                    <a:lnTo>
                      <a:pt x="383540" y="721915"/>
                    </a:lnTo>
                    <a:lnTo>
                      <a:pt x="382270" y="721823"/>
                    </a:lnTo>
                    <a:lnTo>
                      <a:pt x="363220" y="721109"/>
                    </a:lnTo>
                    <a:lnTo>
                      <a:pt x="344170" y="718823"/>
                    </a:lnTo>
                    <a:lnTo>
                      <a:pt x="325120" y="715013"/>
                    </a:lnTo>
                    <a:lnTo>
                      <a:pt x="325120" y="715775"/>
                    </a:lnTo>
                    <a:lnTo>
                      <a:pt x="287020" y="706631"/>
                    </a:lnTo>
                    <a:lnTo>
                      <a:pt x="287020" y="723598"/>
                    </a:lnTo>
                    <a:lnTo>
                      <a:pt x="312420" y="730033"/>
                    </a:lnTo>
                    <a:lnTo>
                      <a:pt x="341630" y="735010"/>
                    </a:lnTo>
                    <a:lnTo>
                      <a:pt x="372110" y="737871"/>
                    </a:lnTo>
                    <a:lnTo>
                      <a:pt x="373380" y="737990"/>
                    </a:lnTo>
                    <a:lnTo>
                      <a:pt x="402590" y="739397"/>
                    </a:lnTo>
                    <a:lnTo>
                      <a:pt x="403860" y="739397"/>
                    </a:lnTo>
                    <a:lnTo>
                      <a:pt x="422909" y="738635"/>
                    </a:lnTo>
                    <a:lnTo>
                      <a:pt x="441324" y="737239"/>
                    </a:lnTo>
                    <a:lnTo>
                      <a:pt x="442375" y="737159"/>
                    </a:lnTo>
                    <a:lnTo>
                      <a:pt x="443230" y="737094"/>
                    </a:lnTo>
                    <a:close/>
                  </a:path>
                  <a:path w="805179" h="739775">
                    <a:moveTo>
                      <a:pt x="443230" y="18688"/>
                    </a:moveTo>
                    <a:lnTo>
                      <a:pt x="443230" y="18545"/>
                    </a:lnTo>
                    <a:lnTo>
                      <a:pt x="442375" y="18481"/>
                    </a:lnTo>
                    <a:lnTo>
                      <a:pt x="443230" y="18688"/>
                    </a:lnTo>
                    <a:close/>
                  </a:path>
                  <a:path w="805179" h="739775">
                    <a:moveTo>
                      <a:pt x="500380" y="728395"/>
                    </a:moveTo>
                    <a:lnTo>
                      <a:pt x="500380" y="711203"/>
                    </a:lnTo>
                    <a:lnTo>
                      <a:pt x="481330" y="715775"/>
                    </a:lnTo>
                    <a:lnTo>
                      <a:pt x="481330" y="715013"/>
                    </a:lnTo>
                    <a:lnTo>
                      <a:pt x="462280" y="718823"/>
                    </a:lnTo>
                    <a:lnTo>
                      <a:pt x="443230" y="720966"/>
                    </a:lnTo>
                    <a:lnTo>
                      <a:pt x="442375" y="721062"/>
                    </a:lnTo>
                    <a:lnTo>
                      <a:pt x="443230" y="721109"/>
                    </a:lnTo>
                    <a:lnTo>
                      <a:pt x="443230" y="737094"/>
                    </a:lnTo>
                    <a:lnTo>
                      <a:pt x="448309" y="736709"/>
                    </a:lnTo>
                    <a:lnTo>
                      <a:pt x="473709" y="733644"/>
                    </a:lnTo>
                    <a:lnTo>
                      <a:pt x="497840" y="729073"/>
                    </a:lnTo>
                    <a:lnTo>
                      <a:pt x="500380" y="728395"/>
                    </a:lnTo>
                    <a:close/>
                  </a:path>
                  <a:path w="805179" h="739775">
                    <a:moveTo>
                      <a:pt x="500380" y="28044"/>
                    </a:moveTo>
                    <a:lnTo>
                      <a:pt x="500380" y="27689"/>
                    </a:lnTo>
                    <a:lnTo>
                      <a:pt x="499109" y="27689"/>
                    </a:lnTo>
                    <a:lnTo>
                      <a:pt x="500380" y="28044"/>
                    </a:lnTo>
                    <a:close/>
                  </a:path>
                  <a:path w="805179" h="739775">
                    <a:moveTo>
                      <a:pt x="571500" y="705165"/>
                    </a:moveTo>
                    <a:lnTo>
                      <a:pt x="571500" y="687581"/>
                    </a:lnTo>
                    <a:lnTo>
                      <a:pt x="553720" y="695201"/>
                    </a:lnTo>
                    <a:lnTo>
                      <a:pt x="553720" y="694439"/>
                    </a:lnTo>
                    <a:lnTo>
                      <a:pt x="535940" y="701297"/>
                    </a:lnTo>
                    <a:lnTo>
                      <a:pt x="518159" y="706631"/>
                    </a:lnTo>
                    <a:lnTo>
                      <a:pt x="499109" y="711203"/>
                    </a:lnTo>
                    <a:lnTo>
                      <a:pt x="500380" y="711203"/>
                    </a:lnTo>
                    <a:lnTo>
                      <a:pt x="500380" y="728395"/>
                    </a:lnTo>
                    <a:lnTo>
                      <a:pt x="521970" y="722633"/>
                    </a:lnTo>
                    <a:lnTo>
                      <a:pt x="523240" y="722633"/>
                    </a:lnTo>
                    <a:lnTo>
                      <a:pt x="541020" y="717299"/>
                    </a:lnTo>
                    <a:lnTo>
                      <a:pt x="541020" y="716537"/>
                    </a:lnTo>
                    <a:lnTo>
                      <a:pt x="560070" y="710441"/>
                    </a:lnTo>
                    <a:lnTo>
                      <a:pt x="571500" y="705165"/>
                    </a:lnTo>
                    <a:close/>
                  </a:path>
                  <a:path w="805179" h="739775">
                    <a:moveTo>
                      <a:pt x="571500" y="52073"/>
                    </a:moveTo>
                    <a:lnTo>
                      <a:pt x="570230" y="51311"/>
                    </a:lnTo>
                    <a:lnTo>
                      <a:pt x="570230" y="51528"/>
                    </a:lnTo>
                    <a:lnTo>
                      <a:pt x="571500" y="52073"/>
                    </a:lnTo>
                    <a:close/>
                  </a:path>
                  <a:path w="805179" h="739775">
                    <a:moveTo>
                      <a:pt x="588010" y="698131"/>
                    </a:moveTo>
                    <a:lnTo>
                      <a:pt x="588010" y="679961"/>
                    </a:lnTo>
                    <a:lnTo>
                      <a:pt x="570230" y="687581"/>
                    </a:lnTo>
                    <a:lnTo>
                      <a:pt x="571500" y="687581"/>
                    </a:lnTo>
                    <a:lnTo>
                      <a:pt x="571500" y="705165"/>
                    </a:lnTo>
                    <a:lnTo>
                      <a:pt x="576580" y="702821"/>
                    </a:lnTo>
                    <a:lnTo>
                      <a:pt x="577850" y="702821"/>
                    </a:lnTo>
                    <a:lnTo>
                      <a:pt x="588010" y="698131"/>
                    </a:lnTo>
                    <a:close/>
                  </a:path>
                  <a:path w="805179" h="739775">
                    <a:moveTo>
                      <a:pt x="588010" y="60337"/>
                    </a:moveTo>
                    <a:lnTo>
                      <a:pt x="588010" y="59693"/>
                    </a:lnTo>
                    <a:lnTo>
                      <a:pt x="586740" y="59693"/>
                    </a:lnTo>
                    <a:lnTo>
                      <a:pt x="588010" y="60337"/>
                    </a:lnTo>
                    <a:close/>
                  </a:path>
                  <a:path w="805179" h="739775">
                    <a:moveTo>
                      <a:pt x="751840" y="554446"/>
                    </a:moveTo>
                    <a:lnTo>
                      <a:pt x="751840" y="522227"/>
                    </a:lnTo>
                    <a:lnTo>
                      <a:pt x="742950" y="537467"/>
                    </a:lnTo>
                    <a:lnTo>
                      <a:pt x="732790" y="552707"/>
                    </a:lnTo>
                    <a:lnTo>
                      <a:pt x="732790" y="551945"/>
                    </a:lnTo>
                    <a:lnTo>
                      <a:pt x="723900" y="567185"/>
                    </a:lnTo>
                    <a:lnTo>
                      <a:pt x="723900" y="566423"/>
                    </a:lnTo>
                    <a:lnTo>
                      <a:pt x="712470" y="580901"/>
                    </a:lnTo>
                    <a:lnTo>
                      <a:pt x="712470" y="580139"/>
                    </a:lnTo>
                    <a:lnTo>
                      <a:pt x="701040" y="593855"/>
                    </a:lnTo>
                    <a:lnTo>
                      <a:pt x="689610" y="606809"/>
                    </a:lnTo>
                    <a:lnTo>
                      <a:pt x="675640" y="619001"/>
                    </a:lnTo>
                    <a:lnTo>
                      <a:pt x="662940" y="630431"/>
                    </a:lnTo>
                    <a:lnTo>
                      <a:pt x="618490" y="662435"/>
                    </a:lnTo>
                    <a:lnTo>
                      <a:pt x="586740" y="679961"/>
                    </a:lnTo>
                    <a:lnTo>
                      <a:pt x="588010" y="679961"/>
                    </a:lnTo>
                    <a:lnTo>
                      <a:pt x="588010" y="698131"/>
                    </a:lnTo>
                    <a:lnTo>
                      <a:pt x="594360" y="695201"/>
                    </a:lnTo>
                    <a:lnTo>
                      <a:pt x="594360" y="694439"/>
                    </a:lnTo>
                    <a:lnTo>
                      <a:pt x="610870" y="686057"/>
                    </a:lnTo>
                    <a:lnTo>
                      <a:pt x="612140" y="686057"/>
                    </a:lnTo>
                    <a:lnTo>
                      <a:pt x="636270" y="671238"/>
                    </a:lnTo>
                    <a:lnTo>
                      <a:pt x="679450" y="637772"/>
                    </a:lnTo>
                    <a:lnTo>
                      <a:pt x="713740" y="605285"/>
                    </a:lnTo>
                    <a:lnTo>
                      <a:pt x="741680" y="569571"/>
                    </a:lnTo>
                    <a:lnTo>
                      <a:pt x="751840" y="554446"/>
                    </a:lnTo>
                    <a:close/>
                  </a:path>
                  <a:path w="805179" h="739775">
                    <a:moveTo>
                      <a:pt x="751840" y="218951"/>
                    </a:moveTo>
                    <a:lnTo>
                      <a:pt x="751840" y="217427"/>
                    </a:lnTo>
                    <a:lnTo>
                      <a:pt x="750570" y="216665"/>
                    </a:lnTo>
                    <a:lnTo>
                      <a:pt x="751840" y="218951"/>
                    </a:lnTo>
                    <a:close/>
                  </a:path>
                  <a:path w="805179" h="739775">
                    <a:moveTo>
                      <a:pt x="765810" y="530609"/>
                    </a:moveTo>
                    <a:lnTo>
                      <a:pt x="765810" y="490223"/>
                    </a:lnTo>
                    <a:lnTo>
                      <a:pt x="759460" y="506987"/>
                    </a:lnTo>
                    <a:lnTo>
                      <a:pt x="759460" y="506225"/>
                    </a:lnTo>
                    <a:lnTo>
                      <a:pt x="750570" y="522227"/>
                    </a:lnTo>
                    <a:lnTo>
                      <a:pt x="751840" y="522227"/>
                    </a:lnTo>
                    <a:lnTo>
                      <a:pt x="751840" y="554446"/>
                    </a:lnTo>
                    <a:lnTo>
                      <a:pt x="754380" y="550665"/>
                    </a:lnTo>
                    <a:lnTo>
                      <a:pt x="765810" y="530609"/>
                    </a:lnTo>
                    <a:close/>
                  </a:path>
                  <a:path w="805179" h="739775">
                    <a:moveTo>
                      <a:pt x="788670" y="474844"/>
                    </a:moveTo>
                    <a:lnTo>
                      <a:pt x="788670" y="387353"/>
                    </a:lnTo>
                    <a:lnTo>
                      <a:pt x="787296" y="407136"/>
                    </a:lnTo>
                    <a:lnTo>
                      <a:pt x="787296" y="406357"/>
                    </a:lnTo>
                    <a:lnTo>
                      <a:pt x="784860" y="423167"/>
                    </a:lnTo>
                    <a:lnTo>
                      <a:pt x="777240" y="458219"/>
                    </a:lnTo>
                    <a:lnTo>
                      <a:pt x="777240" y="457457"/>
                    </a:lnTo>
                    <a:lnTo>
                      <a:pt x="772160" y="474983"/>
                    </a:lnTo>
                    <a:lnTo>
                      <a:pt x="772160" y="474221"/>
                    </a:lnTo>
                    <a:lnTo>
                      <a:pt x="765810" y="490985"/>
                    </a:lnTo>
                    <a:lnTo>
                      <a:pt x="765810" y="529847"/>
                    </a:lnTo>
                    <a:lnTo>
                      <a:pt x="773430" y="513845"/>
                    </a:lnTo>
                    <a:lnTo>
                      <a:pt x="774700" y="513845"/>
                    </a:lnTo>
                    <a:lnTo>
                      <a:pt x="781050" y="497081"/>
                    </a:lnTo>
                    <a:lnTo>
                      <a:pt x="788670" y="474844"/>
                    </a:lnTo>
                    <a:close/>
                  </a:path>
                  <a:path w="805179" h="739775">
                    <a:moveTo>
                      <a:pt x="787296" y="332905"/>
                    </a:moveTo>
                    <a:lnTo>
                      <a:pt x="787296" y="259063"/>
                    </a:lnTo>
                    <a:lnTo>
                      <a:pt x="781050" y="242573"/>
                    </a:lnTo>
                    <a:lnTo>
                      <a:pt x="781050" y="298199"/>
                    </a:lnTo>
                    <a:lnTo>
                      <a:pt x="784860" y="316487"/>
                    </a:lnTo>
                    <a:lnTo>
                      <a:pt x="784860" y="315725"/>
                    </a:lnTo>
                    <a:lnTo>
                      <a:pt x="787296" y="332905"/>
                    </a:lnTo>
                    <a:close/>
                  </a:path>
                  <a:path w="805179" h="739775">
                    <a:moveTo>
                      <a:pt x="785177" y="318011"/>
                    </a:moveTo>
                    <a:lnTo>
                      <a:pt x="784860" y="315725"/>
                    </a:lnTo>
                    <a:lnTo>
                      <a:pt x="784860" y="316487"/>
                    </a:lnTo>
                    <a:lnTo>
                      <a:pt x="785177" y="318011"/>
                    </a:lnTo>
                    <a:close/>
                  </a:path>
                  <a:path w="805179" h="739775">
                    <a:moveTo>
                      <a:pt x="805180" y="359415"/>
                    </a:moveTo>
                    <a:lnTo>
                      <a:pt x="801370" y="312677"/>
                    </a:lnTo>
                    <a:lnTo>
                      <a:pt x="793750" y="277625"/>
                    </a:lnTo>
                    <a:lnTo>
                      <a:pt x="793750" y="276863"/>
                    </a:lnTo>
                    <a:lnTo>
                      <a:pt x="788670" y="260099"/>
                    </a:lnTo>
                    <a:lnTo>
                      <a:pt x="787296" y="259274"/>
                    </a:lnTo>
                    <a:lnTo>
                      <a:pt x="787296" y="331756"/>
                    </a:lnTo>
                    <a:lnTo>
                      <a:pt x="788670" y="351539"/>
                    </a:lnTo>
                    <a:lnTo>
                      <a:pt x="788670" y="474844"/>
                    </a:lnTo>
                    <a:lnTo>
                      <a:pt x="796290" y="452607"/>
                    </a:lnTo>
                    <a:lnTo>
                      <a:pt x="803910" y="406388"/>
                    </a:lnTo>
                    <a:lnTo>
                      <a:pt x="805180" y="35941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31" name="object 31"/>
            <p:cNvSpPr txBox="1"/>
            <p:nvPr/>
          </p:nvSpPr>
          <p:spPr>
            <a:xfrm>
              <a:off x="4885059" y="4099138"/>
              <a:ext cx="504993" cy="512984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23608" marR="4607" indent="-12668" algn="just">
                <a:lnSpc>
                  <a:spcPct val="102099"/>
                </a:lnSpc>
                <a:spcBef>
                  <a:spcPts val="9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r>
                <a:rPr sz="1088" spc="-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for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ACK</a:t>
              </a:r>
              <a:r>
                <a:rPr sz="1088" spc="4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or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NAK</a:t>
              </a:r>
              <a:r>
                <a:rPr sz="1088" spc="4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45" dirty="0">
                  <a:solidFill>
                    <a:srgbClr val="FF0000"/>
                  </a:solidFill>
                  <a:latin typeface="Arial"/>
                  <a:cs typeface="Arial"/>
                </a:rPr>
                <a:t>1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7598547" y="3910499"/>
              <a:ext cx="134166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45" dirty="0">
                  <a:solidFill>
                    <a:srgbClr val="163794"/>
                  </a:solidFill>
                  <a:latin typeface="Arial"/>
                  <a:cs typeface="Arial"/>
                </a:rPr>
                <a:t>Λ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3742179" y="3810995"/>
              <a:ext cx="134166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45" dirty="0">
                  <a:solidFill>
                    <a:srgbClr val="163794"/>
                  </a:solidFill>
                  <a:latin typeface="Arial"/>
                  <a:cs typeface="Arial"/>
                </a:rPr>
                <a:t>Λ</a:t>
              </a:r>
              <a:endParaRPr sz="1270">
                <a:latin typeface="Arial"/>
                <a:cs typeface="Arial"/>
              </a:endParaRPr>
            </a:p>
          </p:txBody>
        </p:sp>
      </p:grpSp>
      <p:sp>
        <p:nvSpPr>
          <p:cNvPr id="72" name="矩形 71">
            <a:extLst>
              <a:ext uri="{FF2B5EF4-FFF2-40B4-BE49-F238E27FC236}">
                <a16:creationId xmlns:a16="http://schemas.microsoft.com/office/drawing/2014/main" id="{C0FF0453-F4EE-357D-0B3D-1F6D3C3ADA7E}"/>
              </a:ext>
            </a:extLst>
          </p:cNvPr>
          <p:cNvSpPr/>
          <p:nvPr/>
        </p:nvSpPr>
        <p:spPr>
          <a:xfrm>
            <a:off x="3859608" y="5359832"/>
            <a:ext cx="3973550" cy="442331"/>
          </a:xfrm>
          <a:prstGeom prst="rect">
            <a:avLst/>
          </a:prstGeom>
          <a:solidFill>
            <a:srgbClr val="E6F7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 err="1">
                <a:solidFill>
                  <a:schemeClr val="tx1"/>
                </a:solidFill>
              </a:rPr>
              <a:t>rdt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 2.1</a:t>
            </a:r>
            <a:endParaRPr kumimoji="1"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75" name="object 24">
            <a:extLst>
              <a:ext uri="{FF2B5EF4-FFF2-40B4-BE49-F238E27FC236}">
                <a16:creationId xmlns:a16="http://schemas.microsoft.com/office/drawing/2014/main" id="{58374522-4434-B4F8-E608-0456830A16B4}"/>
              </a:ext>
            </a:extLst>
          </p:cNvPr>
          <p:cNvSpPr txBox="1"/>
          <p:nvPr/>
        </p:nvSpPr>
        <p:spPr>
          <a:xfrm>
            <a:off x="2560755" y="848065"/>
            <a:ext cx="791751" cy="305239"/>
          </a:xfrm>
          <a:prstGeom prst="rect">
            <a:avLst/>
          </a:prstGeom>
        </p:spPr>
        <p:txBody>
          <a:bodyPr vert="horz" wrap="square" lIns="0" tIns="12092" rIns="0" bIns="0" rtlCol="0">
            <a:spAutoFit/>
          </a:bodyPr>
          <a:lstStyle/>
          <a:p>
            <a:pPr marL="11516">
              <a:spcBef>
                <a:spcPts val="95"/>
              </a:spcBef>
            </a:pPr>
            <a:r>
              <a:rPr sz="1904" spc="-9" dirty="0">
                <a:solidFill>
                  <a:srgbClr val="FF0000"/>
                </a:solidFill>
                <a:latin typeface="Comic Sans MS"/>
                <a:cs typeface="Comic Sans MS"/>
              </a:rPr>
              <a:t>sender</a:t>
            </a:r>
            <a:endParaRPr sz="1904" dirty="0">
              <a:latin typeface="Comic Sans MS"/>
              <a:cs typeface="Comic Sans MS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39D7719E-B41A-CA40-B10A-E3123A8917DC}"/>
              </a:ext>
            </a:extLst>
          </p:cNvPr>
          <p:cNvGrpSpPr/>
          <p:nvPr/>
        </p:nvGrpSpPr>
        <p:grpSpPr>
          <a:xfrm>
            <a:off x="6043048" y="848065"/>
            <a:ext cx="6879766" cy="4597730"/>
            <a:chOff x="2970347" y="947297"/>
            <a:chExt cx="6879766" cy="4597730"/>
          </a:xfrm>
        </p:grpSpPr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6386682B-A4FD-5497-7640-2F3B6FD1F12B}"/>
                </a:ext>
              </a:extLst>
            </p:cNvPr>
            <p:cNvGrpSpPr/>
            <p:nvPr/>
          </p:nvGrpSpPr>
          <p:grpSpPr>
            <a:xfrm>
              <a:off x="2970347" y="1618511"/>
              <a:ext cx="6879766" cy="3926516"/>
              <a:chOff x="2970347" y="1618511"/>
              <a:chExt cx="6879766" cy="3926516"/>
            </a:xfrm>
          </p:grpSpPr>
          <p:pic>
            <p:nvPicPr>
              <p:cNvPr id="105" name="object 3">
                <a:extLst>
                  <a:ext uri="{FF2B5EF4-FFF2-40B4-BE49-F238E27FC236}">
                    <a16:creationId xmlns:a16="http://schemas.microsoft.com/office/drawing/2014/main" id="{5C49A1D5-4E94-BEB4-A77B-C627B12C7817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072782" y="2388036"/>
                <a:ext cx="1842158" cy="1910565"/>
              </a:xfrm>
              <a:prstGeom prst="rect">
                <a:avLst/>
              </a:prstGeom>
            </p:spPr>
          </p:pic>
          <p:sp>
            <p:nvSpPr>
              <p:cNvPr id="106" name="object 4">
                <a:extLst>
                  <a:ext uri="{FF2B5EF4-FFF2-40B4-BE49-F238E27FC236}">
                    <a16:creationId xmlns:a16="http://schemas.microsoft.com/office/drawing/2014/main" id="{87AD3931-EFCD-8C0C-AF42-FF9AEB406449}"/>
                  </a:ext>
                </a:extLst>
              </p:cNvPr>
              <p:cNvSpPr txBox="1"/>
              <p:nvPr/>
            </p:nvSpPr>
            <p:spPr>
              <a:xfrm>
                <a:off x="5292739" y="3290688"/>
                <a:ext cx="504993" cy="512984"/>
              </a:xfrm>
              <a:prstGeom prst="rect">
                <a:avLst/>
              </a:prstGeom>
            </p:spPr>
            <p:txBody>
              <a:bodyPr vert="horz" wrap="square" lIns="0" tIns="11516" rIns="0" bIns="0" rtlCol="0">
                <a:spAutoFit/>
              </a:bodyPr>
              <a:lstStyle/>
              <a:p>
                <a:pPr marL="51248" marR="4607" indent="-40307" algn="just">
                  <a:lnSpc>
                    <a:spcPct val="102099"/>
                  </a:lnSpc>
                  <a:spcBef>
                    <a:spcPts val="91"/>
                  </a:spcBef>
                </a:pP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Wait</a:t>
                </a:r>
                <a:r>
                  <a:rPr sz="1088" spc="-14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23" dirty="0">
                    <a:solidFill>
                      <a:srgbClr val="163794"/>
                    </a:solidFill>
                    <a:latin typeface="Arial"/>
                    <a:cs typeface="Arial"/>
                  </a:rPr>
                  <a:t>for </a:t>
                </a: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0</a:t>
                </a:r>
                <a:r>
                  <a:rPr sz="1088" spc="18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18" dirty="0">
                    <a:solidFill>
                      <a:srgbClr val="163794"/>
                    </a:solidFill>
                    <a:latin typeface="Arial"/>
                    <a:cs typeface="Arial"/>
                  </a:rPr>
                  <a:t>from 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below</a:t>
                </a:r>
                <a:endParaRPr sz="1088" dirty="0">
                  <a:latin typeface="Arial"/>
                  <a:cs typeface="Arial"/>
                </a:endParaRPr>
              </a:p>
            </p:txBody>
          </p:sp>
          <p:sp>
            <p:nvSpPr>
              <p:cNvPr id="107" name="object 5">
                <a:extLst>
                  <a:ext uri="{FF2B5EF4-FFF2-40B4-BE49-F238E27FC236}">
                    <a16:creationId xmlns:a16="http://schemas.microsoft.com/office/drawing/2014/main" id="{B43CD4A7-0585-AFCC-17F7-F38ED74C4884}"/>
                  </a:ext>
                </a:extLst>
              </p:cNvPr>
              <p:cNvSpPr txBox="1"/>
              <p:nvPr/>
            </p:nvSpPr>
            <p:spPr>
              <a:xfrm>
                <a:off x="7724306" y="3516640"/>
                <a:ext cx="1510947" cy="515960"/>
              </a:xfrm>
              <a:prstGeom prst="rect">
                <a:avLst/>
              </a:prstGeom>
            </p:spPr>
            <p:txBody>
              <a:bodyPr vert="horz" wrap="square" lIns="0" tIns="14971" rIns="0" bIns="0" rtlCol="0">
                <a:spAutoFit/>
              </a:bodyPr>
              <a:lstStyle/>
              <a:p>
                <a:pPr marL="11516">
                  <a:spcBef>
                    <a:spcPts val="118"/>
                  </a:spcBef>
                </a:pP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rdt_rcv(rcvpkt)</a:t>
                </a:r>
                <a:r>
                  <a:rPr sz="1088" spc="59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23" dirty="0">
                    <a:solidFill>
                      <a:srgbClr val="163794"/>
                    </a:solidFill>
                    <a:latin typeface="Arial"/>
                    <a:cs typeface="Arial"/>
                  </a:rPr>
                  <a:t>&amp;&amp;</a:t>
                </a:r>
                <a:endParaRPr sz="1088" dirty="0">
                  <a:latin typeface="Arial"/>
                  <a:cs typeface="Arial"/>
                </a:endParaRPr>
              </a:p>
              <a:p>
                <a:pPr marL="128983" marR="4607">
                  <a:lnSpc>
                    <a:spcPts val="1342"/>
                  </a:lnSpc>
                  <a:spcBef>
                    <a:spcPts val="41"/>
                  </a:spcBef>
                </a:pP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not</a:t>
                </a:r>
                <a:r>
                  <a:rPr sz="1088" spc="45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corrupt(rcvpkt)</a:t>
                </a:r>
                <a:r>
                  <a:rPr sz="1088" spc="32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23" dirty="0">
                    <a:solidFill>
                      <a:srgbClr val="163794"/>
                    </a:solidFill>
                    <a:latin typeface="Arial"/>
                    <a:cs typeface="Arial"/>
                  </a:rPr>
                  <a:t>&amp;&amp; </a:t>
                </a:r>
                <a:r>
                  <a:rPr sz="1088" spc="-9" dirty="0">
                    <a:solidFill>
                      <a:srgbClr val="FF0000"/>
                    </a:solidFill>
                    <a:latin typeface="Arial"/>
                    <a:cs typeface="Arial"/>
                  </a:rPr>
                  <a:t>has_seq0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(rcvpkt)</a:t>
                </a:r>
                <a:endParaRPr sz="1088" dirty="0">
                  <a:latin typeface="Arial"/>
                  <a:cs typeface="Arial"/>
                </a:endParaRPr>
              </a:p>
            </p:txBody>
          </p:sp>
          <p:sp>
            <p:nvSpPr>
              <p:cNvPr id="108" name="object 6">
                <a:extLst>
                  <a:ext uri="{FF2B5EF4-FFF2-40B4-BE49-F238E27FC236}">
                    <a16:creationId xmlns:a16="http://schemas.microsoft.com/office/drawing/2014/main" id="{D5C46995-6F2C-075C-27DC-A60593C36D0D}"/>
                  </a:ext>
                </a:extLst>
              </p:cNvPr>
              <p:cNvSpPr/>
              <p:nvPr/>
            </p:nvSpPr>
            <p:spPr>
              <a:xfrm>
                <a:off x="7730300" y="4040865"/>
                <a:ext cx="1542042" cy="23608"/>
              </a:xfrm>
              <a:custGeom>
                <a:avLst/>
                <a:gdLst/>
                <a:ahLst/>
                <a:cxnLst/>
                <a:rect l="l" t="t" r="r" b="b"/>
                <a:pathLst>
                  <a:path w="1700529" h="26035">
                    <a:moveTo>
                      <a:pt x="1700022" y="25907"/>
                    </a:moveTo>
                    <a:lnTo>
                      <a:pt x="1700022" y="761"/>
                    </a:lnTo>
                    <a:lnTo>
                      <a:pt x="0" y="0"/>
                    </a:lnTo>
                    <a:lnTo>
                      <a:pt x="0" y="25146"/>
                    </a:lnTo>
                    <a:lnTo>
                      <a:pt x="1700022" y="2590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9" name="object 7">
                <a:extLst>
                  <a:ext uri="{FF2B5EF4-FFF2-40B4-BE49-F238E27FC236}">
                    <a16:creationId xmlns:a16="http://schemas.microsoft.com/office/drawing/2014/main" id="{ABA663B4-066E-8A74-77B0-C2637FF6B4BD}"/>
                  </a:ext>
                </a:extLst>
              </p:cNvPr>
              <p:cNvSpPr txBox="1"/>
              <p:nvPr/>
            </p:nvSpPr>
            <p:spPr>
              <a:xfrm>
                <a:off x="5213276" y="4355493"/>
                <a:ext cx="2295789" cy="376854"/>
              </a:xfrm>
              <a:prstGeom prst="rect">
                <a:avLst/>
              </a:prstGeom>
            </p:spPr>
            <p:txBody>
              <a:bodyPr vert="horz" wrap="square" lIns="0" tIns="10941" rIns="0" bIns="0" rtlCol="0">
                <a:spAutoFit/>
              </a:bodyPr>
              <a:lstStyle/>
              <a:p>
                <a:pPr marL="89252" marR="4607" indent="-78311">
                  <a:lnSpc>
                    <a:spcPct val="113700"/>
                  </a:lnSpc>
                  <a:spcBef>
                    <a:spcPts val="86"/>
                  </a:spcBef>
                </a:pP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rdt_rcv(rcvpkt)</a:t>
                </a:r>
                <a:r>
                  <a:rPr sz="1088" spc="32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&amp;&amp;</a:t>
                </a:r>
                <a:r>
                  <a:rPr sz="1088" spc="54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notcorrupt(rcvpkt) </a:t>
                </a: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&amp;&amp;</a:t>
                </a:r>
                <a:r>
                  <a:rPr sz="1088" spc="36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9" dirty="0">
                    <a:solidFill>
                      <a:srgbClr val="FF0000"/>
                    </a:solidFill>
                    <a:latin typeface="Arial"/>
                    <a:cs typeface="Arial"/>
                  </a:rPr>
                  <a:t>has_seq1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(rcvpkt)</a:t>
                </a:r>
                <a:endParaRPr sz="1088" dirty="0">
                  <a:latin typeface="Arial"/>
                  <a:cs typeface="Arial"/>
                </a:endParaRPr>
              </a:p>
            </p:txBody>
          </p:sp>
          <p:sp>
            <p:nvSpPr>
              <p:cNvPr id="110" name="object 8">
                <a:extLst>
                  <a:ext uri="{FF2B5EF4-FFF2-40B4-BE49-F238E27FC236}">
                    <a16:creationId xmlns:a16="http://schemas.microsoft.com/office/drawing/2014/main" id="{640DA75B-8962-98B3-2D42-87093B802006}"/>
                  </a:ext>
                </a:extLst>
              </p:cNvPr>
              <p:cNvSpPr/>
              <p:nvPr/>
            </p:nvSpPr>
            <p:spPr>
              <a:xfrm>
                <a:off x="5205450" y="4785743"/>
                <a:ext cx="2305578" cy="23608"/>
              </a:xfrm>
              <a:custGeom>
                <a:avLst/>
                <a:gdLst/>
                <a:ahLst/>
                <a:cxnLst/>
                <a:rect l="l" t="t" r="r" b="b"/>
                <a:pathLst>
                  <a:path w="2542540" h="26035">
                    <a:moveTo>
                      <a:pt x="2542032" y="25907"/>
                    </a:moveTo>
                    <a:lnTo>
                      <a:pt x="2542032" y="761"/>
                    </a:lnTo>
                    <a:lnTo>
                      <a:pt x="0" y="0"/>
                    </a:lnTo>
                    <a:lnTo>
                      <a:pt x="0" y="24384"/>
                    </a:lnTo>
                    <a:lnTo>
                      <a:pt x="2542032" y="2590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1" name="object 9">
                <a:extLst>
                  <a:ext uri="{FF2B5EF4-FFF2-40B4-BE49-F238E27FC236}">
                    <a16:creationId xmlns:a16="http://schemas.microsoft.com/office/drawing/2014/main" id="{076CB3C1-591C-7528-A5C7-D560C7F0F4F0}"/>
                  </a:ext>
                </a:extLst>
              </p:cNvPr>
              <p:cNvSpPr txBox="1"/>
              <p:nvPr/>
            </p:nvSpPr>
            <p:spPr>
              <a:xfrm>
                <a:off x="5220876" y="4861291"/>
                <a:ext cx="2161623" cy="683736"/>
              </a:xfrm>
              <a:prstGeom prst="rect">
                <a:avLst/>
              </a:prstGeom>
            </p:spPr>
            <p:txBody>
              <a:bodyPr vert="horz" wrap="square" lIns="0" tIns="11516" rIns="0" bIns="0" rtlCol="0">
                <a:spAutoFit/>
              </a:bodyPr>
              <a:lstStyle/>
              <a:p>
                <a:pPr marL="11516" marR="934553">
                  <a:lnSpc>
                    <a:spcPct val="102099"/>
                  </a:lnSpc>
                  <a:spcBef>
                    <a:spcPts val="91"/>
                  </a:spcBef>
                </a:pP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extract(rcvpkt,data) deliver_data(data)</a:t>
                </a:r>
                <a:endParaRPr sz="1088">
                  <a:latin typeface="Arial"/>
                  <a:cs typeface="Arial"/>
                </a:endParaRPr>
              </a:p>
              <a:p>
                <a:pPr marL="11516" marR="4607">
                  <a:lnSpc>
                    <a:spcPct val="101699"/>
                  </a:lnSpc>
                  <a:spcBef>
                    <a:spcPts val="9"/>
                  </a:spcBef>
                </a:pP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sndpkt</a:t>
                </a:r>
                <a:r>
                  <a:rPr sz="1088" spc="41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=</a:t>
                </a:r>
                <a:r>
                  <a:rPr sz="1088" spc="45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make_pkt(ACK,</a:t>
                </a:r>
                <a:r>
                  <a:rPr sz="1088" spc="41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spc="-9" dirty="0">
                    <a:solidFill>
                      <a:srgbClr val="FF0000"/>
                    </a:solidFill>
                    <a:latin typeface="Arial"/>
                    <a:cs typeface="Arial"/>
                  </a:rPr>
                  <a:t>chksum) 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udt_send(sndpkt)</a:t>
                </a:r>
                <a:endParaRPr sz="1088">
                  <a:latin typeface="Arial"/>
                  <a:cs typeface="Arial"/>
                </a:endParaRPr>
              </a:p>
            </p:txBody>
          </p:sp>
          <p:pic>
            <p:nvPicPr>
              <p:cNvPr id="112" name="object 10">
                <a:extLst>
                  <a:ext uri="{FF2B5EF4-FFF2-40B4-BE49-F238E27FC236}">
                    <a16:creationId xmlns:a16="http://schemas.microsoft.com/office/drawing/2014/main" id="{3B54EB8E-4054-F32D-7D57-1330DF4DCDAB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556321" y="3178368"/>
                <a:ext cx="1036351" cy="832111"/>
              </a:xfrm>
              <a:prstGeom prst="rect">
                <a:avLst/>
              </a:prstGeom>
            </p:spPr>
          </p:pic>
          <p:sp>
            <p:nvSpPr>
              <p:cNvPr id="113" name="object 11">
                <a:extLst>
                  <a:ext uri="{FF2B5EF4-FFF2-40B4-BE49-F238E27FC236}">
                    <a16:creationId xmlns:a16="http://schemas.microsoft.com/office/drawing/2014/main" id="{6C825666-B3DC-D1BB-F6DC-EAC65CF5F5D5}"/>
                  </a:ext>
                </a:extLst>
              </p:cNvPr>
              <p:cNvSpPr txBox="1"/>
              <p:nvPr/>
            </p:nvSpPr>
            <p:spPr>
              <a:xfrm>
                <a:off x="6649828" y="3328692"/>
                <a:ext cx="504993" cy="512984"/>
              </a:xfrm>
              <a:prstGeom prst="rect">
                <a:avLst/>
              </a:prstGeom>
            </p:spPr>
            <p:txBody>
              <a:bodyPr vert="horz" wrap="square" lIns="0" tIns="11516" rIns="0" bIns="0" rtlCol="0">
                <a:spAutoFit/>
              </a:bodyPr>
              <a:lstStyle/>
              <a:p>
                <a:pPr marL="51248" marR="4607" indent="-40307" algn="just">
                  <a:lnSpc>
                    <a:spcPct val="102099"/>
                  </a:lnSpc>
                  <a:spcBef>
                    <a:spcPts val="91"/>
                  </a:spcBef>
                </a:pP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Wait</a:t>
                </a:r>
                <a:r>
                  <a:rPr sz="1088" spc="-14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23" dirty="0">
                    <a:solidFill>
                      <a:srgbClr val="163794"/>
                    </a:solidFill>
                    <a:latin typeface="Arial"/>
                    <a:cs typeface="Arial"/>
                  </a:rPr>
                  <a:t>for </a:t>
                </a: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1</a:t>
                </a:r>
                <a:r>
                  <a:rPr sz="1088" spc="18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18" dirty="0">
                    <a:solidFill>
                      <a:srgbClr val="163794"/>
                    </a:solidFill>
                    <a:latin typeface="Arial"/>
                    <a:cs typeface="Arial"/>
                  </a:rPr>
                  <a:t>from 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below</a:t>
                </a:r>
                <a:endParaRPr sz="1088">
                  <a:latin typeface="Arial"/>
                  <a:cs typeface="Arial"/>
                </a:endParaRPr>
              </a:p>
            </p:txBody>
          </p:sp>
          <p:sp>
            <p:nvSpPr>
              <p:cNvPr id="114" name="object 12">
                <a:extLst>
                  <a:ext uri="{FF2B5EF4-FFF2-40B4-BE49-F238E27FC236}">
                    <a16:creationId xmlns:a16="http://schemas.microsoft.com/office/drawing/2014/main" id="{EF356B39-0DC0-29B6-35B1-3D83ECBBABF4}"/>
                  </a:ext>
                </a:extLst>
              </p:cNvPr>
              <p:cNvSpPr txBox="1"/>
              <p:nvPr/>
            </p:nvSpPr>
            <p:spPr>
              <a:xfrm>
                <a:off x="5342490" y="1618511"/>
                <a:ext cx="2295789" cy="342813"/>
              </a:xfrm>
              <a:prstGeom prst="rect">
                <a:avLst/>
              </a:prstGeom>
            </p:spPr>
            <p:txBody>
              <a:bodyPr vert="horz" wrap="square" lIns="0" tIns="12092" rIns="0" bIns="0" rtlCol="0">
                <a:spAutoFit/>
              </a:bodyPr>
              <a:lstStyle/>
              <a:p>
                <a:pPr marL="89252" marR="4607" indent="-78311">
                  <a:lnSpc>
                    <a:spcPct val="101699"/>
                  </a:lnSpc>
                  <a:spcBef>
                    <a:spcPts val="95"/>
                  </a:spcBef>
                </a:pP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rdt_rcv(rcvpkt)</a:t>
                </a:r>
                <a:r>
                  <a:rPr sz="1088" spc="32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&amp;&amp;</a:t>
                </a:r>
                <a:r>
                  <a:rPr sz="1088" spc="54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notcorrupt(rcvpkt) </a:t>
                </a: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&amp;&amp;</a:t>
                </a:r>
                <a:r>
                  <a:rPr sz="1088" spc="36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9" dirty="0">
                    <a:solidFill>
                      <a:srgbClr val="FF0000"/>
                    </a:solidFill>
                    <a:latin typeface="Arial"/>
                    <a:cs typeface="Arial"/>
                  </a:rPr>
                  <a:t>has_seq0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(rcvpkt)</a:t>
                </a:r>
                <a:endParaRPr sz="1088" dirty="0">
                  <a:latin typeface="Arial"/>
                  <a:cs typeface="Arial"/>
                </a:endParaRPr>
              </a:p>
            </p:txBody>
          </p:sp>
          <p:sp>
            <p:nvSpPr>
              <p:cNvPr id="115" name="object 13">
                <a:extLst>
                  <a:ext uri="{FF2B5EF4-FFF2-40B4-BE49-F238E27FC236}">
                    <a16:creationId xmlns:a16="http://schemas.microsoft.com/office/drawing/2014/main" id="{AB9995C2-4CCE-8AE9-4D45-25AF11912D2C}"/>
                  </a:ext>
                </a:extLst>
              </p:cNvPr>
              <p:cNvSpPr/>
              <p:nvPr/>
            </p:nvSpPr>
            <p:spPr>
              <a:xfrm>
                <a:off x="5368522" y="2039779"/>
                <a:ext cx="1522464" cy="24184"/>
              </a:xfrm>
              <a:custGeom>
                <a:avLst/>
                <a:gdLst/>
                <a:ahLst/>
                <a:cxnLst/>
                <a:rect l="l" t="t" r="r" b="b"/>
                <a:pathLst>
                  <a:path w="1678939" h="26669">
                    <a:moveTo>
                      <a:pt x="1678686" y="26669"/>
                    </a:moveTo>
                    <a:lnTo>
                      <a:pt x="1678686" y="1523"/>
                    </a:lnTo>
                    <a:lnTo>
                      <a:pt x="0" y="0"/>
                    </a:lnTo>
                    <a:lnTo>
                      <a:pt x="0" y="25146"/>
                    </a:lnTo>
                    <a:lnTo>
                      <a:pt x="1678686" y="2666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6" name="object 14">
                <a:extLst>
                  <a:ext uri="{FF2B5EF4-FFF2-40B4-BE49-F238E27FC236}">
                    <a16:creationId xmlns:a16="http://schemas.microsoft.com/office/drawing/2014/main" id="{26534E5F-F606-3E7B-14DF-27FE598691C3}"/>
                  </a:ext>
                </a:extLst>
              </p:cNvPr>
              <p:cNvSpPr txBox="1"/>
              <p:nvPr/>
            </p:nvSpPr>
            <p:spPr>
              <a:xfrm>
                <a:off x="5352163" y="2037247"/>
                <a:ext cx="2161623" cy="683736"/>
              </a:xfrm>
              <a:prstGeom prst="rect">
                <a:avLst/>
              </a:prstGeom>
            </p:spPr>
            <p:txBody>
              <a:bodyPr vert="horz" wrap="square" lIns="0" tIns="11516" rIns="0" bIns="0" rtlCol="0">
                <a:spAutoFit/>
              </a:bodyPr>
              <a:lstStyle/>
              <a:p>
                <a:pPr marL="11516" marR="934553">
                  <a:lnSpc>
                    <a:spcPct val="102099"/>
                  </a:lnSpc>
                  <a:spcBef>
                    <a:spcPts val="91"/>
                  </a:spcBef>
                </a:pP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extract(rcvpkt,data) deliver_data(data)</a:t>
                </a:r>
                <a:endParaRPr sz="1088" dirty="0">
                  <a:latin typeface="Arial"/>
                  <a:cs typeface="Arial"/>
                </a:endParaRPr>
              </a:p>
              <a:p>
                <a:pPr marL="11516" marR="4607">
                  <a:lnSpc>
                    <a:spcPct val="101699"/>
                  </a:lnSpc>
                  <a:spcBef>
                    <a:spcPts val="9"/>
                  </a:spcBef>
                </a:pP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sndpkt</a:t>
                </a:r>
                <a:r>
                  <a:rPr sz="1088" spc="41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=</a:t>
                </a:r>
                <a:r>
                  <a:rPr sz="1088" spc="45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make_pkt(ACK,</a:t>
                </a:r>
                <a:r>
                  <a:rPr sz="1088" spc="41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spc="-9" dirty="0">
                    <a:solidFill>
                      <a:srgbClr val="FF0000"/>
                    </a:solidFill>
                    <a:latin typeface="Arial"/>
                    <a:cs typeface="Arial"/>
                  </a:rPr>
                  <a:t>chksum) 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udt_send(sndpkt)</a:t>
                </a:r>
                <a:endParaRPr sz="1088" dirty="0">
                  <a:latin typeface="Arial"/>
                  <a:cs typeface="Arial"/>
                </a:endParaRPr>
              </a:p>
            </p:txBody>
          </p:sp>
          <p:sp>
            <p:nvSpPr>
              <p:cNvPr id="117" name="object 15">
                <a:extLst>
                  <a:ext uri="{FF2B5EF4-FFF2-40B4-BE49-F238E27FC236}">
                    <a16:creationId xmlns:a16="http://schemas.microsoft.com/office/drawing/2014/main" id="{24F2171F-0A35-9EC8-D6F7-890EEBCD1286}"/>
                  </a:ext>
                </a:extLst>
              </p:cNvPr>
              <p:cNvSpPr txBox="1"/>
              <p:nvPr/>
            </p:nvSpPr>
            <p:spPr>
              <a:xfrm>
                <a:off x="7682846" y="2713028"/>
                <a:ext cx="2147804" cy="182535"/>
              </a:xfrm>
              <a:prstGeom prst="rect">
                <a:avLst/>
              </a:prstGeom>
            </p:spPr>
            <p:txBody>
              <a:bodyPr vert="horz" wrap="square" lIns="0" tIns="14971" rIns="0" bIns="0" rtlCol="0">
                <a:spAutoFit/>
              </a:bodyPr>
              <a:lstStyle/>
              <a:p>
                <a:pPr marL="11516">
                  <a:spcBef>
                    <a:spcPts val="118"/>
                  </a:spcBef>
                </a:pP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rdt_rcv(rcvpkt)</a:t>
                </a:r>
                <a:r>
                  <a:rPr sz="1088" spc="32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&amp;&amp;</a:t>
                </a:r>
                <a:r>
                  <a:rPr sz="1088" spc="54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(corrupt(rcvpkt)</a:t>
                </a:r>
                <a:endParaRPr sz="1088">
                  <a:latin typeface="Arial"/>
                  <a:cs typeface="Arial"/>
                </a:endParaRPr>
              </a:p>
            </p:txBody>
          </p:sp>
          <p:sp>
            <p:nvSpPr>
              <p:cNvPr id="118" name="object 16">
                <a:extLst>
                  <a:ext uri="{FF2B5EF4-FFF2-40B4-BE49-F238E27FC236}">
                    <a16:creationId xmlns:a16="http://schemas.microsoft.com/office/drawing/2014/main" id="{9A4E3C38-59F8-3C22-091C-1DE650F98B32}"/>
                  </a:ext>
                </a:extLst>
              </p:cNvPr>
              <p:cNvSpPr/>
              <p:nvPr/>
            </p:nvSpPr>
            <p:spPr>
              <a:xfrm>
                <a:off x="7731681" y="2929765"/>
                <a:ext cx="1542042" cy="24184"/>
              </a:xfrm>
              <a:custGeom>
                <a:avLst/>
                <a:gdLst/>
                <a:ahLst/>
                <a:cxnLst/>
                <a:rect l="l" t="t" r="r" b="b"/>
                <a:pathLst>
                  <a:path w="1700529" h="26670">
                    <a:moveTo>
                      <a:pt x="1700022" y="26669"/>
                    </a:moveTo>
                    <a:lnTo>
                      <a:pt x="1700022" y="1523"/>
                    </a:lnTo>
                    <a:lnTo>
                      <a:pt x="0" y="0"/>
                    </a:lnTo>
                    <a:lnTo>
                      <a:pt x="0" y="25146"/>
                    </a:lnTo>
                    <a:lnTo>
                      <a:pt x="1700022" y="2666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9" name="object 17">
                <a:extLst>
                  <a:ext uri="{FF2B5EF4-FFF2-40B4-BE49-F238E27FC236}">
                    <a16:creationId xmlns:a16="http://schemas.microsoft.com/office/drawing/2014/main" id="{5EB1D314-156E-67D4-B4BE-2FB5F0DAC192}"/>
                  </a:ext>
                </a:extLst>
              </p:cNvPr>
              <p:cNvSpPr txBox="1"/>
              <p:nvPr/>
            </p:nvSpPr>
            <p:spPr>
              <a:xfrm>
                <a:off x="7689066" y="4115031"/>
                <a:ext cx="2161047" cy="342813"/>
              </a:xfrm>
              <a:prstGeom prst="rect">
                <a:avLst/>
              </a:prstGeom>
            </p:spPr>
            <p:txBody>
              <a:bodyPr vert="horz" wrap="square" lIns="0" tIns="12092" rIns="0" bIns="0" rtlCol="0">
                <a:spAutoFit/>
              </a:bodyPr>
              <a:lstStyle/>
              <a:p>
                <a:pPr marL="11516" marR="4607">
                  <a:lnSpc>
                    <a:spcPct val="101699"/>
                  </a:lnSpc>
                  <a:spcBef>
                    <a:spcPts val="95"/>
                  </a:spcBef>
                </a:pP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sndpkt</a:t>
                </a:r>
                <a:r>
                  <a:rPr sz="1088" spc="41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=</a:t>
                </a:r>
                <a:r>
                  <a:rPr sz="1088" spc="45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make_pkt(ACK,</a:t>
                </a:r>
                <a:r>
                  <a:rPr sz="1088" spc="41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spc="-9" dirty="0">
                    <a:solidFill>
                      <a:srgbClr val="FF0000"/>
                    </a:solidFill>
                    <a:latin typeface="Arial"/>
                    <a:cs typeface="Arial"/>
                  </a:rPr>
                  <a:t>chksum) 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udt_send(sndpkt)</a:t>
                </a:r>
                <a:endParaRPr sz="1088">
                  <a:latin typeface="Arial"/>
                  <a:cs typeface="Arial"/>
                </a:endParaRPr>
              </a:p>
            </p:txBody>
          </p:sp>
          <p:sp>
            <p:nvSpPr>
              <p:cNvPr id="120" name="object 18">
                <a:extLst>
                  <a:ext uri="{FF2B5EF4-FFF2-40B4-BE49-F238E27FC236}">
                    <a16:creationId xmlns:a16="http://schemas.microsoft.com/office/drawing/2014/main" id="{B3CCD57F-2DA4-C63F-4B24-77F840316D8F}"/>
                  </a:ext>
                </a:extLst>
              </p:cNvPr>
              <p:cNvSpPr txBox="1"/>
              <p:nvPr/>
            </p:nvSpPr>
            <p:spPr>
              <a:xfrm>
                <a:off x="3011808" y="3500744"/>
                <a:ext cx="1510947" cy="515960"/>
              </a:xfrm>
              <a:prstGeom prst="rect">
                <a:avLst/>
              </a:prstGeom>
            </p:spPr>
            <p:txBody>
              <a:bodyPr vert="horz" wrap="square" lIns="0" tIns="14971" rIns="0" bIns="0" rtlCol="0">
                <a:spAutoFit/>
              </a:bodyPr>
              <a:lstStyle/>
              <a:p>
                <a:pPr marL="11516">
                  <a:spcBef>
                    <a:spcPts val="118"/>
                  </a:spcBef>
                </a:pP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rdt_rcv(rcvpkt)</a:t>
                </a:r>
                <a:r>
                  <a:rPr sz="1088" spc="59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23" dirty="0">
                    <a:solidFill>
                      <a:srgbClr val="163794"/>
                    </a:solidFill>
                    <a:latin typeface="Arial"/>
                    <a:cs typeface="Arial"/>
                  </a:rPr>
                  <a:t>&amp;&amp;</a:t>
                </a:r>
                <a:endParaRPr sz="1088">
                  <a:latin typeface="Arial"/>
                  <a:cs typeface="Arial"/>
                </a:endParaRPr>
              </a:p>
              <a:p>
                <a:pPr marL="128983" marR="4607">
                  <a:lnSpc>
                    <a:spcPts val="1342"/>
                  </a:lnSpc>
                  <a:spcBef>
                    <a:spcPts val="41"/>
                  </a:spcBef>
                </a:pP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not</a:t>
                </a:r>
                <a:r>
                  <a:rPr sz="1088" spc="45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corrupt(rcvpkt)</a:t>
                </a:r>
                <a:r>
                  <a:rPr sz="1088" spc="27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23" dirty="0">
                    <a:solidFill>
                      <a:srgbClr val="163794"/>
                    </a:solidFill>
                    <a:latin typeface="Arial"/>
                    <a:cs typeface="Arial"/>
                  </a:rPr>
                  <a:t>&amp;&amp; </a:t>
                </a:r>
                <a:r>
                  <a:rPr sz="1088" spc="-9" dirty="0">
                    <a:solidFill>
                      <a:srgbClr val="FF0000"/>
                    </a:solidFill>
                    <a:latin typeface="Arial"/>
                    <a:cs typeface="Arial"/>
                  </a:rPr>
                  <a:t>has_seq1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(rcvpkt)</a:t>
                </a:r>
                <a:endParaRPr sz="1088">
                  <a:latin typeface="Arial"/>
                  <a:cs typeface="Arial"/>
                </a:endParaRPr>
              </a:p>
            </p:txBody>
          </p:sp>
          <p:sp>
            <p:nvSpPr>
              <p:cNvPr id="121" name="object 19">
                <a:extLst>
                  <a:ext uri="{FF2B5EF4-FFF2-40B4-BE49-F238E27FC236}">
                    <a16:creationId xmlns:a16="http://schemas.microsoft.com/office/drawing/2014/main" id="{E7647A12-AAB2-F119-0174-3FFAB1030B1D}"/>
                  </a:ext>
                </a:extLst>
              </p:cNvPr>
              <p:cNvSpPr/>
              <p:nvPr/>
            </p:nvSpPr>
            <p:spPr>
              <a:xfrm>
                <a:off x="3017800" y="4031882"/>
                <a:ext cx="1542042" cy="24184"/>
              </a:xfrm>
              <a:custGeom>
                <a:avLst/>
                <a:gdLst/>
                <a:ahLst/>
                <a:cxnLst/>
                <a:rect l="l" t="t" r="r" b="b"/>
                <a:pathLst>
                  <a:path w="1700529" h="26670">
                    <a:moveTo>
                      <a:pt x="1700022" y="26669"/>
                    </a:moveTo>
                    <a:lnTo>
                      <a:pt x="1700022" y="1523"/>
                    </a:lnTo>
                    <a:lnTo>
                      <a:pt x="0" y="0"/>
                    </a:lnTo>
                    <a:lnTo>
                      <a:pt x="0" y="25146"/>
                    </a:lnTo>
                    <a:lnTo>
                      <a:pt x="1700022" y="2666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2" name="object 20">
                <a:extLst>
                  <a:ext uri="{FF2B5EF4-FFF2-40B4-BE49-F238E27FC236}">
                    <a16:creationId xmlns:a16="http://schemas.microsoft.com/office/drawing/2014/main" id="{F67F5FE5-0B72-877B-E021-5358088F23E4}"/>
                  </a:ext>
                </a:extLst>
              </p:cNvPr>
              <p:cNvSpPr txBox="1"/>
              <p:nvPr/>
            </p:nvSpPr>
            <p:spPr>
              <a:xfrm>
                <a:off x="2970347" y="2662585"/>
                <a:ext cx="2147228" cy="182535"/>
              </a:xfrm>
              <a:prstGeom prst="rect">
                <a:avLst/>
              </a:prstGeom>
            </p:spPr>
            <p:txBody>
              <a:bodyPr vert="horz" wrap="square" lIns="0" tIns="14971" rIns="0" bIns="0" rtlCol="0">
                <a:spAutoFit/>
              </a:bodyPr>
              <a:lstStyle/>
              <a:p>
                <a:pPr marL="11516">
                  <a:spcBef>
                    <a:spcPts val="118"/>
                  </a:spcBef>
                </a:pP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rdt_rcv(rcvpkt)</a:t>
                </a:r>
                <a:r>
                  <a:rPr sz="1088" spc="32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163794"/>
                    </a:solidFill>
                    <a:latin typeface="Arial"/>
                    <a:cs typeface="Arial"/>
                  </a:rPr>
                  <a:t>&amp;&amp;</a:t>
                </a:r>
                <a:r>
                  <a:rPr sz="1088" spc="54" dirty="0">
                    <a:solidFill>
                      <a:srgbClr val="163794"/>
                    </a:solidFill>
                    <a:latin typeface="Arial"/>
                    <a:cs typeface="Arial"/>
                  </a:rPr>
                  <a:t> 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(corrupt(rcvpkt)</a:t>
                </a:r>
                <a:endParaRPr sz="1088">
                  <a:latin typeface="Arial"/>
                  <a:cs typeface="Arial"/>
                </a:endParaRPr>
              </a:p>
            </p:txBody>
          </p:sp>
          <p:sp>
            <p:nvSpPr>
              <p:cNvPr id="123" name="object 21">
                <a:extLst>
                  <a:ext uri="{FF2B5EF4-FFF2-40B4-BE49-F238E27FC236}">
                    <a16:creationId xmlns:a16="http://schemas.microsoft.com/office/drawing/2014/main" id="{809CB3C1-9DA0-F747-0989-A62FF639CC12}"/>
                  </a:ext>
                </a:extLst>
              </p:cNvPr>
              <p:cNvSpPr/>
              <p:nvPr/>
            </p:nvSpPr>
            <p:spPr>
              <a:xfrm>
                <a:off x="3019182" y="2929765"/>
                <a:ext cx="1542042" cy="24184"/>
              </a:xfrm>
              <a:custGeom>
                <a:avLst/>
                <a:gdLst/>
                <a:ahLst/>
                <a:cxnLst/>
                <a:rect l="l" t="t" r="r" b="b"/>
                <a:pathLst>
                  <a:path w="1700529" h="26670">
                    <a:moveTo>
                      <a:pt x="1700022" y="26669"/>
                    </a:moveTo>
                    <a:lnTo>
                      <a:pt x="1700022" y="1523"/>
                    </a:lnTo>
                    <a:lnTo>
                      <a:pt x="0" y="0"/>
                    </a:lnTo>
                    <a:lnTo>
                      <a:pt x="0" y="25146"/>
                    </a:lnTo>
                    <a:lnTo>
                      <a:pt x="1700022" y="2666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4" name="object 22">
                <a:extLst>
                  <a:ext uri="{FF2B5EF4-FFF2-40B4-BE49-F238E27FC236}">
                    <a16:creationId xmlns:a16="http://schemas.microsoft.com/office/drawing/2014/main" id="{CA010FDA-CD1B-C4B5-370D-83BD0870E958}"/>
                  </a:ext>
                </a:extLst>
              </p:cNvPr>
              <p:cNvSpPr txBox="1"/>
              <p:nvPr/>
            </p:nvSpPr>
            <p:spPr>
              <a:xfrm>
                <a:off x="3037372" y="4081173"/>
                <a:ext cx="2161623" cy="342813"/>
              </a:xfrm>
              <a:prstGeom prst="rect">
                <a:avLst/>
              </a:prstGeom>
            </p:spPr>
            <p:txBody>
              <a:bodyPr vert="horz" wrap="square" lIns="0" tIns="12092" rIns="0" bIns="0" rtlCol="0">
                <a:spAutoFit/>
              </a:bodyPr>
              <a:lstStyle/>
              <a:p>
                <a:pPr marL="11516" marR="4607">
                  <a:lnSpc>
                    <a:spcPct val="101699"/>
                  </a:lnSpc>
                  <a:spcBef>
                    <a:spcPts val="95"/>
                  </a:spcBef>
                </a:pP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sndpkt</a:t>
                </a:r>
                <a:r>
                  <a:rPr sz="1088" spc="41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=</a:t>
                </a:r>
                <a:r>
                  <a:rPr sz="1088" spc="45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make_pkt(ACK,</a:t>
                </a:r>
                <a:r>
                  <a:rPr sz="1088" spc="41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spc="-9" dirty="0">
                    <a:solidFill>
                      <a:srgbClr val="FF0000"/>
                    </a:solidFill>
                    <a:latin typeface="Arial"/>
                    <a:cs typeface="Arial"/>
                  </a:rPr>
                  <a:t>chksum) 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udt_send(sndpkt)</a:t>
                </a:r>
                <a:endParaRPr sz="1088">
                  <a:latin typeface="Arial"/>
                  <a:cs typeface="Arial"/>
                </a:endParaRPr>
              </a:p>
            </p:txBody>
          </p:sp>
          <p:sp>
            <p:nvSpPr>
              <p:cNvPr id="125" name="object 23">
                <a:extLst>
                  <a:ext uri="{FF2B5EF4-FFF2-40B4-BE49-F238E27FC236}">
                    <a16:creationId xmlns:a16="http://schemas.microsoft.com/office/drawing/2014/main" id="{DFE04A87-EC69-6E08-680F-3C7FAEE0B7FD}"/>
                  </a:ext>
                </a:extLst>
              </p:cNvPr>
              <p:cNvSpPr txBox="1"/>
              <p:nvPr/>
            </p:nvSpPr>
            <p:spPr>
              <a:xfrm>
                <a:off x="3018023" y="2934830"/>
                <a:ext cx="2161623" cy="342813"/>
              </a:xfrm>
              <a:prstGeom prst="rect">
                <a:avLst/>
              </a:prstGeom>
            </p:spPr>
            <p:txBody>
              <a:bodyPr vert="horz" wrap="square" lIns="0" tIns="12092" rIns="0" bIns="0" rtlCol="0">
                <a:spAutoFit/>
              </a:bodyPr>
              <a:lstStyle/>
              <a:p>
                <a:pPr marL="11516" marR="4607">
                  <a:lnSpc>
                    <a:spcPct val="101699"/>
                  </a:lnSpc>
                  <a:spcBef>
                    <a:spcPts val="95"/>
                  </a:spcBef>
                </a:pP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sndpkt</a:t>
                </a:r>
                <a:r>
                  <a:rPr sz="1088" spc="36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=</a:t>
                </a:r>
                <a:r>
                  <a:rPr sz="1088" spc="45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dirty="0">
                    <a:solidFill>
                      <a:srgbClr val="FF0000"/>
                    </a:solidFill>
                    <a:latin typeface="Arial"/>
                    <a:cs typeface="Arial"/>
                  </a:rPr>
                  <a:t>make_pkt(NAK,</a:t>
                </a:r>
                <a:r>
                  <a:rPr sz="1088" spc="41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088" spc="-9" dirty="0">
                    <a:solidFill>
                      <a:srgbClr val="FF0000"/>
                    </a:solidFill>
                    <a:latin typeface="Arial"/>
                    <a:cs typeface="Arial"/>
                  </a:rPr>
                  <a:t>chksum) </a:t>
                </a:r>
                <a:r>
                  <a:rPr sz="1088" spc="-9" dirty="0">
                    <a:solidFill>
                      <a:srgbClr val="163794"/>
                    </a:solidFill>
                    <a:latin typeface="Arial"/>
                    <a:cs typeface="Arial"/>
                  </a:rPr>
                  <a:t>udt_send(sndpkt)</a:t>
                </a:r>
                <a:endParaRPr sz="1088">
                  <a:latin typeface="Arial"/>
                  <a:cs typeface="Arial"/>
                </a:endParaRPr>
              </a:p>
            </p:txBody>
          </p:sp>
          <p:sp>
            <p:nvSpPr>
              <p:cNvPr id="126" name="object 24">
                <a:extLst>
                  <a:ext uri="{FF2B5EF4-FFF2-40B4-BE49-F238E27FC236}">
                    <a16:creationId xmlns:a16="http://schemas.microsoft.com/office/drawing/2014/main" id="{61CB8FA0-2782-4611-07D6-0B8055820ED6}"/>
                  </a:ext>
                </a:extLst>
              </p:cNvPr>
              <p:cNvSpPr/>
              <p:nvPr/>
            </p:nvSpPr>
            <p:spPr>
              <a:xfrm>
                <a:off x="4760457" y="3188548"/>
                <a:ext cx="466413" cy="772173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851535">
                    <a:moveTo>
                      <a:pt x="150876" y="833107"/>
                    </a:moveTo>
                    <a:lnTo>
                      <a:pt x="138684" y="830961"/>
                    </a:lnTo>
                    <a:lnTo>
                      <a:pt x="139446" y="830961"/>
                    </a:lnTo>
                    <a:lnTo>
                      <a:pt x="127088" y="828065"/>
                    </a:lnTo>
                    <a:lnTo>
                      <a:pt x="127088" y="845007"/>
                    </a:lnTo>
                    <a:lnTo>
                      <a:pt x="134874" y="846963"/>
                    </a:lnTo>
                    <a:lnTo>
                      <a:pt x="135636" y="847725"/>
                    </a:lnTo>
                    <a:lnTo>
                      <a:pt x="137160" y="847839"/>
                    </a:lnTo>
                    <a:lnTo>
                      <a:pt x="138684" y="847966"/>
                    </a:lnTo>
                    <a:lnTo>
                      <a:pt x="149352" y="848855"/>
                    </a:lnTo>
                    <a:lnTo>
                      <a:pt x="150876" y="848982"/>
                    </a:lnTo>
                    <a:lnTo>
                      <a:pt x="150876" y="833247"/>
                    </a:lnTo>
                    <a:lnTo>
                      <a:pt x="150876" y="833107"/>
                    </a:lnTo>
                    <a:close/>
                  </a:path>
                  <a:path w="514350" h="851535">
                    <a:moveTo>
                      <a:pt x="499110" y="527685"/>
                    </a:moveTo>
                    <a:lnTo>
                      <a:pt x="438912" y="483489"/>
                    </a:lnTo>
                    <a:lnTo>
                      <a:pt x="434568" y="508342"/>
                    </a:lnTo>
                    <a:lnTo>
                      <a:pt x="427482" y="507111"/>
                    </a:lnTo>
                    <a:lnTo>
                      <a:pt x="368833" y="502754"/>
                    </a:lnTo>
                    <a:lnTo>
                      <a:pt x="346189" y="502475"/>
                    </a:lnTo>
                    <a:lnTo>
                      <a:pt x="324612" y="503262"/>
                    </a:lnTo>
                    <a:lnTo>
                      <a:pt x="323850" y="503301"/>
                    </a:lnTo>
                    <a:lnTo>
                      <a:pt x="313944" y="503910"/>
                    </a:lnTo>
                    <a:lnTo>
                      <a:pt x="300228" y="504825"/>
                    </a:lnTo>
                    <a:lnTo>
                      <a:pt x="273558" y="507936"/>
                    </a:lnTo>
                    <a:lnTo>
                      <a:pt x="272796" y="508025"/>
                    </a:lnTo>
                    <a:lnTo>
                      <a:pt x="272059" y="508114"/>
                    </a:lnTo>
                    <a:lnTo>
                      <a:pt x="244195" y="513486"/>
                    </a:lnTo>
                    <a:lnTo>
                      <a:pt x="216712" y="520827"/>
                    </a:lnTo>
                    <a:lnTo>
                      <a:pt x="189738" y="529971"/>
                    </a:lnTo>
                    <a:lnTo>
                      <a:pt x="188976" y="529971"/>
                    </a:lnTo>
                    <a:lnTo>
                      <a:pt x="172212" y="536829"/>
                    </a:lnTo>
                    <a:lnTo>
                      <a:pt x="172212" y="537591"/>
                    </a:lnTo>
                    <a:lnTo>
                      <a:pt x="156210" y="545211"/>
                    </a:lnTo>
                    <a:lnTo>
                      <a:pt x="141732" y="553593"/>
                    </a:lnTo>
                    <a:lnTo>
                      <a:pt x="140970" y="553593"/>
                    </a:lnTo>
                    <a:lnTo>
                      <a:pt x="127254" y="562597"/>
                    </a:lnTo>
                    <a:lnTo>
                      <a:pt x="114604" y="571830"/>
                    </a:lnTo>
                    <a:lnTo>
                      <a:pt x="102870" y="581431"/>
                    </a:lnTo>
                    <a:lnTo>
                      <a:pt x="90678" y="592455"/>
                    </a:lnTo>
                    <a:lnTo>
                      <a:pt x="90678" y="593217"/>
                    </a:lnTo>
                    <a:lnTo>
                      <a:pt x="80772" y="603123"/>
                    </a:lnTo>
                    <a:lnTo>
                      <a:pt x="80772" y="603885"/>
                    </a:lnTo>
                    <a:lnTo>
                      <a:pt x="71628" y="614553"/>
                    </a:lnTo>
                    <a:lnTo>
                      <a:pt x="71628" y="615315"/>
                    </a:lnTo>
                    <a:lnTo>
                      <a:pt x="63246" y="625983"/>
                    </a:lnTo>
                    <a:lnTo>
                      <a:pt x="63246" y="626745"/>
                    </a:lnTo>
                    <a:lnTo>
                      <a:pt x="56388" y="637413"/>
                    </a:lnTo>
                    <a:lnTo>
                      <a:pt x="55626" y="638175"/>
                    </a:lnTo>
                    <a:lnTo>
                      <a:pt x="49530" y="649605"/>
                    </a:lnTo>
                    <a:lnTo>
                      <a:pt x="49530" y="650367"/>
                    </a:lnTo>
                    <a:lnTo>
                      <a:pt x="44196" y="661797"/>
                    </a:lnTo>
                    <a:lnTo>
                      <a:pt x="36042" y="687324"/>
                    </a:lnTo>
                    <a:lnTo>
                      <a:pt x="32118" y="713879"/>
                    </a:lnTo>
                    <a:lnTo>
                      <a:pt x="32893" y="740664"/>
                    </a:lnTo>
                    <a:lnTo>
                      <a:pt x="38862" y="766953"/>
                    </a:lnTo>
                    <a:lnTo>
                      <a:pt x="38862" y="767715"/>
                    </a:lnTo>
                    <a:lnTo>
                      <a:pt x="42672" y="777621"/>
                    </a:lnTo>
                    <a:lnTo>
                      <a:pt x="43434" y="777621"/>
                    </a:lnTo>
                    <a:lnTo>
                      <a:pt x="48006" y="787527"/>
                    </a:lnTo>
                    <a:lnTo>
                      <a:pt x="48768" y="788289"/>
                    </a:lnTo>
                    <a:lnTo>
                      <a:pt x="54102" y="796671"/>
                    </a:lnTo>
                    <a:lnTo>
                      <a:pt x="54864" y="797433"/>
                    </a:lnTo>
                    <a:lnTo>
                      <a:pt x="57912" y="801624"/>
                    </a:lnTo>
                    <a:lnTo>
                      <a:pt x="60960" y="805815"/>
                    </a:lnTo>
                    <a:lnTo>
                      <a:pt x="62484" y="807339"/>
                    </a:lnTo>
                    <a:lnTo>
                      <a:pt x="67818" y="812673"/>
                    </a:lnTo>
                    <a:lnTo>
                      <a:pt x="69342" y="814197"/>
                    </a:lnTo>
                    <a:lnTo>
                      <a:pt x="69342" y="814959"/>
                    </a:lnTo>
                    <a:lnTo>
                      <a:pt x="77724" y="821817"/>
                    </a:lnTo>
                    <a:lnTo>
                      <a:pt x="78486" y="821817"/>
                    </a:lnTo>
                    <a:lnTo>
                      <a:pt x="87630" y="828675"/>
                    </a:lnTo>
                    <a:lnTo>
                      <a:pt x="88392" y="828675"/>
                    </a:lnTo>
                    <a:lnTo>
                      <a:pt x="97536" y="834301"/>
                    </a:lnTo>
                    <a:lnTo>
                      <a:pt x="98298" y="834771"/>
                    </a:lnTo>
                    <a:lnTo>
                      <a:pt x="99060" y="834771"/>
                    </a:lnTo>
                    <a:lnTo>
                      <a:pt x="106680" y="838034"/>
                    </a:lnTo>
                    <a:lnTo>
                      <a:pt x="109728" y="839343"/>
                    </a:lnTo>
                    <a:lnTo>
                      <a:pt x="110490" y="840105"/>
                    </a:lnTo>
                    <a:lnTo>
                      <a:pt x="115824" y="841883"/>
                    </a:lnTo>
                    <a:lnTo>
                      <a:pt x="121920" y="843915"/>
                    </a:lnTo>
                    <a:lnTo>
                      <a:pt x="122682" y="843915"/>
                    </a:lnTo>
                    <a:lnTo>
                      <a:pt x="126492" y="844867"/>
                    </a:lnTo>
                    <a:lnTo>
                      <a:pt x="126492" y="827913"/>
                    </a:lnTo>
                    <a:lnTo>
                      <a:pt x="126492" y="827659"/>
                    </a:lnTo>
                    <a:lnTo>
                      <a:pt x="115824" y="824103"/>
                    </a:lnTo>
                    <a:lnTo>
                      <a:pt x="116586" y="824103"/>
                    </a:lnTo>
                    <a:lnTo>
                      <a:pt x="105918" y="819531"/>
                    </a:lnTo>
                    <a:lnTo>
                      <a:pt x="106680" y="820293"/>
                    </a:lnTo>
                    <a:lnTo>
                      <a:pt x="95351" y="813320"/>
                    </a:lnTo>
                    <a:lnTo>
                      <a:pt x="88392" y="808101"/>
                    </a:lnTo>
                    <a:lnTo>
                      <a:pt x="88392" y="808863"/>
                    </a:lnTo>
                    <a:lnTo>
                      <a:pt x="80772" y="802005"/>
                    </a:lnTo>
                    <a:lnTo>
                      <a:pt x="80772" y="802767"/>
                    </a:lnTo>
                    <a:lnTo>
                      <a:pt x="73914" y="795147"/>
                    </a:lnTo>
                    <a:lnTo>
                      <a:pt x="67818" y="786765"/>
                    </a:lnTo>
                    <a:lnTo>
                      <a:pt x="68580" y="787527"/>
                    </a:lnTo>
                    <a:lnTo>
                      <a:pt x="62484" y="779145"/>
                    </a:lnTo>
                    <a:lnTo>
                      <a:pt x="63246" y="779907"/>
                    </a:lnTo>
                    <a:lnTo>
                      <a:pt x="57912" y="770001"/>
                    </a:lnTo>
                    <a:lnTo>
                      <a:pt x="58674" y="770763"/>
                    </a:lnTo>
                    <a:lnTo>
                      <a:pt x="54864" y="761619"/>
                    </a:lnTo>
                    <a:lnTo>
                      <a:pt x="54864" y="762381"/>
                    </a:lnTo>
                    <a:lnTo>
                      <a:pt x="51587" y="750951"/>
                    </a:lnTo>
                    <a:lnTo>
                      <a:pt x="50190" y="741108"/>
                    </a:lnTo>
                    <a:lnTo>
                      <a:pt x="50190" y="741870"/>
                    </a:lnTo>
                    <a:lnTo>
                      <a:pt x="48768" y="731901"/>
                    </a:lnTo>
                    <a:lnTo>
                      <a:pt x="48768" y="712089"/>
                    </a:lnTo>
                    <a:lnTo>
                      <a:pt x="49936" y="703287"/>
                    </a:lnTo>
                    <a:lnTo>
                      <a:pt x="50190" y="701941"/>
                    </a:lnTo>
                    <a:lnTo>
                      <a:pt x="52578" y="689229"/>
                    </a:lnTo>
                    <a:lnTo>
                      <a:pt x="52578" y="689991"/>
                    </a:lnTo>
                    <a:lnTo>
                      <a:pt x="55626" y="678561"/>
                    </a:lnTo>
                    <a:lnTo>
                      <a:pt x="55626" y="679323"/>
                    </a:lnTo>
                    <a:lnTo>
                      <a:pt x="59436" y="669798"/>
                    </a:lnTo>
                    <a:lnTo>
                      <a:pt x="60198" y="667893"/>
                    </a:lnTo>
                    <a:lnTo>
                      <a:pt x="59436" y="668655"/>
                    </a:lnTo>
                    <a:lnTo>
                      <a:pt x="64770" y="656463"/>
                    </a:lnTo>
                    <a:lnTo>
                      <a:pt x="64770" y="657225"/>
                    </a:lnTo>
                    <a:lnTo>
                      <a:pt x="70104" y="647217"/>
                    </a:lnTo>
                    <a:lnTo>
                      <a:pt x="70866" y="645795"/>
                    </a:lnTo>
                    <a:lnTo>
                      <a:pt x="70104" y="646557"/>
                    </a:lnTo>
                    <a:lnTo>
                      <a:pt x="76962" y="635127"/>
                    </a:lnTo>
                    <a:lnTo>
                      <a:pt x="76962" y="635889"/>
                    </a:lnTo>
                    <a:lnTo>
                      <a:pt x="84582" y="624459"/>
                    </a:lnTo>
                    <a:lnTo>
                      <a:pt x="84582" y="625221"/>
                    </a:lnTo>
                    <a:lnTo>
                      <a:pt x="92964" y="615442"/>
                    </a:lnTo>
                    <a:lnTo>
                      <a:pt x="93726" y="614553"/>
                    </a:lnTo>
                    <a:lnTo>
                      <a:pt x="92964" y="614553"/>
                    </a:lnTo>
                    <a:lnTo>
                      <a:pt x="102108" y="605409"/>
                    </a:lnTo>
                    <a:lnTo>
                      <a:pt x="102870" y="604647"/>
                    </a:lnTo>
                    <a:lnTo>
                      <a:pt x="102108" y="604647"/>
                    </a:lnTo>
                    <a:lnTo>
                      <a:pt x="112776" y="595401"/>
                    </a:lnTo>
                    <a:lnTo>
                      <a:pt x="113538" y="594741"/>
                    </a:lnTo>
                    <a:lnTo>
                      <a:pt x="112776" y="594741"/>
                    </a:lnTo>
                    <a:lnTo>
                      <a:pt x="124206" y="584835"/>
                    </a:lnTo>
                    <a:lnTo>
                      <a:pt x="124206" y="585597"/>
                    </a:lnTo>
                    <a:lnTo>
                      <a:pt x="136398" y="576986"/>
                    </a:lnTo>
                    <a:lnTo>
                      <a:pt x="137160" y="576453"/>
                    </a:lnTo>
                    <a:lnTo>
                      <a:pt x="136398" y="576453"/>
                    </a:lnTo>
                    <a:lnTo>
                      <a:pt x="149352" y="568528"/>
                    </a:lnTo>
                    <a:lnTo>
                      <a:pt x="150114" y="568071"/>
                    </a:lnTo>
                    <a:lnTo>
                      <a:pt x="149352" y="568071"/>
                    </a:lnTo>
                    <a:lnTo>
                      <a:pt x="163830" y="560108"/>
                    </a:lnTo>
                    <a:lnTo>
                      <a:pt x="164592" y="559689"/>
                    </a:lnTo>
                    <a:lnTo>
                      <a:pt x="163830" y="559689"/>
                    </a:lnTo>
                    <a:lnTo>
                      <a:pt x="179070" y="552069"/>
                    </a:lnTo>
                    <a:lnTo>
                      <a:pt x="179070" y="552831"/>
                    </a:lnTo>
                    <a:lnTo>
                      <a:pt x="195834" y="545211"/>
                    </a:lnTo>
                    <a:lnTo>
                      <a:pt x="195072" y="545973"/>
                    </a:lnTo>
                    <a:lnTo>
                      <a:pt x="195834" y="545668"/>
                    </a:lnTo>
                    <a:lnTo>
                      <a:pt x="212598" y="539115"/>
                    </a:lnTo>
                    <a:lnTo>
                      <a:pt x="212598" y="539877"/>
                    </a:lnTo>
                    <a:lnTo>
                      <a:pt x="230124" y="534035"/>
                    </a:lnTo>
                    <a:lnTo>
                      <a:pt x="230886" y="533781"/>
                    </a:lnTo>
                    <a:lnTo>
                      <a:pt x="230124" y="533781"/>
                    </a:lnTo>
                    <a:lnTo>
                      <a:pt x="249936" y="529209"/>
                    </a:lnTo>
                    <a:lnTo>
                      <a:pt x="304876" y="521081"/>
                    </a:lnTo>
                    <a:lnTo>
                      <a:pt x="346189" y="519391"/>
                    </a:lnTo>
                    <a:lnTo>
                      <a:pt x="373380" y="519303"/>
                    </a:lnTo>
                    <a:lnTo>
                      <a:pt x="380238" y="519747"/>
                    </a:lnTo>
                    <a:lnTo>
                      <a:pt x="398526" y="520827"/>
                    </a:lnTo>
                    <a:lnTo>
                      <a:pt x="420814" y="523303"/>
                    </a:lnTo>
                    <a:lnTo>
                      <a:pt x="425196" y="523875"/>
                    </a:lnTo>
                    <a:lnTo>
                      <a:pt x="427482" y="524090"/>
                    </a:lnTo>
                    <a:lnTo>
                      <a:pt x="431711" y="524662"/>
                    </a:lnTo>
                    <a:lnTo>
                      <a:pt x="427482" y="549021"/>
                    </a:lnTo>
                    <a:lnTo>
                      <a:pt x="445008" y="543788"/>
                    </a:lnTo>
                    <a:lnTo>
                      <a:pt x="499110" y="527685"/>
                    </a:lnTo>
                    <a:close/>
                  </a:path>
                  <a:path w="514350" h="851535">
                    <a:moveTo>
                      <a:pt x="503682" y="693801"/>
                    </a:moveTo>
                    <a:lnTo>
                      <a:pt x="493776" y="680847"/>
                    </a:lnTo>
                    <a:lnTo>
                      <a:pt x="480060" y="691515"/>
                    </a:lnTo>
                    <a:lnTo>
                      <a:pt x="467106" y="702183"/>
                    </a:lnTo>
                    <a:lnTo>
                      <a:pt x="454152" y="712089"/>
                    </a:lnTo>
                    <a:lnTo>
                      <a:pt x="428244" y="730377"/>
                    </a:lnTo>
                    <a:lnTo>
                      <a:pt x="429006" y="730377"/>
                    </a:lnTo>
                    <a:lnTo>
                      <a:pt x="416052" y="739521"/>
                    </a:lnTo>
                    <a:lnTo>
                      <a:pt x="416052" y="738759"/>
                    </a:lnTo>
                    <a:lnTo>
                      <a:pt x="403860" y="747141"/>
                    </a:lnTo>
                    <a:lnTo>
                      <a:pt x="391668" y="754761"/>
                    </a:lnTo>
                    <a:lnTo>
                      <a:pt x="392430" y="754761"/>
                    </a:lnTo>
                    <a:lnTo>
                      <a:pt x="380238" y="762381"/>
                    </a:lnTo>
                    <a:lnTo>
                      <a:pt x="357378" y="776097"/>
                    </a:lnTo>
                    <a:lnTo>
                      <a:pt x="345948" y="782193"/>
                    </a:lnTo>
                    <a:lnTo>
                      <a:pt x="335280" y="788289"/>
                    </a:lnTo>
                    <a:lnTo>
                      <a:pt x="335280" y="787527"/>
                    </a:lnTo>
                    <a:lnTo>
                      <a:pt x="323850" y="793623"/>
                    </a:lnTo>
                    <a:lnTo>
                      <a:pt x="324612" y="793623"/>
                    </a:lnTo>
                    <a:lnTo>
                      <a:pt x="313182" y="798195"/>
                    </a:lnTo>
                    <a:lnTo>
                      <a:pt x="313944" y="798195"/>
                    </a:lnTo>
                    <a:lnTo>
                      <a:pt x="292608" y="807339"/>
                    </a:lnTo>
                    <a:lnTo>
                      <a:pt x="293370" y="807339"/>
                    </a:lnTo>
                    <a:lnTo>
                      <a:pt x="282702" y="811149"/>
                    </a:lnTo>
                    <a:lnTo>
                      <a:pt x="283464" y="811149"/>
                    </a:lnTo>
                    <a:lnTo>
                      <a:pt x="272796" y="814959"/>
                    </a:lnTo>
                    <a:lnTo>
                      <a:pt x="273558" y="814959"/>
                    </a:lnTo>
                    <a:lnTo>
                      <a:pt x="263652" y="818769"/>
                    </a:lnTo>
                    <a:lnTo>
                      <a:pt x="263652" y="818007"/>
                    </a:lnTo>
                    <a:lnTo>
                      <a:pt x="245364" y="824103"/>
                    </a:lnTo>
                    <a:lnTo>
                      <a:pt x="227076" y="828675"/>
                    </a:lnTo>
                    <a:lnTo>
                      <a:pt x="227838" y="827913"/>
                    </a:lnTo>
                    <a:lnTo>
                      <a:pt x="210299" y="831723"/>
                    </a:lnTo>
                    <a:lnTo>
                      <a:pt x="211074" y="831723"/>
                    </a:lnTo>
                    <a:lnTo>
                      <a:pt x="195834" y="833107"/>
                    </a:lnTo>
                    <a:lnTo>
                      <a:pt x="195072" y="833247"/>
                    </a:lnTo>
                    <a:lnTo>
                      <a:pt x="179832" y="834694"/>
                    </a:lnTo>
                    <a:lnTo>
                      <a:pt x="179070" y="834771"/>
                    </a:lnTo>
                    <a:lnTo>
                      <a:pt x="179832" y="834009"/>
                    </a:lnTo>
                    <a:lnTo>
                      <a:pt x="163830" y="833920"/>
                    </a:lnTo>
                    <a:lnTo>
                      <a:pt x="151955" y="833297"/>
                    </a:lnTo>
                    <a:lnTo>
                      <a:pt x="151409" y="833272"/>
                    </a:lnTo>
                    <a:lnTo>
                      <a:pt x="151409" y="849020"/>
                    </a:lnTo>
                    <a:lnTo>
                      <a:pt x="174434" y="850925"/>
                    </a:lnTo>
                    <a:lnTo>
                      <a:pt x="179070" y="850544"/>
                    </a:lnTo>
                    <a:lnTo>
                      <a:pt x="209753" y="848055"/>
                    </a:lnTo>
                    <a:lnTo>
                      <a:pt x="211074" y="847940"/>
                    </a:lnTo>
                    <a:lnTo>
                      <a:pt x="212598" y="847826"/>
                    </a:lnTo>
                    <a:lnTo>
                      <a:pt x="213321" y="847763"/>
                    </a:lnTo>
                    <a:lnTo>
                      <a:pt x="251650" y="839431"/>
                    </a:lnTo>
                    <a:lnTo>
                      <a:pt x="288798" y="827151"/>
                    </a:lnTo>
                    <a:lnTo>
                      <a:pt x="293370" y="825182"/>
                    </a:lnTo>
                    <a:lnTo>
                      <a:pt x="299466" y="822579"/>
                    </a:lnTo>
                    <a:lnTo>
                      <a:pt x="310134" y="818769"/>
                    </a:lnTo>
                    <a:lnTo>
                      <a:pt x="310134" y="818007"/>
                    </a:lnTo>
                    <a:lnTo>
                      <a:pt x="313944" y="816368"/>
                    </a:lnTo>
                    <a:lnTo>
                      <a:pt x="320802" y="813435"/>
                    </a:lnTo>
                    <a:lnTo>
                      <a:pt x="324612" y="811466"/>
                    </a:lnTo>
                    <a:lnTo>
                      <a:pt x="365975" y="790181"/>
                    </a:lnTo>
                    <a:lnTo>
                      <a:pt x="408749" y="764235"/>
                    </a:lnTo>
                    <a:lnTo>
                      <a:pt x="450024" y="735838"/>
                    </a:lnTo>
                    <a:lnTo>
                      <a:pt x="490728" y="705231"/>
                    </a:lnTo>
                    <a:lnTo>
                      <a:pt x="503682" y="693801"/>
                    </a:lnTo>
                    <a:close/>
                  </a:path>
                  <a:path w="514350" h="851535">
                    <a:moveTo>
                      <a:pt x="514350" y="211455"/>
                    </a:moveTo>
                    <a:lnTo>
                      <a:pt x="496062" y="139065"/>
                    </a:lnTo>
                    <a:lnTo>
                      <a:pt x="476948" y="155562"/>
                    </a:lnTo>
                    <a:lnTo>
                      <a:pt x="472440" y="150495"/>
                    </a:lnTo>
                    <a:lnTo>
                      <a:pt x="441807" y="118960"/>
                    </a:lnTo>
                    <a:lnTo>
                      <a:pt x="406704" y="89065"/>
                    </a:lnTo>
                    <a:lnTo>
                      <a:pt x="367982" y="61823"/>
                    </a:lnTo>
                    <a:lnTo>
                      <a:pt x="326517" y="38277"/>
                    </a:lnTo>
                    <a:lnTo>
                      <a:pt x="283146" y="19431"/>
                    </a:lnTo>
                    <a:lnTo>
                      <a:pt x="238734" y="6337"/>
                    </a:lnTo>
                    <a:lnTo>
                      <a:pt x="194310" y="25"/>
                    </a:lnTo>
                    <a:lnTo>
                      <a:pt x="194157" y="0"/>
                    </a:lnTo>
                    <a:lnTo>
                      <a:pt x="150253" y="1460"/>
                    </a:lnTo>
                    <a:lnTo>
                      <a:pt x="107899" y="11747"/>
                    </a:lnTo>
                    <a:lnTo>
                      <a:pt x="72390" y="29629"/>
                    </a:lnTo>
                    <a:lnTo>
                      <a:pt x="31242" y="62865"/>
                    </a:lnTo>
                    <a:lnTo>
                      <a:pt x="30480" y="62865"/>
                    </a:lnTo>
                    <a:lnTo>
                      <a:pt x="23622" y="72009"/>
                    </a:lnTo>
                    <a:lnTo>
                      <a:pt x="17284" y="81495"/>
                    </a:lnTo>
                    <a:lnTo>
                      <a:pt x="17284" y="82346"/>
                    </a:lnTo>
                    <a:lnTo>
                      <a:pt x="12192" y="91821"/>
                    </a:lnTo>
                    <a:lnTo>
                      <a:pt x="11430" y="91821"/>
                    </a:lnTo>
                    <a:lnTo>
                      <a:pt x="7620" y="101727"/>
                    </a:lnTo>
                    <a:lnTo>
                      <a:pt x="7620" y="102489"/>
                    </a:lnTo>
                    <a:lnTo>
                      <a:pt x="3810" y="112395"/>
                    </a:lnTo>
                    <a:lnTo>
                      <a:pt x="3810" y="113157"/>
                    </a:lnTo>
                    <a:lnTo>
                      <a:pt x="1524" y="123825"/>
                    </a:lnTo>
                    <a:lnTo>
                      <a:pt x="1524" y="124587"/>
                    </a:lnTo>
                    <a:lnTo>
                      <a:pt x="0" y="134493"/>
                    </a:lnTo>
                    <a:lnTo>
                      <a:pt x="0" y="146685"/>
                    </a:lnTo>
                    <a:lnTo>
                      <a:pt x="762" y="157353"/>
                    </a:lnTo>
                    <a:lnTo>
                      <a:pt x="762" y="158115"/>
                    </a:lnTo>
                    <a:lnTo>
                      <a:pt x="15240" y="203073"/>
                    </a:lnTo>
                    <a:lnTo>
                      <a:pt x="16002" y="203835"/>
                    </a:lnTo>
                    <a:lnTo>
                      <a:pt x="16764" y="205168"/>
                    </a:lnTo>
                    <a:lnTo>
                      <a:pt x="21336" y="213169"/>
                    </a:lnTo>
                    <a:lnTo>
                      <a:pt x="22098" y="214503"/>
                    </a:lnTo>
                    <a:lnTo>
                      <a:pt x="22860" y="215265"/>
                    </a:lnTo>
                    <a:lnTo>
                      <a:pt x="25146" y="218236"/>
                    </a:lnTo>
                    <a:lnTo>
                      <a:pt x="30480" y="225171"/>
                    </a:lnTo>
                    <a:lnTo>
                      <a:pt x="30480" y="225933"/>
                    </a:lnTo>
                    <a:lnTo>
                      <a:pt x="35814" y="231711"/>
                    </a:lnTo>
                    <a:lnTo>
                      <a:pt x="39624" y="235839"/>
                    </a:lnTo>
                    <a:lnTo>
                      <a:pt x="50292" y="246507"/>
                    </a:lnTo>
                    <a:lnTo>
                      <a:pt x="61722" y="256413"/>
                    </a:lnTo>
                    <a:lnTo>
                      <a:pt x="62484" y="257175"/>
                    </a:lnTo>
                    <a:lnTo>
                      <a:pt x="75438" y="266319"/>
                    </a:lnTo>
                    <a:lnTo>
                      <a:pt x="84582" y="272084"/>
                    </a:lnTo>
                    <a:lnTo>
                      <a:pt x="89916" y="275463"/>
                    </a:lnTo>
                    <a:lnTo>
                      <a:pt x="105156" y="284607"/>
                    </a:lnTo>
                    <a:lnTo>
                      <a:pt x="105918" y="284607"/>
                    </a:lnTo>
                    <a:lnTo>
                      <a:pt x="122682" y="292989"/>
                    </a:lnTo>
                    <a:lnTo>
                      <a:pt x="129540" y="295846"/>
                    </a:lnTo>
                    <a:lnTo>
                      <a:pt x="131826" y="296799"/>
                    </a:lnTo>
                    <a:lnTo>
                      <a:pt x="161429" y="308178"/>
                    </a:lnTo>
                    <a:lnTo>
                      <a:pt x="176784" y="312572"/>
                    </a:lnTo>
                    <a:lnTo>
                      <a:pt x="182880" y="314325"/>
                    </a:lnTo>
                    <a:lnTo>
                      <a:pt x="183642" y="315087"/>
                    </a:lnTo>
                    <a:lnTo>
                      <a:pt x="187452" y="316166"/>
                    </a:lnTo>
                    <a:lnTo>
                      <a:pt x="194157" y="318084"/>
                    </a:lnTo>
                    <a:lnTo>
                      <a:pt x="194310" y="318135"/>
                    </a:lnTo>
                    <a:lnTo>
                      <a:pt x="206502" y="320421"/>
                    </a:lnTo>
                    <a:lnTo>
                      <a:pt x="206502" y="321183"/>
                    </a:lnTo>
                    <a:lnTo>
                      <a:pt x="219456" y="323608"/>
                    </a:lnTo>
                    <a:lnTo>
                      <a:pt x="260870" y="331622"/>
                    </a:lnTo>
                    <a:lnTo>
                      <a:pt x="306184" y="337489"/>
                    </a:lnTo>
                    <a:lnTo>
                      <a:pt x="351764" y="341109"/>
                    </a:lnTo>
                    <a:lnTo>
                      <a:pt x="394716" y="342519"/>
                    </a:lnTo>
                    <a:lnTo>
                      <a:pt x="412242" y="343281"/>
                    </a:lnTo>
                    <a:lnTo>
                      <a:pt x="412242" y="326517"/>
                    </a:lnTo>
                    <a:lnTo>
                      <a:pt x="394716" y="325755"/>
                    </a:lnTo>
                    <a:lnTo>
                      <a:pt x="351764" y="324319"/>
                    </a:lnTo>
                    <a:lnTo>
                      <a:pt x="348234" y="324205"/>
                    </a:lnTo>
                    <a:lnTo>
                      <a:pt x="346036" y="324129"/>
                    </a:lnTo>
                    <a:lnTo>
                      <a:pt x="296024" y="319633"/>
                    </a:lnTo>
                    <a:lnTo>
                      <a:pt x="246392" y="312115"/>
                    </a:lnTo>
                    <a:lnTo>
                      <a:pt x="198882" y="301371"/>
                    </a:lnTo>
                    <a:lnTo>
                      <a:pt x="187452" y="298323"/>
                    </a:lnTo>
                    <a:lnTo>
                      <a:pt x="188214" y="298323"/>
                    </a:lnTo>
                    <a:lnTo>
                      <a:pt x="176784" y="295275"/>
                    </a:lnTo>
                    <a:lnTo>
                      <a:pt x="177546" y="295275"/>
                    </a:lnTo>
                    <a:lnTo>
                      <a:pt x="166878" y="292227"/>
                    </a:lnTo>
                    <a:lnTo>
                      <a:pt x="156972" y="288417"/>
                    </a:lnTo>
                    <a:lnTo>
                      <a:pt x="147828" y="285369"/>
                    </a:lnTo>
                    <a:lnTo>
                      <a:pt x="129540" y="277749"/>
                    </a:lnTo>
                    <a:lnTo>
                      <a:pt x="130302" y="277749"/>
                    </a:lnTo>
                    <a:lnTo>
                      <a:pt x="113538" y="269367"/>
                    </a:lnTo>
                    <a:lnTo>
                      <a:pt x="113538" y="270129"/>
                    </a:lnTo>
                    <a:lnTo>
                      <a:pt x="98298" y="260985"/>
                    </a:lnTo>
                    <a:lnTo>
                      <a:pt x="98298" y="261747"/>
                    </a:lnTo>
                    <a:lnTo>
                      <a:pt x="84582" y="252603"/>
                    </a:lnTo>
                    <a:lnTo>
                      <a:pt x="85344" y="252603"/>
                    </a:lnTo>
                    <a:lnTo>
                      <a:pt x="72390" y="243459"/>
                    </a:lnTo>
                    <a:lnTo>
                      <a:pt x="61722" y="234315"/>
                    </a:lnTo>
                    <a:lnTo>
                      <a:pt x="51816" y="224409"/>
                    </a:lnTo>
                    <a:lnTo>
                      <a:pt x="51816" y="225171"/>
                    </a:lnTo>
                    <a:lnTo>
                      <a:pt x="43434" y="214503"/>
                    </a:lnTo>
                    <a:lnTo>
                      <a:pt x="43434" y="215265"/>
                    </a:lnTo>
                    <a:lnTo>
                      <a:pt x="35814" y="205359"/>
                    </a:lnTo>
                    <a:lnTo>
                      <a:pt x="36576" y="205359"/>
                    </a:lnTo>
                    <a:lnTo>
                      <a:pt x="30480" y="195453"/>
                    </a:lnTo>
                    <a:lnTo>
                      <a:pt x="25146" y="185547"/>
                    </a:lnTo>
                    <a:lnTo>
                      <a:pt x="25908" y="186309"/>
                    </a:lnTo>
                    <a:lnTo>
                      <a:pt x="21336" y="175641"/>
                    </a:lnTo>
                    <a:lnTo>
                      <a:pt x="22098" y="176403"/>
                    </a:lnTo>
                    <a:lnTo>
                      <a:pt x="18859" y="165061"/>
                    </a:lnTo>
                    <a:lnTo>
                      <a:pt x="17284" y="153301"/>
                    </a:lnTo>
                    <a:lnTo>
                      <a:pt x="16764" y="145923"/>
                    </a:lnTo>
                    <a:lnTo>
                      <a:pt x="16764" y="136779"/>
                    </a:lnTo>
                    <a:lnTo>
                      <a:pt x="17995" y="128104"/>
                    </a:lnTo>
                    <a:lnTo>
                      <a:pt x="18173" y="127330"/>
                    </a:lnTo>
                    <a:lnTo>
                      <a:pt x="19812" y="120269"/>
                    </a:lnTo>
                    <a:lnTo>
                      <a:pt x="20574" y="116967"/>
                    </a:lnTo>
                    <a:lnTo>
                      <a:pt x="19812" y="117729"/>
                    </a:lnTo>
                    <a:lnTo>
                      <a:pt x="22860" y="109804"/>
                    </a:lnTo>
                    <a:lnTo>
                      <a:pt x="23622" y="107823"/>
                    </a:lnTo>
                    <a:lnTo>
                      <a:pt x="22860" y="108585"/>
                    </a:lnTo>
                    <a:lnTo>
                      <a:pt x="26670" y="100330"/>
                    </a:lnTo>
                    <a:lnTo>
                      <a:pt x="27432" y="98679"/>
                    </a:lnTo>
                    <a:lnTo>
                      <a:pt x="26670" y="99441"/>
                    </a:lnTo>
                    <a:lnTo>
                      <a:pt x="31242" y="91592"/>
                    </a:lnTo>
                    <a:lnTo>
                      <a:pt x="32004" y="90297"/>
                    </a:lnTo>
                    <a:lnTo>
                      <a:pt x="31242" y="90297"/>
                    </a:lnTo>
                    <a:lnTo>
                      <a:pt x="37338" y="81153"/>
                    </a:lnTo>
                    <a:lnTo>
                      <a:pt x="37338" y="81915"/>
                    </a:lnTo>
                    <a:lnTo>
                      <a:pt x="43434" y="74460"/>
                    </a:lnTo>
                    <a:lnTo>
                      <a:pt x="44196" y="73533"/>
                    </a:lnTo>
                    <a:lnTo>
                      <a:pt x="43434" y="73533"/>
                    </a:lnTo>
                    <a:lnTo>
                      <a:pt x="50292" y="66675"/>
                    </a:lnTo>
                    <a:lnTo>
                      <a:pt x="51054" y="65913"/>
                    </a:lnTo>
                    <a:lnTo>
                      <a:pt x="50292" y="65913"/>
                    </a:lnTo>
                    <a:lnTo>
                      <a:pt x="58674" y="58293"/>
                    </a:lnTo>
                    <a:lnTo>
                      <a:pt x="67056" y="52006"/>
                    </a:lnTo>
                    <a:lnTo>
                      <a:pt x="67818" y="51435"/>
                    </a:lnTo>
                    <a:lnTo>
                      <a:pt x="67056" y="51435"/>
                    </a:lnTo>
                    <a:lnTo>
                      <a:pt x="76962" y="44577"/>
                    </a:lnTo>
                    <a:lnTo>
                      <a:pt x="76200" y="45339"/>
                    </a:lnTo>
                    <a:lnTo>
                      <a:pt x="76962" y="44894"/>
                    </a:lnTo>
                    <a:lnTo>
                      <a:pt x="86106" y="39674"/>
                    </a:lnTo>
                    <a:lnTo>
                      <a:pt x="86868" y="39243"/>
                    </a:lnTo>
                    <a:lnTo>
                      <a:pt x="86106" y="39243"/>
                    </a:lnTo>
                    <a:lnTo>
                      <a:pt x="97536" y="33909"/>
                    </a:lnTo>
                    <a:lnTo>
                      <a:pt x="108966" y="29337"/>
                    </a:lnTo>
                    <a:lnTo>
                      <a:pt x="120396" y="25755"/>
                    </a:lnTo>
                    <a:lnTo>
                      <a:pt x="121158" y="25527"/>
                    </a:lnTo>
                    <a:lnTo>
                      <a:pt x="120396" y="25527"/>
                    </a:lnTo>
                    <a:lnTo>
                      <a:pt x="133350" y="21717"/>
                    </a:lnTo>
                    <a:lnTo>
                      <a:pt x="146316" y="19545"/>
                    </a:lnTo>
                    <a:lnTo>
                      <a:pt x="147053" y="19431"/>
                    </a:lnTo>
                    <a:lnTo>
                      <a:pt x="147828" y="19265"/>
                    </a:lnTo>
                    <a:lnTo>
                      <a:pt x="160020" y="17970"/>
                    </a:lnTo>
                    <a:lnTo>
                      <a:pt x="160769" y="17894"/>
                    </a:lnTo>
                    <a:lnTo>
                      <a:pt x="161429" y="17830"/>
                    </a:lnTo>
                    <a:lnTo>
                      <a:pt x="174498" y="17145"/>
                    </a:lnTo>
                    <a:lnTo>
                      <a:pt x="189738" y="17145"/>
                    </a:lnTo>
                    <a:lnTo>
                      <a:pt x="194157" y="17386"/>
                    </a:lnTo>
                    <a:lnTo>
                      <a:pt x="203454" y="17830"/>
                    </a:lnTo>
                    <a:lnTo>
                      <a:pt x="218567" y="19265"/>
                    </a:lnTo>
                    <a:lnTo>
                      <a:pt x="219849" y="19392"/>
                    </a:lnTo>
                    <a:lnTo>
                      <a:pt x="220218" y="19431"/>
                    </a:lnTo>
                    <a:lnTo>
                      <a:pt x="219849" y="19431"/>
                    </a:lnTo>
                    <a:lnTo>
                      <a:pt x="220218" y="19558"/>
                    </a:lnTo>
                    <a:lnTo>
                      <a:pt x="236220" y="22479"/>
                    </a:lnTo>
                    <a:lnTo>
                      <a:pt x="235458" y="22479"/>
                    </a:lnTo>
                    <a:lnTo>
                      <a:pt x="236220" y="22644"/>
                    </a:lnTo>
                    <a:lnTo>
                      <a:pt x="252984" y="26289"/>
                    </a:lnTo>
                    <a:lnTo>
                      <a:pt x="252222" y="26289"/>
                    </a:lnTo>
                    <a:lnTo>
                      <a:pt x="252984" y="26517"/>
                    </a:lnTo>
                    <a:lnTo>
                      <a:pt x="269748" y="31623"/>
                    </a:lnTo>
                    <a:lnTo>
                      <a:pt x="268986" y="31623"/>
                    </a:lnTo>
                    <a:lnTo>
                      <a:pt x="269748" y="31877"/>
                    </a:lnTo>
                    <a:lnTo>
                      <a:pt x="286512" y="37719"/>
                    </a:lnTo>
                    <a:lnTo>
                      <a:pt x="304038" y="45339"/>
                    </a:lnTo>
                    <a:lnTo>
                      <a:pt x="303276" y="45339"/>
                    </a:lnTo>
                    <a:lnTo>
                      <a:pt x="304038" y="45681"/>
                    </a:lnTo>
                    <a:lnTo>
                      <a:pt x="321564" y="53721"/>
                    </a:lnTo>
                    <a:lnTo>
                      <a:pt x="330708" y="58293"/>
                    </a:lnTo>
                    <a:lnTo>
                      <a:pt x="339852" y="63627"/>
                    </a:lnTo>
                    <a:lnTo>
                      <a:pt x="339090" y="63627"/>
                    </a:lnTo>
                    <a:lnTo>
                      <a:pt x="339852" y="64071"/>
                    </a:lnTo>
                    <a:lnTo>
                      <a:pt x="348234" y="68961"/>
                    </a:lnTo>
                    <a:lnTo>
                      <a:pt x="375666" y="87249"/>
                    </a:lnTo>
                    <a:lnTo>
                      <a:pt x="385572" y="94107"/>
                    </a:lnTo>
                    <a:lnTo>
                      <a:pt x="384810" y="94107"/>
                    </a:lnTo>
                    <a:lnTo>
                      <a:pt x="385572" y="94691"/>
                    </a:lnTo>
                    <a:lnTo>
                      <a:pt x="394716" y="101727"/>
                    </a:lnTo>
                    <a:lnTo>
                      <a:pt x="403860" y="109347"/>
                    </a:lnTo>
                    <a:lnTo>
                      <a:pt x="403860" y="108585"/>
                    </a:lnTo>
                    <a:lnTo>
                      <a:pt x="413004" y="116967"/>
                    </a:lnTo>
                    <a:lnTo>
                      <a:pt x="422910" y="125349"/>
                    </a:lnTo>
                    <a:lnTo>
                      <a:pt x="422148" y="125349"/>
                    </a:lnTo>
                    <a:lnTo>
                      <a:pt x="422910" y="125984"/>
                    </a:lnTo>
                    <a:lnTo>
                      <a:pt x="432054" y="133731"/>
                    </a:lnTo>
                    <a:lnTo>
                      <a:pt x="441198" y="142875"/>
                    </a:lnTo>
                    <a:lnTo>
                      <a:pt x="451104" y="152019"/>
                    </a:lnTo>
                    <a:lnTo>
                      <a:pt x="460248" y="161925"/>
                    </a:lnTo>
                    <a:lnTo>
                      <a:pt x="464286" y="166497"/>
                    </a:lnTo>
                    <a:lnTo>
                      <a:pt x="445770" y="182499"/>
                    </a:lnTo>
                    <a:lnTo>
                      <a:pt x="484632" y="198907"/>
                    </a:lnTo>
                    <a:lnTo>
                      <a:pt x="514350" y="21145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04" name="object 25">
              <a:extLst>
                <a:ext uri="{FF2B5EF4-FFF2-40B4-BE49-F238E27FC236}">
                  <a16:creationId xmlns:a16="http://schemas.microsoft.com/office/drawing/2014/main" id="{929CD859-9B3B-23EB-30D4-15AF21C61160}"/>
                </a:ext>
              </a:extLst>
            </p:cNvPr>
            <p:cNvSpPr txBox="1"/>
            <p:nvPr/>
          </p:nvSpPr>
          <p:spPr>
            <a:xfrm>
              <a:off x="5819727" y="947297"/>
              <a:ext cx="963920" cy="305239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6">
                <a:spcBef>
                  <a:spcPts val="95"/>
                </a:spcBef>
              </a:pPr>
              <a:r>
                <a:rPr sz="1904" spc="-9" dirty="0">
                  <a:solidFill>
                    <a:srgbClr val="FF0000"/>
                  </a:solidFill>
                  <a:latin typeface="Comic Sans MS"/>
                  <a:cs typeface="Comic Sans MS"/>
                </a:rPr>
                <a:t>receiver</a:t>
              </a:r>
              <a:endParaRPr sz="1904" dirty="0">
                <a:latin typeface="Comic Sans MS"/>
                <a:cs typeface="Comic Sans MS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组合 64">
            <a:extLst>
              <a:ext uri="{FF2B5EF4-FFF2-40B4-BE49-F238E27FC236}">
                <a16:creationId xmlns:a16="http://schemas.microsoft.com/office/drawing/2014/main" id="{930D07E9-EA20-A486-5C5A-56A3BE9E1A16}"/>
              </a:ext>
            </a:extLst>
          </p:cNvPr>
          <p:cNvGrpSpPr/>
          <p:nvPr/>
        </p:nvGrpSpPr>
        <p:grpSpPr>
          <a:xfrm>
            <a:off x="2135642" y="1485025"/>
            <a:ext cx="6738694" cy="4345791"/>
            <a:chOff x="2135642" y="1485025"/>
            <a:chExt cx="6738694" cy="4345791"/>
          </a:xfrm>
        </p:grpSpPr>
        <p:sp>
          <p:nvSpPr>
            <p:cNvPr id="3" name="object 3"/>
            <p:cNvSpPr/>
            <p:nvPr/>
          </p:nvSpPr>
          <p:spPr>
            <a:xfrm>
              <a:off x="4204217" y="2273332"/>
              <a:ext cx="743957" cy="682345"/>
            </a:xfrm>
            <a:custGeom>
              <a:avLst/>
              <a:gdLst/>
              <a:ahLst/>
              <a:cxnLst/>
              <a:rect l="l" t="t" r="r" b="b"/>
              <a:pathLst>
                <a:path w="820420" h="752475">
                  <a:moveTo>
                    <a:pt x="820419" y="394789"/>
                  </a:moveTo>
                  <a:lnTo>
                    <a:pt x="820419" y="349327"/>
                  </a:lnTo>
                  <a:lnTo>
                    <a:pt x="814069" y="305017"/>
                  </a:lnTo>
                  <a:lnTo>
                    <a:pt x="801370" y="262229"/>
                  </a:lnTo>
                  <a:lnTo>
                    <a:pt x="784860" y="221337"/>
                  </a:lnTo>
                  <a:lnTo>
                    <a:pt x="763270" y="182710"/>
                  </a:lnTo>
                  <a:lnTo>
                    <a:pt x="735330" y="146721"/>
                  </a:lnTo>
                  <a:lnTo>
                    <a:pt x="704850" y="113742"/>
                  </a:lnTo>
                  <a:lnTo>
                    <a:pt x="669290" y="84143"/>
                  </a:lnTo>
                  <a:lnTo>
                    <a:pt x="631190" y="58297"/>
                  </a:lnTo>
                  <a:lnTo>
                    <a:pt x="588010" y="36575"/>
                  </a:lnTo>
                  <a:lnTo>
                    <a:pt x="570230" y="29717"/>
                  </a:lnTo>
                  <a:lnTo>
                    <a:pt x="570230" y="28955"/>
                  </a:lnTo>
                  <a:lnTo>
                    <a:pt x="552450" y="22859"/>
                  </a:lnTo>
                  <a:lnTo>
                    <a:pt x="551180" y="22859"/>
                  </a:lnTo>
                  <a:lnTo>
                    <a:pt x="516890" y="12630"/>
                  </a:lnTo>
                  <a:lnTo>
                    <a:pt x="481330" y="5562"/>
                  </a:lnTo>
                  <a:lnTo>
                    <a:pt x="447040" y="1428"/>
                  </a:lnTo>
                  <a:lnTo>
                    <a:pt x="411480" y="0"/>
                  </a:lnTo>
                  <a:lnTo>
                    <a:pt x="410209" y="0"/>
                  </a:lnTo>
                  <a:lnTo>
                    <a:pt x="360679" y="2700"/>
                  </a:lnTo>
                  <a:lnTo>
                    <a:pt x="297180" y="14263"/>
                  </a:lnTo>
                  <a:lnTo>
                    <a:pt x="270510" y="22859"/>
                  </a:lnTo>
                  <a:lnTo>
                    <a:pt x="269240" y="22859"/>
                  </a:lnTo>
                  <a:lnTo>
                    <a:pt x="251460" y="28955"/>
                  </a:lnTo>
                  <a:lnTo>
                    <a:pt x="251460" y="29717"/>
                  </a:lnTo>
                  <a:lnTo>
                    <a:pt x="232410" y="36575"/>
                  </a:lnTo>
                  <a:lnTo>
                    <a:pt x="189229" y="59355"/>
                  </a:lnTo>
                  <a:lnTo>
                    <a:pt x="148589" y="86582"/>
                  </a:lnTo>
                  <a:lnTo>
                    <a:pt x="111759" y="117949"/>
                  </a:lnTo>
                  <a:lnTo>
                    <a:pt x="80009" y="153143"/>
                  </a:lnTo>
                  <a:lnTo>
                    <a:pt x="52069" y="191854"/>
                  </a:lnTo>
                  <a:lnTo>
                    <a:pt x="30479" y="233773"/>
                  </a:lnTo>
                  <a:lnTo>
                    <a:pt x="13969" y="278588"/>
                  </a:lnTo>
                  <a:lnTo>
                    <a:pt x="3809" y="325989"/>
                  </a:lnTo>
                  <a:lnTo>
                    <a:pt x="0" y="375665"/>
                  </a:lnTo>
                  <a:lnTo>
                    <a:pt x="0" y="395477"/>
                  </a:lnTo>
                  <a:lnTo>
                    <a:pt x="6350" y="445944"/>
                  </a:lnTo>
                  <a:lnTo>
                    <a:pt x="16510" y="480724"/>
                  </a:lnTo>
                  <a:lnTo>
                    <a:pt x="16510" y="357377"/>
                  </a:lnTo>
                  <a:lnTo>
                    <a:pt x="18950" y="339808"/>
                  </a:lnTo>
                  <a:lnTo>
                    <a:pt x="18950" y="340527"/>
                  </a:lnTo>
                  <a:lnTo>
                    <a:pt x="20240" y="321944"/>
                  </a:lnTo>
                  <a:lnTo>
                    <a:pt x="24129" y="303275"/>
                  </a:lnTo>
                  <a:lnTo>
                    <a:pt x="24129" y="304037"/>
                  </a:lnTo>
                  <a:lnTo>
                    <a:pt x="27939" y="290321"/>
                  </a:lnTo>
                  <a:lnTo>
                    <a:pt x="27939" y="286511"/>
                  </a:lnTo>
                  <a:lnTo>
                    <a:pt x="34290" y="268985"/>
                  </a:lnTo>
                  <a:lnTo>
                    <a:pt x="34290" y="269747"/>
                  </a:lnTo>
                  <a:lnTo>
                    <a:pt x="40640" y="252221"/>
                  </a:lnTo>
                  <a:lnTo>
                    <a:pt x="40640" y="252983"/>
                  </a:lnTo>
                  <a:lnTo>
                    <a:pt x="46989" y="236219"/>
                  </a:lnTo>
                  <a:lnTo>
                    <a:pt x="54609" y="220217"/>
                  </a:lnTo>
                  <a:lnTo>
                    <a:pt x="63499" y="206882"/>
                  </a:lnTo>
                  <a:lnTo>
                    <a:pt x="63499" y="204977"/>
                  </a:lnTo>
                  <a:lnTo>
                    <a:pt x="73659" y="189737"/>
                  </a:lnTo>
                  <a:lnTo>
                    <a:pt x="83819" y="175259"/>
                  </a:lnTo>
                  <a:lnTo>
                    <a:pt x="95249" y="160781"/>
                  </a:lnTo>
                  <a:lnTo>
                    <a:pt x="95249" y="161543"/>
                  </a:lnTo>
                  <a:lnTo>
                    <a:pt x="106679" y="147827"/>
                  </a:lnTo>
                  <a:lnTo>
                    <a:pt x="118109" y="135483"/>
                  </a:lnTo>
                  <a:lnTo>
                    <a:pt x="118109" y="134873"/>
                  </a:lnTo>
                  <a:lnTo>
                    <a:pt x="130809" y="123097"/>
                  </a:lnTo>
                  <a:lnTo>
                    <a:pt x="130809" y="121919"/>
                  </a:lnTo>
                  <a:lnTo>
                    <a:pt x="144779" y="110743"/>
                  </a:lnTo>
                  <a:lnTo>
                    <a:pt x="144779" y="110489"/>
                  </a:lnTo>
                  <a:lnTo>
                    <a:pt x="160019" y="99059"/>
                  </a:lnTo>
                  <a:lnTo>
                    <a:pt x="190499" y="77723"/>
                  </a:lnTo>
                  <a:lnTo>
                    <a:pt x="190499" y="78485"/>
                  </a:lnTo>
                  <a:lnTo>
                    <a:pt x="205740" y="68579"/>
                  </a:lnTo>
                  <a:lnTo>
                    <a:pt x="222250" y="60197"/>
                  </a:lnTo>
                  <a:lnTo>
                    <a:pt x="240029" y="51815"/>
                  </a:lnTo>
                  <a:lnTo>
                    <a:pt x="240029" y="52577"/>
                  </a:lnTo>
                  <a:lnTo>
                    <a:pt x="256540" y="44957"/>
                  </a:lnTo>
                  <a:lnTo>
                    <a:pt x="275590" y="38099"/>
                  </a:lnTo>
                  <a:lnTo>
                    <a:pt x="275590" y="38455"/>
                  </a:lnTo>
                  <a:lnTo>
                    <a:pt x="293370" y="32765"/>
                  </a:lnTo>
                  <a:lnTo>
                    <a:pt x="331470" y="23621"/>
                  </a:lnTo>
                  <a:lnTo>
                    <a:pt x="350520" y="20573"/>
                  </a:lnTo>
                  <a:lnTo>
                    <a:pt x="369570" y="18430"/>
                  </a:lnTo>
                  <a:lnTo>
                    <a:pt x="369570" y="18287"/>
                  </a:lnTo>
                  <a:lnTo>
                    <a:pt x="389890" y="16763"/>
                  </a:lnTo>
                  <a:lnTo>
                    <a:pt x="430530" y="16763"/>
                  </a:lnTo>
                  <a:lnTo>
                    <a:pt x="450850" y="18287"/>
                  </a:lnTo>
                  <a:lnTo>
                    <a:pt x="471170" y="20573"/>
                  </a:lnTo>
                  <a:lnTo>
                    <a:pt x="471170" y="20764"/>
                  </a:lnTo>
                  <a:lnTo>
                    <a:pt x="490220" y="23621"/>
                  </a:lnTo>
                  <a:lnTo>
                    <a:pt x="528320" y="32765"/>
                  </a:lnTo>
                  <a:lnTo>
                    <a:pt x="528320" y="33172"/>
                  </a:lnTo>
                  <a:lnTo>
                    <a:pt x="546100" y="38861"/>
                  </a:lnTo>
                  <a:lnTo>
                    <a:pt x="546100" y="38099"/>
                  </a:lnTo>
                  <a:lnTo>
                    <a:pt x="563880" y="44957"/>
                  </a:lnTo>
                  <a:lnTo>
                    <a:pt x="581660" y="52577"/>
                  </a:lnTo>
                  <a:lnTo>
                    <a:pt x="581660" y="51815"/>
                  </a:lnTo>
                  <a:lnTo>
                    <a:pt x="614680" y="68579"/>
                  </a:lnTo>
                  <a:lnTo>
                    <a:pt x="631190" y="78485"/>
                  </a:lnTo>
                  <a:lnTo>
                    <a:pt x="631190" y="77723"/>
                  </a:lnTo>
                  <a:lnTo>
                    <a:pt x="661670" y="99059"/>
                  </a:lnTo>
                  <a:lnTo>
                    <a:pt x="661670" y="100012"/>
                  </a:lnTo>
                  <a:lnTo>
                    <a:pt x="675640" y="110489"/>
                  </a:lnTo>
                  <a:lnTo>
                    <a:pt x="675640" y="109727"/>
                  </a:lnTo>
                  <a:lnTo>
                    <a:pt x="689610" y="121919"/>
                  </a:lnTo>
                  <a:lnTo>
                    <a:pt x="702310" y="134873"/>
                  </a:lnTo>
                  <a:lnTo>
                    <a:pt x="702310" y="134111"/>
                  </a:lnTo>
                  <a:lnTo>
                    <a:pt x="715010" y="147827"/>
                  </a:lnTo>
                  <a:lnTo>
                    <a:pt x="726440" y="161543"/>
                  </a:lnTo>
                  <a:lnTo>
                    <a:pt x="726440" y="160781"/>
                  </a:lnTo>
                  <a:lnTo>
                    <a:pt x="737870" y="175259"/>
                  </a:lnTo>
                  <a:lnTo>
                    <a:pt x="737870" y="176868"/>
                  </a:lnTo>
                  <a:lnTo>
                    <a:pt x="748030" y="189737"/>
                  </a:lnTo>
                  <a:lnTo>
                    <a:pt x="765810" y="220217"/>
                  </a:lnTo>
                  <a:lnTo>
                    <a:pt x="773430" y="236219"/>
                  </a:lnTo>
                  <a:lnTo>
                    <a:pt x="781050" y="252983"/>
                  </a:lnTo>
                  <a:lnTo>
                    <a:pt x="781050" y="252221"/>
                  </a:lnTo>
                  <a:lnTo>
                    <a:pt x="786130" y="269747"/>
                  </a:lnTo>
                  <a:lnTo>
                    <a:pt x="786130" y="268985"/>
                  </a:lnTo>
                  <a:lnTo>
                    <a:pt x="792480" y="286511"/>
                  </a:lnTo>
                  <a:lnTo>
                    <a:pt x="792480" y="285749"/>
                  </a:lnTo>
                  <a:lnTo>
                    <a:pt x="796290" y="304037"/>
                  </a:lnTo>
                  <a:lnTo>
                    <a:pt x="796290" y="303275"/>
                  </a:lnTo>
                  <a:lnTo>
                    <a:pt x="800100" y="321563"/>
                  </a:lnTo>
                  <a:lnTo>
                    <a:pt x="800100" y="320801"/>
                  </a:lnTo>
                  <a:lnTo>
                    <a:pt x="802536" y="338342"/>
                  </a:lnTo>
                  <a:lnTo>
                    <a:pt x="802536" y="337594"/>
                  </a:lnTo>
                  <a:lnTo>
                    <a:pt x="803910" y="357377"/>
                  </a:lnTo>
                  <a:lnTo>
                    <a:pt x="803910" y="483015"/>
                  </a:lnTo>
                  <a:lnTo>
                    <a:pt x="815340" y="441030"/>
                  </a:lnTo>
                  <a:lnTo>
                    <a:pt x="820419" y="394789"/>
                  </a:lnTo>
                  <a:close/>
                </a:path>
                <a:path w="820420" h="752475">
                  <a:moveTo>
                    <a:pt x="29210" y="465581"/>
                  </a:moveTo>
                  <a:lnTo>
                    <a:pt x="24130" y="448055"/>
                  </a:lnTo>
                  <a:lnTo>
                    <a:pt x="20240" y="430164"/>
                  </a:lnTo>
                  <a:lnTo>
                    <a:pt x="20240" y="429386"/>
                  </a:lnTo>
                  <a:lnTo>
                    <a:pt x="18950" y="410804"/>
                  </a:lnTo>
                  <a:lnTo>
                    <a:pt x="18950" y="412255"/>
                  </a:lnTo>
                  <a:lnTo>
                    <a:pt x="16510" y="393953"/>
                  </a:lnTo>
                  <a:lnTo>
                    <a:pt x="16510" y="480724"/>
                  </a:lnTo>
                  <a:lnTo>
                    <a:pt x="20240" y="493494"/>
                  </a:lnTo>
                  <a:lnTo>
                    <a:pt x="27940" y="510578"/>
                  </a:lnTo>
                  <a:lnTo>
                    <a:pt x="27940" y="465581"/>
                  </a:lnTo>
                  <a:lnTo>
                    <a:pt x="29210" y="465581"/>
                  </a:lnTo>
                  <a:close/>
                </a:path>
                <a:path w="820420" h="752475">
                  <a:moveTo>
                    <a:pt x="29209" y="285749"/>
                  </a:moveTo>
                  <a:lnTo>
                    <a:pt x="27939" y="286511"/>
                  </a:lnTo>
                  <a:lnTo>
                    <a:pt x="27939" y="290321"/>
                  </a:lnTo>
                  <a:lnTo>
                    <a:pt x="29209" y="285749"/>
                  </a:lnTo>
                  <a:close/>
                </a:path>
                <a:path w="820420" h="752475">
                  <a:moveTo>
                    <a:pt x="64770" y="547115"/>
                  </a:moveTo>
                  <a:lnTo>
                    <a:pt x="54610" y="531113"/>
                  </a:lnTo>
                  <a:lnTo>
                    <a:pt x="46990" y="515111"/>
                  </a:lnTo>
                  <a:lnTo>
                    <a:pt x="46990" y="515873"/>
                  </a:lnTo>
                  <a:lnTo>
                    <a:pt x="27940" y="465581"/>
                  </a:lnTo>
                  <a:lnTo>
                    <a:pt x="27940" y="510578"/>
                  </a:lnTo>
                  <a:lnTo>
                    <a:pt x="40640" y="538598"/>
                  </a:lnTo>
                  <a:lnTo>
                    <a:pt x="63500" y="575949"/>
                  </a:lnTo>
                  <a:lnTo>
                    <a:pt x="63500" y="546353"/>
                  </a:lnTo>
                  <a:lnTo>
                    <a:pt x="64770" y="547115"/>
                  </a:lnTo>
                  <a:close/>
                </a:path>
                <a:path w="820420" h="752475">
                  <a:moveTo>
                    <a:pt x="64769" y="204977"/>
                  </a:moveTo>
                  <a:lnTo>
                    <a:pt x="63499" y="204977"/>
                  </a:lnTo>
                  <a:lnTo>
                    <a:pt x="63499" y="206882"/>
                  </a:lnTo>
                  <a:lnTo>
                    <a:pt x="64769" y="204977"/>
                  </a:lnTo>
                  <a:close/>
                </a:path>
                <a:path w="820420" h="752475">
                  <a:moveTo>
                    <a:pt x="119380" y="617219"/>
                  </a:moveTo>
                  <a:lnTo>
                    <a:pt x="106680" y="603503"/>
                  </a:lnTo>
                  <a:lnTo>
                    <a:pt x="106680" y="604265"/>
                  </a:lnTo>
                  <a:lnTo>
                    <a:pt x="95250" y="590549"/>
                  </a:lnTo>
                  <a:lnTo>
                    <a:pt x="83820" y="576071"/>
                  </a:lnTo>
                  <a:lnTo>
                    <a:pt x="83820" y="576833"/>
                  </a:lnTo>
                  <a:lnTo>
                    <a:pt x="73660" y="561593"/>
                  </a:lnTo>
                  <a:lnTo>
                    <a:pt x="73660" y="562355"/>
                  </a:lnTo>
                  <a:lnTo>
                    <a:pt x="63500" y="546353"/>
                  </a:lnTo>
                  <a:lnTo>
                    <a:pt x="63500" y="575949"/>
                  </a:lnTo>
                  <a:lnTo>
                    <a:pt x="66040" y="580099"/>
                  </a:lnTo>
                  <a:lnTo>
                    <a:pt x="96520" y="617924"/>
                  </a:lnTo>
                  <a:lnTo>
                    <a:pt x="118110" y="638450"/>
                  </a:lnTo>
                  <a:lnTo>
                    <a:pt x="118110" y="617219"/>
                  </a:lnTo>
                  <a:lnTo>
                    <a:pt x="119380" y="617219"/>
                  </a:lnTo>
                  <a:close/>
                </a:path>
                <a:path w="820420" h="752475">
                  <a:moveTo>
                    <a:pt x="119379" y="134111"/>
                  </a:moveTo>
                  <a:lnTo>
                    <a:pt x="118109" y="134873"/>
                  </a:lnTo>
                  <a:lnTo>
                    <a:pt x="118109" y="135483"/>
                  </a:lnTo>
                  <a:lnTo>
                    <a:pt x="119379" y="134111"/>
                  </a:lnTo>
                  <a:close/>
                </a:path>
                <a:path w="820420" h="752475">
                  <a:moveTo>
                    <a:pt x="132080" y="629411"/>
                  </a:moveTo>
                  <a:lnTo>
                    <a:pt x="118110" y="617219"/>
                  </a:lnTo>
                  <a:lnTo>
                    <a:pt x="118110" y="638450"/>
                  </a:lnTo>
                  <a:lnTo>
                    <a:pt x="130810" y="650523"/>
                  </a:lnTo>
                  <a:lnTo>
                    <a:pt x="130810" y="629411"/>
                  </a:lnTo>
                  <a:lnTo>
                    <a:pt x="132080" y="629411"/>
                  </a:lnTo>
                  <a:close/>
                </a:path>
                <a:path w="820420" h="752475">
                  <a:moveTo>
                    <a:pt x="132079" y="121919"/>
                  </a:moveTo>
                  <a:lnTo>
                    <a:pt x="130809" y="121919"/>
                  </a:lnTo>
                  <a:lnTo>
                    <a:pt x="130809" y="123097"/>
                  </a:lnTo>
                  <a:lnTo>
                    <a:pt x="132079" y="121919"/>
                  </a:lnTo>
                  <a:close/>
                </a:path>
                <a:path w="820420" h="752475">
                  <a:moveTo>
                    <a:pt x="145958" y="641603"/>
                  </a:moveTo>
                  <a:lnTo>
                    <a:pt x="145128" y="640866"/>
                  </a:lnTo>
                  <a:lnTo>
                    <a:pt x="130810" y="629411"/>
                  </a:lnTo>
                  <a:lnTo>
                    <a:pt x="130810" y="650523"/>
                  </a:lnTo>
                  <a:lnTo>
                    <a:pt x="132080" y="651731"/>
                  </a:lnTo>
                  <a:lnTo>
                    <a:pt x="144780" y="661229"/>
                  </a:lnTo>
                  <a:lnTo>
                    <a:pt x="144780" y="641603"/>
                  </a:lnTo>
                  <a:lnTo>
                    <a:pt x="145958" y="641603"/>
                  </a:lnTo>
                  <a:close/>
                </a:path>
                <a:path w="820420" h="752475">
                  <a:moveTo>
                    <a:pt x="148589" y="107695"/>
                  </a:moveTo>
                  <a:lnTo>
                    <a:pt x="145958" y="109606"/>
                  </a:lnTo>
                  <a:lnTo>
                    <a:pt x="145128" y="110281"/>
                  </a:lnTo>
                  <a:lnTo>
                    <a:pt x="144779" y="110489"/>
                  </a:lnTo>
                  <a:lnTo>
                    <a:pt x="144779" y="110743"/>
                  </a:lnTo>
                  <a:lnTo>
                    <a:pt x="148589" y="107695"/>
                  </a:lnTo>
                  <a:close/>
                </a:path>
                <a:path w="820420" h="752475">
                  <a:moveTo>
                    <a:pt x="275590" y="713231"/>
                  </a:moveTo>
                  <a:lnTo>
                    <a:pt x="256540" y="706373"/>
                  </a:lnTo>
                  <a:lnTo>
                    <a:pt x="256540" y="707135"/>
                  </a:lnTo>
                  <a:lnTo>
                    <a:pt x="240029" y="699515"/>
                  </a:lnTo>
                  <a:lnTo>
                    <a:pt x="222250" y="691133"/>
                  </a:lnTo>
                  <a:lnTo>
                    <a:pt x="222250" y="691895"/>
                  </a:lnTo>
                  <a:lnTo>
                    <a:pt x="205740" y="682751"/>
                  </a:lnTo>
                  <a:lnTo>
                    <a:pt x="190500" y="673607"/>
                  </a:lnTo>
                  <a:lnTo>
                    <a:pt x="175260" y="663701"/>
                  </a:lnTo>
                  <a:lnTo>
                    <a:pt x="160020" y="653033"/>
                  </a:lnTo>
                  <a:lnTo>
                    <a:pt x="144780" y="641603"/>
                  </a:lnTo>
                  <a:lnTo>
                    <a:pt x="144780" y="661229"/>
                  </a:lnTo>
                  <a:lnTo>
                    <a:pt x="171450" y="681175"/>
                  </a:lnTo>
                  <a:lnTo>
                    <a:pt x="213360" y="705914"/>
                  </a:lnTo>
                  <a:lnTo>
                    <a:pt x="259079" y="725604"/>
                  </a:lnTo>
                  <a:lnTo>
                    <a:pt x="274320" y="730003"/>
                  </a:lnTo>
                  <a:lnTo>
                    <a:pt x="274320" y="713231"/>
                  </a:lnTo>
                  <a:lnTo>
                    <a:pt x="275590" y="713231"/>
                  </a:lnTo>
                  <a:close/>
                </a:path>
                <a:path w="820420" h="752475">
                  <a:moveTo>
                    <a:pt x="275590" y="38455"/>
                  </a:moveTo>
                  <a:lnTo>
                    <a:pt x="275590" y="38099"/>
                  </a:lnTo>
                  <a:lnTo>
                    <a:pt x="274320" y="38861"/>
                  </a:lnTo>
                  <a:lnTo>
                    <a:pt x="275590" y="38455"/>
                  </a:lnTo>
                  <a:close/>
                </a:path>
                <a:path w="820420" h="752475">
                  <a:moveTo>
                    <a:pt x="471170" y="747776"/>
                  </a:moveTo>
                  <a:lnTo>
                    <a:pt x="471170" y="730757"/>
                  </a:lnTo>
                  <a:lnTo>
                    <a:pt x="450850" y="733043"/>
                  </a:lnTo>
                  <a:lnTo>
                    <a:pt x="430530" y="734567"/>
                  </a:lnTo>
                  <a:lnTo>
                    <a:pt x="411480" y="735329"/>
                  </a:lnTo>
                  <a:lnTo>
                    <a:pt x="389890" y="734567"/>
                  </a:lnTo>
                  <a:lnTo>
                    <a:pt x="370832" y="733138"/>
                  </a:lnTo>
                  <a:lnTo>
                    <a:pt x="369570" y="733043"/>
                  </a:lnTo>
                  <a:lnTo>
                    <a:pt x="369570" y="732901"/>
                  </a:lnTo>
                  <a:lnTo>
                    <a:pt x="350520" y="730757"/>
                  </a:lnTo>
                  <a:lnTo>
                    <a:pt x="331470" y="727709"/>
                  </a:lnTo>
                  <a:lnTo>
                    <a:pt x="312420" y="723899"/>
                  </a:lnTo>
                  <a:lnTo>
                    <a:pt x="274320" y="713231"/>
                  </a:lnTo>
                  <a:lnTo>
                    <a:pt x="274320" y="730003"/>
                  </a:lnTo>
                  <a:lnTo>
                    <a:pt x="308610" y="739901"/>
                  </a:lnTo>
                  <a:lnTo>
                    <a:pt x="327660" y="743711"/>
                  </a:lnTo>
                  <a:lnTo>
                    <a:pt x="327660" y="744473"/>
                  </a:lnTo>
                  <a:lnTo>
                    <a:pt x="347980" y="747521"/>
                  </a:lnTo>
                  <a:lnTo>
                    <a:pt x="369570" y="749758"/>
                  </a:lnTo>
                  <a:lnTo>
                    <a:pt x="369570" y="733043"/>
                  </a:lnTo>
                  <a:lnTo>
                    <a:pt x="370024" y="733078"/>
                  </a:lnTo>
                  <a:lnTo>
                    <a:pt x="370024" y="749806"/>
                  </a:lnTo>
                  <a:lnTo>
                    <a:pt x="379730" y="750811"/>
                  </a:lnTo>
                  <a:lnTo>
                    <a:pt x="410209" y="751922"/>
                  </a:lnTo>
                  <a:lnTo>
                    <a:pt x="440690" y="750833"/>
                  </a:lnTo>
                  <a:lnTo>
                    <a:pt x="471170" y="747776"/>
                  </a:lnTo>
                  <a:close/>
                </a:path>
                <a:path w="820420" h="752475">
                  <a:moveTo>
                    <a:pt x="471170" y="20764"/>
                  </a:moveTo>
                  <a:lnTo>
                    <a:pt x="471170" y="20573"/>
                  </a:lnTo>
                  <a:lnTo>
                    <a:pt x="469900" y="20573"/>
                  </a:lnTo>
                  <a:lnTo>
                    <a:pt x="471170" y="20764"/>
                  </a:lnTo>
                  <a:close/>
                </a:path>
                <a:path w="820420" h="752475">
                  <a:moveTo>
                    <a:pt x="528320" y="735634"/>
                  </a:moveTo>
                  <a:lnTo>
                    <a:pt x="528320" y="718565"/>
                  </a:lnTo>
                  <a:lnTo>
                    <a:pt x="509270" y="723899"/>
                  </a:lnTo>
                  <a:lnTo>
                    <a:pt x="490220" y="727709"/>
                  </a:lnTo>
                  <a:lnTo>
                    <a:pt x="469900" y="730757"/>
                  </a:lnTo>
                  <a:lnTo>
                    <a:pt x="471170" y="730757"/>
                  </a:lnTo>
                  <a:lnTo>
                    <a:pt x="471170" y="747776"/>
                  </a:lnTo>
                  <a:lnTo>
                    <a:pt x="473709" y="747521"/>
                  </a:lnTo>
                  <a:lnTo>
                    <a:pt x="492759" y="744473"/>
                  </a:lnTo>
                  <a:lnTo>
                    <a:pt x="492759" y="743711"/>
                  </a:lnTo>
                  <a:lnTo>
                    <a:pt x="513080" y="739901"/>
                  </a:lnTo>
                  <a:lnTo>
                    <a:pt x="528320" y="735634"/>
                  </a:lnTo>
                  <a:close/>
                </a:path>
                <a:path w="820420" h="752475">
                  <a:moveTo>
                    <a:pt x="528320" y="33172"/>
                  </a:moveTo>
                  <a:lnTo>
                    <a:pt x="528320" y="32765"/>
                  </a:lnTo>
                  <a:lnTo>
                    <a:pt x="527050" y="32765"/>
                  </a:lnTo>
                  <a:lnTo>
                    <a:pt x="528320" y="33172"/>
                  </a:lnTo>
                  <a:close/>
                </a:path>
                <a:path w="820420" h="752475">
                  <a:moveTo>
                    <a:pt x="661670" y="673573"/>
                  </a:moveTo>
                  <a:lnTo>
                    <a:pt x="661670" y="653033"/>
                  </a:lnTo>
                  <a:lnTo>
                    <a:pt x="646430" y="663701"/>
                  </a:lnTo>
                  <a:lnTo>
                    <a:pt x="631190" y="673607"/>
                  </a:lnTo>
                  <a:lnTo>
                    <a:pt x="598170" y="691895"/>
                  </a:lnTo>
                  <a:lnTo>
                    <a:pt x="598170" y="691133"/>
                  </a:lnTo>
                  <a:lnTo>
                    <a:pt x="581660" y="699515"/>
                  </a:lnTo>
                  <a:lnTo>
                    <a:pt x="563880" y="707135"/>
                  </a:lnTo>
                  <a:lnTo>
                    <a:pt x="563880" y="706373"/>
                  </a:lnTo>
                  <a:lnTo>
                    <a:pt x="546100" y="713231"/>
                  </a:lnTo>
                  <a:lnTo>
                    <a:pt x="527050" y="718565"/>
                  </a:lnTo>
                  <a:lnTo>
                    <a:pt x="528320" y="718565"/>
                  </a:lnTo>
                  <a:lnTo>
                    <a:pt x="528320" y="735634"/>
                  </a:lnTo>
                  <a:lnTo>
                    <a:pt x="532130" y="734567"/>
                  </a:lnTo>
                  <a:lnTo>
                    <a:pt x="533400" y="734567"/>
                  </a:lnTo>
                  <a:lnTo>
                    <a:pt x="551180" y="729194"/>
                  </a:lnTo>
                  <a:lnTo>
                    <a:pt x="570230" y="722452"/>
                  </a:lnTo>
                  <a:lnTo>
                    <a:pt x="588010" y="714719"/>
                  </a:lnTo>
                  <a:lnTo>
                    <a:pt x="605790" y="706373"/>
                  </a:lnTo>
                  <a:lnTo>
                    <a:pt x="622300" y="697229"/>
                  </a:lnTo>
                  <a:lnTo>
                    <a:pt x="623570" y="697229"/>
                  </a:lnTo>
                  <a:lnTo>
                    <a:pt x="636270" y="690089"/>
                  </a:lnTo>
                  <a:lnTo>
                    <a:pt x="647700" y="682537"/>
                  </a:lnTo>
                  <a:lnTo>
                    <a:pt x="660400" y="674521"/>
                  </a:lnTo>
                  <a:lnTo>
                    <a:pt x="661670" y="673573"/>
                  </a:lnTo>
                  <a:close/>
                </a:path>
                <a:path w="820420" h="752475">
                  <a:moveTo>
                    <a:pt x="661670" y="100012"/>
                  </a:moveTo>
                  <a:lnTo>
                    <a:pt x="661670" y="99059"/>
                  </a:lnTo>
                  <a:lnTo>
                    <a:pt x="660400" y="99059"/>
                  </a:lnTo>
                  <a:lnTo>
                    <a:pt x="661670" y="100012"/>
                  </a:lnTo>
                  <a:close/>
                </a:path>
                <a:path w="820420" h="752475">
                  <a:moveTo>
                    <a:pt x="737870" y="602957"/>
                  </a:moveTo>
                  <a:lnTo>
                    <a:pt x="737870" y="576071"/>
                  </a:lnTo>
                  <a:lnTo>
                    <a:pt x="726440" y="590549"/>
                  </a:lnTo>
                  <a:lnTo>
                    <a:pt x="715010" y="604265"/>
                  </a:lnTo>
                  <a:lnTo>
                    <a:pt x="715010" y="603503"/>
                  </a:lnTo>
                  <a:lnTo>
                    <a:pt x="702310" y="617219"/>
                  </a:lnTo>
                  <a:lnTo>
                    <a:pt x="689610" y="629411"/>
                  </a:lnTo>
                  <a:lnTo>
                    <a:pt x="675640" y="641603"/>
                  </a:lnTo>
                  <a:lnTo>
                    <a:pt x="660400" y="653033"/>
                  </a:lnTo>
                  <a:lnTo>
                    <a:pt x="661670" y="653033"/>
                  </a:lnTo>
                  <a:lnTo>
                    <a:pt x="661670" y="673573"/>
                  </a:lnTo>
                  <a:lnTo>
                    <a:pt x="671830" y="665987"/>
                  </a:lnTo>
                  <a:lnTo>
                    <a:pt x="685800" y="654557"/>
                  </a:lnTo>
                  <a:lnTo>
                    <a:pt x="687070" y="654557"/>
                  </a:lnTo>
                  <a:lnTo>
                    <a:pt x="701040" y="642365"/>
                  </a:lnTo>
                  <a:lnTo>
                    <a:pt x="701040" y="641603"/>
                  </a:lnTo>
                  <a:lnTo>
                    <a:pt x="713740" y="628673"/>
                  </a:lnTo>
                  <a:lnTo>
                    <a:pt x="726440" y="615438"/>
                  </a:lnTo>
                  <a:lnTo>
                    <a:pt x="737870" y="602957"/>
                  </a:lnTo>
                  <a:close/>
                </a:path>
                <a:path w="820420" h="752475">
                  <a:moveTo>
                    <a:pt x="737870" y="176868"/>
                  </a:moveTo>
                  <a:lnTo>
                    <a:pt x="737870" y="175259"/>
                  </a:lnTo>
                  <a:lnTo>
                    <a:pt x="736600" y="175259"/>
                  </a:lnTo>
                  <a:lnTo>
                    <a:pt x="737870" y="176868"/>
                  </a:lnTo>
                  <a:close/>
                </a:path>
                <a:path w="820420" h="752475">
                  <a:moveTo>
                    <a:pt x="803910" y="483015"/>
                  </a:moveTo>
                  <a:lnTo>
                    <a:pt x="803910" y="393953"/>
                  </a:lnTo>
                  <a:lnTo>
                    <a:pt x="802536" y="414561"/>
                  </a:lnTo>
                  <a:lnTo>
                    <a:pt x="802536" y="412989"/>
                  </a:lnTo>
                  <a:lnTo>
                    <a:pt x="800100" y="430529"/>
                  </a:lnTo>
                  <a:lnTo>
                    <a:pt x="792480" y="465581"/>
                  </a:lnTo>
                  <a:lnTo>
                    <a:pt x="786130" y="482345"/>
                  </a:lnTo>
                  <a:lnTo>
                    <a:pt x="781050" y="499109"/>
                  </a:lnTo>
                  <a:lnTo>
                    <a:pt x="773430" y="515873"/>
                  </a:lnTo>
                  <a:lnTo>
                    <a:pt x="773430" y="515111"/>
                  </a:lnTo>
                  <a:lnTo>
                    <a:pt x="765810" y="531113"/>
                  </a:lnTo>
                  <a:lnTo>
                    <a:pt x="756920" y="547115"/>
                  </a:lnTo>
                  <a:lnTo>
                    <a:pt x="756920" y="546353"/>
                  </a:lnTo>
                  <a:lnTo>
                    <a:pt x="748030" y="562355"/>
                  </a:lnTo>
                  <a:lnTo>
                    <a:pt x="748030" y="561593"/>
                  </a:lnTo>
                  <a:lnTo>
                    <a:pt x="736600" y="576833"/>
                  </a:lnTo>
                  <a:lnTo>
                    <a:pt x="737870" y="576071"/>
                  </a:lnTo>
                  <a:lnTo>
                    <a:pt x="737870" y="602957"/>
                  </a:lnTo>
                  <a:lnTo>
                    <a:pt x="739140" y="601570"/>
                  </a:lnTo>
                  <a:lnTo>
                    <a:pt x="750570" y="586739"/>
                  </a:lnTo>
                  <a:lnTo>
                    <a:pt x="750570" y="585977"/>
                  </a:lnTo>
                  <a:lnTo>
                    <a:pt x="762000" y="571499"/>
                  </a:lnTo>
                  <a:lnTo>
                    <a:pt x="762000" y="570737"/>
                  </a:lnTo>
                  <a:lnTo>
                    <a:pt x="770890" y="555497"/>
                  </a:lnTo>
                  <a:lnTo>
                    <a:pt x="770890" y="554735"/>
                  </a:lnTo>
                  <a:lnTo>
                    <a:pt x="781050" y="539495"/>
                  </a:lnTo>
                  <a:lnTo>
                    <a:pt x="781050" y="538733"/>
                  </a:lnTo>
                  <a:lnTo>
                    <a:pt x="788670" y="522731"/>
                  </a:lnTo>
                  <a:lnTo>
                    <a:pt x="788670" y="521969"/>
                  </a:lnTo>
                  <a:lnTo>
                    <a:pt x="796290" y="505205"/>
                  </a:lnTo>
                  <a:lnTo>
                    <a:pt x="802536" y="487966"/>
                  </a:lnTo>
                  <a:lnTo>
                    <a:pt x="803910" y="483015"/>
                  </a:lnTo>
                  <a:close/>
                </a:path>
                <a:path w="820420" h="752475">
                  <a:moveTo>
                    <a:pt x="800417" y="323087"/>
                  </a:moveTo>
                  <a:lnTo>
                    <a:pt x="800100" y="320802"/>
                  </a:lnTo>
                  <a:lnTo>
                    <a:pt x="800100" y="321563"/>
                  </a:lnTo>
                  <a:lnTo>
                    <a:pt x="800417" y="3230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4243136" y="2362007"/>
              <a:ext cx="674859" cy="512984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 indent="-576" algn="ctr">
                <a:lnSpc>
                  <a:spcPct val="102099"/>
                </a:lnSpc>
                <a:spcBef>
                  <a:spcPts val="9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r>
                <a:rPr sz="1088" spc="-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for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call</a:t>
              </a:r>
              <a:r>
                <a:rPr sz="1088" spc="2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0</a:t>
              </a:r>
              <a:r>
                <a:rPr sz="1088" spc="36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18" dirty="0">
                  <a:solidFill>
                    <a:srgbClr val="163794"/>
                  </a:solidFill>
                  <a:latin typeface="Arial"/>
                  <a:cs typeface="Arial"/>
                </a:rPr>
                <a:t>from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above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4487745" y="1936366"/>
              <a:ext cx="1271983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udt_send(sndpkt)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4487744" y="1485025"/>
              <a:ext cx="2807692" cy="473538"/>
            </a:xfrm>
            <a:prstGeom prst="rect">
              <a:avLst/>
            </a:prstGeom>
          </p:spPr>
          <p:txBody>
            <a:bodyPr vert="horz" wrap="square" lIns="0" tIns="43762" rIns="0" bIns="0" rtlCol="0">
              <a:spAutoFit/>
            </a:bodyPr>
            <a:lstStyle/>
            <a:p>
              <a:pPr marL="20729">
                <a:spcBef>
                  <a:spcPts val="345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rdt_send(data)</a:t>
              </a:r>
              <a:endParaRPr sz="1270">
                <a:latin typeface="Arial"/>
                <a:cs typeface="Arial"/>
              </a:endParaRPr>
            </a:p>
            <a:p>
              <a:pPr marL="11516">
                <a:spcBef>
                  <a:spcPts val="254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sndpkt = make_pkt(0, data,</a:t>
              </a:r>
              <a:r>
                <a:rPr sz="1270" spc="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checksum)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86138" y="1754404"/>
              <a:ext cx="2825542" cy="24184"/>
            </a:xfrm>
            <a:custGeom>
              <a:avLst/>
              <a:gdLst/>
              <a:ahLst/>
              <a:cxnLst/>
              <a:rect l="l" t="t" r="r" b="b"/>
              <a:pathLst>
                <a:path w="3115945" h="26669">
                  <a:moveTo>
                    <a:pt x="3115818" y="26669"/>
                  </a:moveTo>
                  <a:lnTo>
                    <a:pt x="3115818" y="1523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3115818" y="266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/>
            <p:cNvSpPr/>
            <p:nvPr/>
          </p:nvSpPr>
          <p:spPr>
            <a:xfrm>
              <a:off x="4001759" y="2165538"/>
              <a:ext cx="336854" cy="188868"/>
            </a:xfrm>
            <a:custGeom>
              <a:avLst/>
              <a:gdLst/>
              <a:ahLst/>
              <a:cxnLst/>
              <a:rect l="l" t="t" r="r" b="b"/>
              <a:pathLst>
                <a:path w="371475" h="208280">
                  <a:moveTo>
                    <a:pt x="66293" y="32003"/>
                  </a:moveTo>
                  <a:lnTo>
                    <a:pt x="7619" y="0"/>
                  </a:lnTo>
                  <a:lnTo>
                    <a:pt x="0" y="14478"/>
                  </a:lnTo>
                  <a:lnTo>
                    <a:pt x="58673" y="46481"/>
                  </a:lnTo>
                  <a:lnTo>
                    <a:pt x="66293" y="32003"/>
                  </a:lnTo>
                  <a:close/>
                </a:path>
                <a:path w="371475" h="208280">
                  <a:moveTo>
                    <a:pt x="169163" y="88391"/>
                  </a:moveTo>
                  <a:lnTo>
                    <a:pt x="110489" y="56387"/>
                  </a:lnTo>
                  <a:lnTo>
                    <a:pt x="102107" y="70865"/>
                  </a:lnTo>
                  <a:lnTo>
                    <a:pt x="160781" y="102870"/>
                  </a:lnTo>
                  <a:lnTo>
                    <a:pt x="169163" y="88391"/>
                  </a:lnTo>
                  <a:close/>
                </a:path>
                <a:path w="371475" h="208280">
                  <a:moveTo>
                    <a:pt x="271271" y="144017"/>
                  </a:moveTo>
                  <a:lnTo>
                    <a:pt x="212597" y="112013"/>
                  </a:lnTo>
                  <a:lnTo>
                    <a:pt x="204977" y="126491"/>
                  </a:lnTo>
                  <a:lnTo>
                    <a:pt x="263651" y="158495"/>
                  </a:lnTo>
                  <a:lnTo>
                    <a:pt x="271271" y="144017"/>
                  </a:lnTo>
                  <a:close/>
                </a:path>
                <a:path w="371475" h="208280">
                  <a:moveTo>
                    <a:pt x="326135" y="206190"/>
                  </a:moveTo>
                  <a:lnTo>
                    <a:pt x="326135" y="173735"/>
                  </a:lnTo>
                  <a:lnTo>
                    <a:pt x="318515" y="188213"/>
                  </a:lnTo>
                  <a:lnTo>
                    <a:pt x="308337" y="183124"/>
                  </a:lnTo>
                  <a:lnTo>
                    <a:pt x="296417" y="204978"/>
                  </a:lnTo>
                  <a:lnTo>
                    <a:pt x="326135" y="206190"/>
                  </a:lnTo>
                  <a:close/>
                </a:path>
                <a:path w="371475" h="208280">
                  <a:moveTo>
                    <a:pt x="316175" y="168755"/>
                  </a:moveTo>
                  <a:lnTo>
                    <a:pt x="315467" y="168401"/>
                  </a:lnTo>
                  <a:lnTo>
                    <a:pt x="307847" y="182879"/>
                  </a:lnTo>
                  <a:lnTo>
                    <a:pt x="308337" y="183124"/>
                  </a:lnTo>
                  <a:lnTo>
                    <a:pt x="316175" y="168755"/>
                  </a:lnTo>
                  <a:close/>
                </a:path>
                <a:path w="371475" h="208280">
                  <a:moveTo>
                    <a:pt x="326135" y="173735"/>
                  </a:moveTo>
                  <a:lnTo>
                    <a:pt x="316175" y="168755"/>
                  </a:lnTo>
                  <a:lnTo>
                    <a:pt x="308337" y="183124"/>
                  </a:lnTo>
                  <a:lnTo>
                    <a:pt x="318515" y="188213"/>
                  </a:lnTo>
                  <a:lnTo>
                    <a:pt x="326135" y="173735"/>
                  </a:lnTo>
                  <a:close/>
                </a:path>
                <a:path w="371475" h="208280">
                  <a:moveTo>
                    <a:pt x="371093" y="208026"/>
                  </a:moveTo>
                  <a:lnTo>
                    <a:pt x="328421" y="146303"/>
                  </a:lnTo>
                  <a:lnTo>
                    <a:pt x="316175" y="168755"/>
                  </a:lnTo>
                  <a:lnTo>
                    <a:pt x="326135" y="173735"/>
                  </a:lnTo>
                  <a:lnTo>
                    <a:pt x="326135" y="206190"/>
                  </a:lnTo>
                  <a:lnTo>
                    <a:pt x="371093" y="2080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7080316" y="2015138"/>
              <a:ext cx="1349143" cy="84467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18426" algn="just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r>
                <a:rPr sz="1270" spc="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&amp;&amp;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( corrupt(rcvpkt)</a:t>
              </a:r>
              <a:r>
                <a:rPr sz="1270" spc="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|| </a:t>
              </a:r>
              <a:r>
                <a:rPr sz="1270" u="heavy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isACK(rcvpkt,1)</a:t>
              </a:r>
              <a:r>
                <a:rPr sz="1270" spc="-63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spc="-45" dirty="0">
                  <a:solidFill>
                    <a:srgbClr val="163794"/>
                  </a:solidFill>
                  <a:latin typeface="Arial"/>
                  <a:cs typeface="Arial"/>
                </a:rPr>
                <a:t>)</a:t>
              </a:r>
              <a:endParaRPr sz="1270">
                <a:latin typeface="Arial"/>
                <a:cs typeface="Arial"/>
              </a:endParaRPr>
            </a:p>
            <a:p>
              <a:pPr marL="88676">
                <a:spcBef>
                  <a:spcPts val="354"/>
                </a:spcBef>
              </a:pPr>
              <a:r>
                <a:rPr sz="1270" spc="-9" dirty="0">
                  <a:solidFill>
                    <a:srgbClr val="FF0000"/>
                  </a:solidFill>
                  <a:latin typeface="Arial"/>
                  <a:cs typeface="Arial"/>
                </a:rPr>
                <a:t>udt_send(sndpkt)</a:t>
              </a:r>
              <a:endParaRPr sz="1270">
                <a:latin typeface="Arial"/>
                <a:cs typeface="Arial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3470" y="2156232"/>
              <a:ext cx="2262967" cy="1596492"/>
            </a:xfrm>
            <a:prstGeom prst="rect">
              <a:avLst/>
            </a:prstGeom>
          </p:spPr>
        </p:pic>
        <p:sp>
          <p:nvSpPr>
            <p:cNvPr id="11" name="object 11"/>
            <p:cNvSpPr txBox="1"/>
            <p:nvPr/>
          </p:nvSpPr>
          <p:spPr>
            <a:xfrm>
              <a:off x="6980808" y="3123471"/>
              <a:ext cx="1550104" cy="597943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endParaRPr sz="1270">
                <a:latin typeface="Arial"/>
                <a:cs typeface="Arial"/>
              </a:endParaRPr>
            </a:p>
            <a:p>
              <a:pPr marL="11516" marR="4607">
                <a:spcBef>
                  <a:spcPts val="9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notcorrupt(rcvpkt)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270" spc="-32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FF0000"/>
                  </a:solidFill>
                  <a:latin typeface="Arial"/>
                  <a:cs typeface="Arial"/>
                </a:rPr>
                <a:t>isACK(rcvpkt,0)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90949" y="3746507"/>
              <a:ext cx="1481581" cy="24184"/>
            </a:xfrm>
            <a:custGeom>
              <a:avLst/>
              <a:gdLst/>
              <a:ahLst/>
              <a:cxnLst/>
              <a:rect l="l" t="t" r="r" b="b"/>
              <a:pathLst>
                <a:path w="1633854" h="26670">
                  <a:moveTo>
                    <a:pt x="1633727" y="26669"/>
                  </a:moveTo>
                  <a:lnTo>
                    <a:pt x="1633727" y="1523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1633727" y="266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5064715" y="2319166"/>
              <a:ext cx="1641659" cy="100715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48181" marR="4607" algn="ctr">
                <a:lnSpc>
                  <a:spcPct val="102099"/>
                </a:lnSpc>
                <a:spcBef>
                  <a:spcPts val="9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r>
                <a:rPr sz="1088" spc="-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for ACK</a:t>
              </a:r>
              <a:endParaRPr sz="1088">
                <a:latin typeface="Arial"/>
                <a:cs typeface="Arial"/>
              </a:endParaRPr>
            </a:p>
            <a:p>
              <a:pPr marL="1136665" algn="ctr">
                <a:lnSpc>
                  <a:spcPts val="1292"/>
                </a:lnSpc>
                <a:spcBef>
                  <a:spcPts val="27"/>
                </a:spcBef>
              </a:pPr>
              <a:r>
                <a:rPr sz="1088" spc="-45" dirty="0">
                  <a:solidFill>
                    <a:srgbClr val="163794"/>
                  </a:solidFill>
                  <a:latin typeface="Arial"/>
                  <a:cs typeface="Arial"/>
                </a:rPr>
                <a:t>0</a:t>
              </a:r>
              <a:endParaRPr sz="1088">
                <a:latin typeface="Arial"/>
                <a:cs typeface="Arial"/>
              </a:endParaRPr>
            </a:p>
            <a:p>
              <a:pPr marL="143955" marR="480232" indent="-133014">
                <a:lnSpc>
                  <a:spcPts val="1913"/>
                </a:lnSpc>
                <a:spcBef>
                  <a:spcPts val="41"/>
                </a:spcBef>
              </a:pPr>
              <a:r>
                <a:rPr sz="1587" dirty="0">
                  <a:solidFill>
                    <a:srgbClr val="9A0000"/>
                  </a:solidFill>
                  <a:latin typeface="Comic Sans MS"/>
                  <a:cs typeface="Comic Sans MS"/>
                </a:rPr>
                <a:t>sender</a:t>
              </a:r>
              <a:r>
                <a:rPr sz="1587" spc="-9" dirty="0">
                  <a:solidFill>
                    <a:srgbClr val="9A0000"/>
                  </a:solidFill>
                  <a:latin typeface="Comic Sans MS"/>
                  <a:cs typeface="Comic Sans MS"/>
                </a:rPr>
                <a:t> </a:t>
              </a:r>
              <a:r>
                <a:rPr sz="1587" spc="-23" dirty="0">
                  <a:solidFill>
                    <a:srgbClr val="9A0000"/>
                  </a:solidFill>
                  <a:latin typeface="Comic Sans MS"/>
                  <a:cs typeface="Comic Sans MS"/>
                </a:rPr>
                <a:t>FSM </a:t>
              </a:r>
              <a:r>
                <a:rPr sz="1587" spc="-9" dirty="0">
                  <a:solidFill>
                    <a:srgbClr val="9A0000"/>
                  </a:solidFill>
                  <a:latin typeface="Comic Sans MS"/>
                  <a:cs typeface="Comic Sans MS"/>
                </a:rPr>
                <a:t>fragment</a:t>
              </a:r>
              <a:endParaRPr sz="1587">
                <a:latin typeface="Comic Sans MS"/>
                <a:cs typeface="Comic Sans MS"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3779" y="3805931"/>
              <a:ext cx="2755555" cy="779051"/>
            </a:xfrm>
            <a:prstGeom prst="rect">
              <a:avLst/>
            </a:prstGeom>
          </p:spPr>
        </p:pic>
        <p:sp>
          <p:nvSpPr>
            <p:cNvPr id="15" name="object 15"/>
            <p:cNvSpPr txBox="1"/>
            <p:nvPr/>
          </p:nvSpPr>
          <p:spPr>
            <a:xfrm>
              <a:off x="4104940" y="3954721"/>
              <a:ext cx="504993" cy="512984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51248" marR="4607" indent="-40307" algn="just">
                <a:lnSpc>
                  <a:spcPct val="102099"/>
                </a:lnSpc>
                <a:spcBef>
                  <a:spcPts val="9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r>
                <a:rPr sz="1088" spc="-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for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0</a:t>
              </a:r>
              <a:r>
                <a:rPr sz="1088" spc="18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18" dirty="0">
                  <a:solidFill>
                    <a:srgbClr val="163794"/>
                  </a:solidFill>
                  <a:latin typeface="Arial"/>
                  <a:cs typeface="Arial"/>
                </a:rPr>
                <a:t>from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below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497193" y="5019295"/>
              <a:ext cx="1523040" cy="22457"/>
            </a:xfrm>
            <a:custGeom>
              <a:avLst/>
              <a:gdLst/>
              <a:ahLst/>
              <a:cxnLst/>
              <a:rect l="l" t="t" r="r" b="b"/>
              <a:pathLst>
                <a:path w="1679575" h="24764">
                  <a:moveTo>
                    <a:pt x="1679448" y="24384"/>
                  </a:moveTo>
                  <a:lnTo>
                    <a:pt x="1679448" y="0"/>
                  </a:lnTo>
                  <a:lnTo>
                    <a:pt x="0" y="0"/>
                  </a:lnTo>
                  <a:lnTo>
                    <a:pt x="0" y="24384"/>
                  </a:lnTo>
                  <a:lnTo>
                    <a:pt x="1679448" y="243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4444903" y="4595263"/>
              <a:ext cx="2655100" cy="1235553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27256" marR="4607" indent="-91555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r>
                <a:rPr sz="1270" spc="-32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270" spc="-41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notcorrupt(rcvpkt)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has_seq1(rcvpkt)</a:t>
              </a:r>
              <a:endParaRPr sz="1270">
                <a:latin typeface="Arial"/>
                <a:cs typeface="Arial"/>
              </a:endParaRPr>
            </a:p>
            <a:p>
              <a:pPr marL="11516" marR="1252980">
                <a:spcBef>
                  <a:spcPts val="439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extract(rcvpkt,data) deliver_data(data)</a:t>
              </a:r>
              <a:endParaRPr sz="1270">
                <a:latin typeface="Arial"/>
                <a:cs typeface="Arial"/>
              </a:endParaRPr>
            </a:p>
            <a:p>
              <a:pPr marL="11516" marR="97312">
                <a:spcBef>
                  <a:spcPts val="5"/>
                </a:spcBef>
              </a:pP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sndpkt = make_pkt(ACK1, </a:t>
              </a:r>
              <a:r>
                <a:rPr sz="1270" spc="-9" dirty="0">
                  <a:solidFill>
                    <a:srgbClr val="FF0000"/>
                  </a:solidFill>
                  <a:latin typeface="Arial"/>
                  <a:cs typeface="Arial"/>
                </a:rPr>
                <a:t>chksum)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udt_send(sndpkt)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146471" y="4208773"/>
              <a:ext cx="1530526" cy="23608"/>
            </a:xfrm>
            <a:custGeom>
              <a:avLst/>
              <a:gdLst/>
              <a:ahLst/>
              <a:cxnLst/>
              <a:rect l="l" t="t" r="r" b="b"/>
              <a:pathLst>
                <a:path w="1687830" h="26035">
                  <a:moveTo>
                    <a:pt x="1687830" y="25907"/>
                  </a:moveTo>
                  <a:lnTo>
                    <a:pt x="1687830" y="761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1687830" y="25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2143241" y="3575372"/>
              <a:ext cx="1544346" cy="597943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47409" marR="4607" indent="-136469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r>
                <a:rPr sz="1270" spc="-5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&amp;&amp;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(corrupt(rcvpkt)</a:t>
              </a:r>
              <a:r>
                <a:rPr sz="1270" spc="-5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|| </a:t>
              </a:r>
              <a:r>
                <a:rPr sz="1270" spc="-9" dirty="0">
                  <a:solidFill>
                    <a:srgbClr val="FF0000"/>
                  </a:solidFill>
                  <a:latin typeface="Arial"/>
                  <a:cs typeface="Arial"/>
                </a:rPr>
                <a:t>has_seq1(rcvpkt))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2135642" y="4261520"/>
              <a:ext cx="1271983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FF0000"/>
                  </a:solidFill>
                  <a:latin typeface="Arial"/>
                  <a:cs typeface="Arial"/>
                </a:rPr>
                <a:t>udt_send(sndpkt)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4797305" y="3956103"/>
              <a:ext cx="1309987" cy="493291"/>
            </a:xfrm>
            <a:prstGeom prst="rect">
              <a:avLst/>
            </a:prstGeom>
          </p:spPr>
          <p:txBody>
            <a:bodyPr vert="horz" wrap="square" lIns="0" tIns="10365" rIns="0" bIns="0" rtlCol="0">
              <a:spAutoFit/>
            </a:bodyPr>
            <a:lstStyle/>
            <a:p>
              <a:pPr marL="215932" marR="4607" indent="-204991">
                <a:lnSpc>
                  <a:spcPct val="100600"/>
                </a:lnSpc>
                <a:spcBef>
                  <a:spcPts val="82"/>
                </a:spcBef>
              </a:pPr>
              <a:r>
                <a:rPr sz="1587" dirty="0">
                  <a:solidFill>
                    <a:srgbClr val="9A0000"/>
                  </a:solidFill>
                  <a:latin typeface="Comic Sans MS"/>
                  <a:cs typeface="Comic Sans MS"/>
                </a:rPr>
                <a:t>receiver</a:t>
              </a:r>
              <a:r>
                <a:rPr sz="1587" spc="-9" dirty="0">
                  <a:solidFill>
                    <a:srgbClr val="9A0000"/>
                  </a:solidFill>
                  <a:latin typeface="Comic Sans MS"/>
                  <a:cs typeface="Comic Sans MS"/>
                </a:rPr>
                <a:t> </a:t>
              </a:r>
              <a:r>
                <a:rPr sz="1587" spc="-23" dirty="0">
                  <a:solidFill>
                    <a:srgbClr val="9A0000"/>
                  </a:solidFill>
                  <a:latin typeface="Comic Sans MS"/>
                  <a:cs typeface="Comic Sans MS"/>
                </a:rPr>
                <a:t>FSM </a:t>
              </a:r>
              <a:r>
                <a:rPr sz="1587" spc="-9" dirty="0">
                  <a:solidFill>
                    <a:srgbClr val="9A0000"/>
                  </a:solidFill>
                  <a:latin typeface="Comic Sans MS"/>
                  <a:cs typeface="Comic Sans MS"/>
                </a:rPr>
                <a:t>fragment</a:t>
              </a:r>
              <a:endParaRPr sz="1587" dirty="0">
                <a:latin typeface="Comic Sans MS"/>
                <a:cs typeface="Comic Sans M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602519" y="2580127"/>
              <a:ext cx="6271817" cy="2201930"/>
            </a:xfrm>
            <a:custGeom>
              <a:avLst/>
              <a:gdLst/>
              <a:ahLst/>
              <a:cxnLst/>
              <a:rect l="l" t="t" r="r" b="b"/>
              <a:pathLst>
                <a:path w="6916420" h="2428240">
                  <a:moveTo>
                    <a:pt x="10667" y="3047"/>
                  </a:moveTo>
                  <a:lnTo>
                    <a:pt x="3047" y="0"/>
                  </a:lnTo>
                  <a:lnTo>
                    <a:pt x="0" y="8382"/>
                  </a:lnTo>
                  <a:lnTo>
                    <a:pt x="7619" y="10668"/>
                  </a:lnTo>
                  <a:lnTo>
                    <a:pt x="10667" y="3047"/>
                  </a:lnTo>
                  <a:close/>
                </a:path>
                <a:path w="6916420" h="2428240">
                  <a:moveTo>
                    <a:pt x="26669" y="8381"/>
                  </a:moveTo>
                  <a:lnTo>
                    <a:pt x="18287" y="5333"/>
                  </a:lnTo>
                  <a:lnTo>
                    <a:pt x="16001" y="13716"/>
                  </a:lnTo>
                  <a:lnTo>
                    <a:pt x="23621" y="16002"/>
                  </a:lnTo>
                  <a:lnTo>
                    <a:pt x="26669" y="8381"/>
                  </a:lnTo>
                  <a:close/>
                </a:path>
                <a:path w="6916420" h="2428240">
                  <a:moveTo>
                    <a:pt x="41909" y="13715"/>
                  </a:moveTo>
                  <a:lnTo>
                    <a:pt x="34289" y="11429"/>
                  </a:lnTo>
                  <a:lnTo>
                    <a:pt x="31241" y="19049"/>
                  </a:lnTo>
                  <a:lnTo>
                    <a:pt x="39623" y="22097"/>
                  </a:lnTo>
                  <a:lnTo>
                    <a:pt x="41909" y="13715"/>
                  </a:lnTo>
                  <a:close/>
                </a:path>
                <a:path w="6916420" h="2428240">
                  <a:moveTo>
                    <a:pt x="57911" y="19811"/>
                  </a:moveTo>
                  <a:lnTo>
                    <a:pt x="50291" y="16763"/>
                  </a:lnTo>
                  <a:lnTo>
                    <a:pt x="47243" y="24383"/>
                  </a:lnTo>
                  <a:lnTo>
                    <a:pt x="54863" y="27431"/>
                  </a:lnTo>
                  <a:lnTo>
                    <a:pt x="57911" y="19811"/>
                  </a:lnTo>
                  <a:close/>
                </a:path>
                <a:path w="6916420" h="2428240">
                  <a:moveTo>
                    <a:pt x="73913" y="25145"/>
                  </a:moveTo>
                  <a:lnTo>
                    <a:pt x="65531" y="22097"/>
                  </a:lnTo>
                  <a:lnTo>
                    <a:pt x="63245" y="29717"/>
                  </a:lnTo>
                  <a:lnTo>
                    <a:pt x="70865" y="32765"/>
                  </a:lnTo>
                  <a:lnTo>
                    <a:pt x="73913" y="25145"/>
                  </a:lnTo>
                  <a:close/>
                </a:path>
                <a:path w="6916420" h="2428240">
                  <a:moveTo>
                    <a:pt x="89153" y="30479"/>
                  </a:moveTo>
                  <a:lnTo>
                    <a:pt x="81533" y="27431"/>
                  </a:lnTo>
                  <a:lnTo>
                    <a:pt x="78485" y="35813"/>
                  </a:lnTo>
                  <a:lnTo>
                    <a:pt x="86867" y="38099"/>
                  </a:lnTo>
                  <a:lnTo>
                    <a:pt x="89153" y="30479"/>
                  </a:lnTo>
                  <a:close/>
                </a:path>
                <a:path w="6916420" h="2428240">
                  <a:moveTo>
                    <a:pt x="105155" y="35813"/>
                  </a:moveTo>
                  <a:lnTo>
                    <a:pt x="97535" y="33527"/>
                  </a:lnTo>
                  <a:lnTo>
                    <a:pt x="94487" y="41148"/>
                  </a:lnTo>
                  <a:lnTo>
                    <a:pt x="102869" y="44195"/>
                  </a:lnTo>
                  <a:lnTo>
                    <a:pt x="105155" y="35813"/>
                  </a:lnTo>
                  <a:close/>
                </a:path>
                <a:path w="6916420" h="2428240">
                  <a:moveTo>
                    <a:pt x="121157" y="41148"/>
                  </a:moveTo>
                  <a:lnTo>
                    <a:pt x="112775" y="38861"/>
                  </a:lnTo>
                  <a:lnTo>
                    <a:pt x="110489" y="46481"/>
                  </a:lnTo>
                  <a:lnTo>
                    <a:pt x="118109" y="49529"/>
                  </a:lnTo>
                  <a:lnTo>
                    <a:pt x="121157" y="41148"/>
                  </a:lnTo>
                  <a:close/>
                </a:path>
                <a:path w="6916420" h="2428240">
                  <a:moveTo>
                    <a:pt x="137159" y="47243"/>
                  </a:moveTo>
                  <a:lnTo>
                    <a:pt x="128777" y="44195"/>
                  </a:lnTo>
                  <a:lnTo>
                    <a:pt x="126491" y="51815"/>
                  </a:lnTo>
                  <a:lnTo>
                    <a:pt x="134111" y="54863"/>
                  </a:lnTo>
                  <a:lnTo>
                    <a:pt x="137159" y="47243"/>
                  </a:lnTo>
                  <a:close/>
                </a:path>
                <a:path w="6916420" h="2428240">
                  <a:moveTo>
                    <a:pt x="152399" y="52577"/>
                  </a:moveTo>
                  <a:lnTo>
                    <a:pt x="144779" y="49529"/>
                  </a:lnTo>
                  <a:lnTo>
                    <a:pt x="141731" y="57911"/>
                  </a:lnTo>
                  <a:lnTo>
                    <a:pt x="150113" y="60197"/>
                  </a:lnTo>
                  <a:lnTo>
                    <a:pt x="152399" y="52577"/>
                  </a:lnTo>
                  <a:close/>
                </a:path>
                <a:path w="6916420" h="2428240">
                  <a:moveTo>
                    <a:pt x="168401" y="57911"/>
                  </a:moveTo>
                  <a:lnTo>
                    <a:pt x="160781" y="55625"/>
                  </a:lnTo>
                  <a:lnTo>
                    <a:pt x="157733" y="63245"/>
                  </a:lnTo>
                  <a:lnTo>
                    <a:pt x="165353" y="66293"/>
                  </a:lnTo>
                  <a:lnTo>
                    <a:pt x="168401" y="57911"/>
                  </a:lnTo>
                  <a:close/>
                </a:path>
                <a:path w="6916420" h="2428240">
                  <a:moveTo>
                    <a:pt x="184403" y="63245"/>
                  </a:moveTo>
                  <a:lnTo>
                    <a:pt x="176021" y="60959"/>
                  </a:lnTo>
                  <a:lnTo>
                    <a:pt x="173735" y="68580"/>
                  </a:lnTo>
                  <a:lnTo>
                    <a:pt x="181355" y="71627"/>
                  </a:lnTo>
                  <a:lnTo>
                    <a:pt x="184403" y="63245"/>
                  </a:lnTo>
                  <a:close/>
                </a:path>
                <a:path w="6916420" h="2428240">
                  <a:moveTo>
                    <a:pt x="199643" y="69341"/>
                  </a:moveTo>
                  <a:lnTo>
                    <a:pt x="192023" y="66293"/>
                  </a:lnTo>
                  <a:lnTo>
                    <a:pt x="188975" y="73913"/>
                  </a:lnTo>
                  <a:lnTo>
                    <a:pt x="197357" y="76961"/>
                  </a:lnTo>
                  <a:lnTo>
                    <a:pt x="199643" y="69341"/>
                  </a:lnTo>
                  <a:close/>
                </a:path>
                <a:path w="6916420" h="2428240">
                  <a:moveTo>
                    <a:pt x="215645" y="74675"/>
                  </a:moveTo>
                  <a:lnTo>
                    <a:pt x="208025" y="71627"/>
                  </a:lnTo>
                  <a:lnTo>
                    <a:pt x="204977" y="80009"/>
                  </a:lnTo>
                  <a:lnTo>
                    <a:pt x="212597" y="82296"/>
                  </a:lnTo>
                  <a:lnTo>
                    <a:pt x="215645" y="74675"/>
                  </a:lnTo>
                  <a:close/>
                </a:path>
                <a:path w="6916420" h="2428240">
                  <a:moveTo>
                    <a:pt x="231647" y="80009"/>
                  </a:moveTo>
                  <a:lnTo>
                    <a:pt x="223265" y="77723"/>
                  </a:lnTo>
                  <a:lnTo>
                    <a:pt x="220979" y="85343"/>
                  </a:lnTo>
                  <a:lnTo>
                    <a:pt x="228599" y="88391"/>
                  </a:lnTo>
                  <a:lnTo>
                    <a:pt x="231647" y="80009"/>
                  </a:lnTo>
                  <a:close/>
                </a:path>
                <a:path w="6916420" h="2428240">
                  <a:moveTo>
                    <a:pt x="246887" y="85343"/>
                  </a:moveTo>
                  <a:lnTo>
                    <a:pt x="239267" y="83057"/>
                  </a:lnTo>
                  <a:lnTo>
                    <a:pt x="236219" y="90677"/>
                  </a:lnTo>
                  <a:lnTo>
                    <a:pt x="244601" y="93725"/>
                  </a:lnTo>
                  <a:lnTo>
                    <a:pt x="246887" y="85343"/>
                  </a:lnTo>
                  <a:close/>
                </a:path>
                <a:path w="6916420" h="2428240">
                  <a:moveTo>
                    <a:pt x="262889" y="91439"/>
                  </a:moveTo>
                  <a:lnTo>
                    <a:pt x="255269" y="88391"/>
                  </a:lnTo>
                  <a:lnTo>
                    <a:pt x="252221" y="96012"/>
                  </a:lnTo>
                  <a:lnTo>
                    <a:pt x="259841" y="99059"/>
                  </a:lnTo>
                  <a:lnTo>
                    <a:pt x="262889" y="91439"/>
                  </a:lnTo>
                  <a:close/>
                </a:path>
                <a:path w="6916420" h="2428240">
                  <a:moveTo>
                    <a:pt x="278891" y="96773"/>
                  </a:moveTo>
                  <a:lnTo>
                    <a:pt x="270509" y="93725"/>
                  </a:lnTo>
                  <a:lnTo>
                    <a:pt x="268223" y="102107"/>
                  </a:lnTo>
                  <a:lnTo>
                    <a:pt x="275843" y="104393"/>
                  </a:lnTo>
                  <a:lnTo>
                    <a:pt x="278891" y="96773"/>
                  </a:lnTo>
                  <a:close/>
                </a:path>
                <a:path w="6916420" h="2428240">
                  <a:moveTo>
                    <a:pt x="294131" y="102107"/>
                  </a:moveTo>
                  <a:lnTo>
                    <a:pt x="286511" y="99821"/>
                  </a:lnTo>
                  <a:lnTo>
                    <a:pt x="283463" y="107441"/>
                  </a:lnTo>
                  <a:lnTo>
                    <a:pt x="291845" y="109727"/>
                  </a:lnTo>
                  <a:lnTo>
                    <a:pt x="294131" y="102107"/>
                  </a:lnTo>
                  <a:close/>
                </a:path>
                <a:path w="6916420" h="2428240">
                  <a:moveTo>
                    <a:pt x="310133" y="107441"/>
                  </a:moveTo>
                  <a:lnTo>
                    <a:pt x="302513" y="105155"/>
                  </a:lnTo>
                  <a:lnTo>
                    <a:pt x="299465" y="112775"/>
                  </a:lnTo>
                  <a:lnTo>
                    <a:pt x="307847" y="115823"/>
                  </a:lnTo>
                  <a:lnTo>
                    <a:pt x="310133" y="107441"/>
                  </a:lnTo>
                  <a:close/>
                </a:path>
                <a:path w="6916420" h="2428240">
                  <a:moveTo>
                    <a:pt x="326135" y="113537"/>
                  </a:moveTo>
                  <a:lnTo>
                    <a:pt x="317753" y="110489"/>
                  </a:lnTo>
                  <a:lnTo>
                    <a:pt x="315467" y="118109"/>
                  </a:lnTo>
                  <a:lnTo>
                    <a:pt x="323087" y="121157"/>
                  </a:lnTo>
                  <a:lnTo>
                    <a:pt x="326135" y="113537"/>
                  </a:lnTo>
                  <a:close/>
                </a:path>
                <a:path w="6916420" h="2428240">
                  <a:moveTo>
                    <a:pt x="342137" y="118871"/>
                  </a:moveTo>
                  <a:lnTo>
                    <a:pt x="333755" y="115823"/>
                  </a:lnTo>
                  <a:lnTo>
                    <a:pt x="331469" y="124205"/>
                  </a:lnTo>
                  <a:lnTo>
                    <a:pt x="339089" y="126491"/>
                  </a:lnTo>
                  <a:lnTo>
                    <a:pt x="342137" y="118871"/>
                  </a:lnTo>
                  <a:close/>
                </a:path>
                <a:path w="6916420" h="2428240">
                  <a:moveTo>
                    <a:pt x="357377" y="124205"/>
                  </a:moveTo>
                  <a:lnTo>
                    <a:pt x="349757" y="121157"/>
                  </a:lnTo>
                  <a:lnTo>
                    <a:pt x="346709" y="129539"/>
                  </a:lnTo>
                  <a:lnTo>
                    <a:pt x="355091" y="131826"/>
                  </a:lnTo>
                  <a:lnTo>
                    <a:pt x="357377" y="124205"/>
                  </a:lnTo>
                  <a:close/>
                </a:path>
                <a:path w="6916420" h="2428240">
                  <a:moveTo>
                    <a:pt x="373379" y="129539"/>
                  </a:moveTo>
                  <a:lnTo>
                    <a:pt x="365759" y="127253"/>
                  </a:lnTo>
                  <a:lnTo>
                    <a:pt x="362711" y="134873"/>
                  </a:lnTo>
                  <a:lnTo>
                    <a:pt x="370331" y="137921"/>
                  </a:lnTo>
                  <a:lnTo>
                    <a:pt x="373379" y="129539"/>
                  </a:lnTo>
                  <a:close/>
                </a:path>
                <a:path w="6916420" h="2428240">
                  <a:moveTo>
                    <a:pt x="389381" y="135635"/>
                  </a:moveTo>
                  <a:lnTo>
                    <a:pt x="380999" y="132587"/>
                  </a:lnTo>
                  <a:lnTo>
                    <a:pt x="378713" y="140207"/>
                  </a:lnTo>
                  <a:lnTo>
                    <a:pt x="386333" y="143255"/>
                  </a:lnTo>
                  <a:lnTo>
                    <a:pt x="389381" y="135635"/>
                  </a:lnTo>
                  <a:close/>
                </a:path>
                <a:path w="6916420" h="2428240">
                  <a:moveTo>
                    <a:pt x="404621" y="140969"/>
                  </a:moveTo>
                  <a:lnTo>
                    <a:pt x="397001" y="137921"/>
                  </a:lnTo>
                  <a:lnTo>
                    <a:pt x="393953" y="146303"/>
                  </a:lnTo>
                  <a:lnTo>
                    <a:pt x="402335" y="148589"/>
                  </a:lnTo>
                  <a:lnTo>
                    <a:pt x="404621" y="140969"/>
                  </a:lnTo>
                  <a:close/>
                </a:path>
                <a:path w="6916420" h="2428240">
                  <a:moveTo>
                    <a:pt x="420623" y="146303"/>
                  </a:moveTo>
                  <a:lnTo>
                    <a:pt x="413003" y="143255"/>
                  </a:lnTo>
                  <a:lnTo>
                    <a:pt x="409955" y="151637"/>
                  </a:lnTo>
                  <a:lnTo>
                    <a:pt x="417575" y="153923"/>
                  </a:lnTo>
                  <a:lnTo>
                    <a:pt x="420623" y="146303"/>
                  </a:lnTo>
                  <a:close/>
                </a:path>
                <a:path w="6916420" h="2428240">
                  <a:moveTo>
                    <a:pt x="436625" y="151637"/>
                  </a:moveTo>
                  <a:lnTo>
                    <a:pt x="428243" y="149351"/>
                  </a:lnTo>
                  <a:lnTo>
                    <a:pt x="425957" y="156971"/>
                  </a:lnTo>
                  <a:lnTo>
                    <a:pt x="433577" y="160019"/>
                  </a:lnTo>
                  <a:lnTo>
                    <a:pt x="436625" y="151637"/>
                  </a:lnTo>
                  <a:close/>
                </a:path>
                <a:path w="6916420" h="2428240">
                  <a:moveTo>
                    <a:pt x="451866" y="157733"/>
                  </a:moveTo>
                  <a:lnTo>
                    <a:pt x="444245" y="154685"/>
                  </a:lnTo>
                  <a:lnTo>
                    <a:pt x="441197" y="162305"/>
                  </a:lnTo>
                  <a:lnTo>
                    <a:pt x="449579" y="165353"/>
                  </a:lnTo>
                  <a:lnTo>
                    <a:pt x="451866" y="157733"/>
                  </a:lnTo>
                  <a:close/>
                </a:path>
                <a:path w="6916420" h="2428240">
                  <a:moveTo>
                    <a:pt x="467867" y="163067"/>
                  </a:moveTo>
                  <a:lnTo>
                    <a:pt x="460247" y="160019"/>
                  </a:lnTo>
                  <a:lnTo>
                    <a:pt x="457199" y="168401"/>
                  </a:lnTo>
                  <a:lnTo>
                    <a:pt x="464819" y="170687"/>
                  </a:lnTo>
                  <a:lnTo>
                    <a:pt x="467867" y="163067"/>
                  </a:lnTo>
                  <a:close/>
                </a:path>
                <a:path w="6916420" h="2428240">
                  <a:moveTo>
                    <a:pt x="483869" y="168401"/>
                  </a:moveTo>
                  <a:lnTo>
                    <a:pt x="475488" y="165353"/>
                  </a:lnTo>
                  <a:lnTo>
                    <a:pt x="473202" y="173735"/>
                  </a:lnTo>
                  <a:lnTo>
                    <a:pt x="480821" y="176021"/>
                  </a:lnTo>
                  <a:lnTo>
                    <a:pt x="483869" y="168401"/>
                  </a:lnTo>
                  <a:close/>
                </a:path>
                <a:path w="6916420" h="2428240">
                  <a:moveTo>
                    <a:pt x="499109" y="173735"/>
                  </a:moveTo>
                  <a:lnTo>
                    <a:pt x="491489" y="171449"/>
                  </a:lnTo>
                  <a:lnTo>
                    <a:pt x="489203" y="179069"/>
                  </a:lnTo>
                  <a:lnTo>
                    <a:pt x="496823" y="182117"/>
                  </a:lnTo>
                  <a:lnTo>
                    <a:pt x="499109" y="173735"/>
                  </a:lnTo>
                  <a:close/>
                </a:path>
                <a:path w="6916420" h="2428240">
                  <a:moveTo>
                    <a:pt x="515111" y="179831"/>
                  </a:moveTo>
                  <a:lnTo>
                    <a:pt x="507491" y="176783"/>
                  </a:lnTo>
                  <a:lnTo>
                    <a:pt x="504443" y="184403"/>
                  </a:lnTo>
                  <a:lnTo>
                    <a:pt x="512825" y="187451"/>
                  </a:lnTo>
                  <a:lnTo>
                    <a:pt x="515111" y="179831"/>
                  </a:lnTo>
                  <a:close/>
                </a:path>
                <a:path w="6916420" h="2428240">
                  <a:moveTo>
                    <a:pt x="531113" y="185165"/>
                  </a:moveTo>
                  <a:lnTo>
                    <a:pt x="523493" y="182117"/>
                  </a:lnTo>
                  <a:lnTo>
                    <a:pt x="520445" y="189737"/>
                  </a:lnTo>
                  <a:lnTo>
                    <a:pt x="528066" y="192785"/>
                  </a:lnTo>
                  <a:lnTo>
                    <a:pt x="531113" y="185165"/>
                  </a:lnTo>
                  <a:close/>
                </a:path>
                <a:path w="6916420" h="2428240">
                  <a:moveTo>
                    <a:pt x="547116" y="190499"/>
                  </a:moveTo>
                  <a:lnTo>
                    <a:pt x="538733" y="187451"/>
                  </a:lnTo>
                  <a:lnTo>
                    <a:pt x="536447" y="195833"/>
                  </a:lnTo>
                  <a:lnTo>
                    <a:pt x="544068" y="198119"/>
                  </a:lnTo>
                  <a:lnTo>
                    <a:pt x="547116" y="190499"/>
                  </a:lnTo>
                  <a:close/>
                </a:path>
                <a:path w="6916420" h="2428240">
                  <a:moveTo>
                    <a:pt x="562355" y="195833"/>
                  </a:moveTo>
                  <a:lnTo>
                    <a:pt x="554735" y="193547"/>
                  </a:lnTo>
                  <a:lnTo>
                    <a:pt x="551688" y="201167"/>
                  </a:lnTo>
                  <a:lnTo>
                    <a:pt x="560069" y="204215"/>
                  </a:lnTo>
                  <a:lnTo>
                    <a:pt x="562355" y="195833"/>
                  </a:lnTo>
                  <a:close/>
                </a:path>
                <a:path w="6916420" h="2428240">
                  <a:moveTo>
                    <a:pt x="578357" y="201167"/>
                  </a:moveTo>
                  <a:lnTo>
                    <a:pt x="570738" y="198881"/>
                  </a:lnTo>
                  <a:lnTo>
                    <a:pt x="567690" y="206501"/>
                  </a:lnTo>
                  <a:lnTo>
                    <a:pt x="575310" y="209549"/>
                  </a:lnTo>
                  <a:lnTo>
                    <a:pt x="578357" y="201167"/>
                  </a:lnTo>
                  <a:close/>
                </a:path>
                <a:path w="6916420" h="2428240">
                  <a:moveTo>
                    <a:pt x="594360" y="207263"/>
                  </a:moveTo>
                  <a:lnTo>
                    <a:pt x="585977" y="204215"/>
                  </a:lnTo>
                  <a:lnTo>
                    <a:pt x="583691" y="211835"/>
                  </a:lnTo>
                  <a:lnTo>
                    <a:pt x="591311" y="214883"/>
                  </a:lnTo>
                  <a:lnTo>
                    <a:pt x="594360" y="207263"/>
                  </a:lnTo>
                  <a:close/>
                </a:path>
                <a:path w="6916420" h="2428240">
                  <a:moveTo>
                    <a:pt x="609599" y="212597"/>
                  </a:moveTo>
                  <a:lnTo>
                    <a:pt x="601979" y="209549"/>
                  </a:lnTo>
                  <a:lnTo>
                    <a:pt x="598932" y="217931"/>
                  </a:lnTo>
                  <a:lnTo>
                    <a:pt x="607313" y="220217"/>
                  </a:lnTo>
                  <a:lnTo>
                    <a:pt x="609599" y="212597"/>
                  </a:lnTo>
                  <a:close/>
                </a:path>
                <a:path w="6916420" h="2428240">
                  <a:moveTo>
                    <a:pt x="625602" y="217931"/>
                  </a:moveTo>
                  <a:lnTo>
                    <a:pt x="617982" y="215645"/>
                  </a:lnTo>
                  <a:lnTo>
                    <a:pt x="614933" y="223265"/>
                  </a:lnTo>
                  <a:lnTo>
                    <a:pt x="622554" y="226313"/>
                  </a:lnTo>
                  <a:lnTo>
                    <a:pt x="625602" y="217931"/>
                  </a:lnTo>
                  <a:close/>
                </a:path>
                <a:path w="6916420" h="2428240">
                  <a:moveTo>
                    <a:pt x="641604" y="223265"/>
                  </a:moveTo>
                  <a:lnTo>
                    <a:pt x="633221" y="220979"/>
                  </a:lnTo>
                  <a:lnTo>
                    <a:pt x="630935" y="228599"/>
                  </a:lnTo>
                  <a:lnTo>
                    <a:pt x="638555" y="231647"/>
                  </a:lnTo>
                  <a:lnTo>
                    <a:pt x="641604" y="223265"/>
                  </a:lnTo>
                  <a:close/>
                </a:path>
                <a:path w="6916420" h="2428240">
                  <a:moveTo>
                    <a:pt x="656843" y="229361"/>
                  </a:moveTo>
                  <a:lnTo>
                    <a:pt x="649224" y="226313"/>
                  </a:lnTo>
                  <a:lnTo>
                    <a:pt x="646176" y="233933"/>
                  </a:lnTo>
                  <a:lnTo>
                    <a:pt x="654557" y="236981"/>
                  </a:lnTo>
                  <a:lnTo>
                    <a:pt x="656843" y="229361"/>
                  </a:lnTo>
                  <a:close/>
                </a:path>
                <a:path w="6916420" h="2428240">
                  <a:moveTo>
                    <a:pt x="672846" y="234695"/>
                  </a:moveTo>
                  <a:lnTo>
                    <a:pt x="665226" y="231647"/>
                  </a:lnTo>
                  <a:lnTo>
                    <a:pt x="662177" y="240029"/>
                  </a:lnTo>
                  <a:lnTo>
                    <a:pt x="669797" y="242315"/>
                  </a:lnTo>
                  <a:lnTo>
                    <a:pt x="672846" y="234695"/>
                  </a:lnTo>
                  <a:close/>
                </a:path>
                <a:path w="6916420" h="2428240">
                  <a:moveTo>
                    <a:pt x="688847" y="240029"/>
                  </a:moveTo>
                  <a:lnTo>
                    <a:pt x="680466" y="237743"/>
                  </a:lnTo>
                  <a:lnTo>
                    <a:pt x="678179" y="245363"/>
                  </a:lnTo>
                  <a:lnTo>
                    <a:pt x="685799" y="248411"/>
                  </a:lnTo>
                  <a:lnTo>
                    <a:pt x="688847" y="240029"/>
                  </a:lnTo>
                  <a:close/>
                </a:path>
                <a:path w="6916420" h="2428240">
                  <a:moveTo>
                    <a:pt x="704088" y="245363"/>
                  </a:moveTo>
                  <a:lnTo>
                    <a:pt x="696468" y="243077"/>
                  </a:lnTo>
                  <a:lnTo>
                    <a:pt x="694182" y="250697"/>
                  </a:lnTo>
                  <a:lnTo>
                    <a:pt x="701802" y="253745"/>
                  </a:lnTo>
                  <a:lnTo>
                    <a:pt x="704088" y="245363"/>
                  </a:lnTo>
                  <a:close/>
                </a:path>
                <a:path w="6916420" h="2428240">
                  <a:moveTo>
                    <a:pt x="720090" y="251459"/>
                  </a:moveTo>
                  <a:lnTo>
                    <a:pt x="712469" y="248411"/>
                  </a:lnTo>
                  <a:lnTo>
                    <a:pt x="709421" y="256031"/>
                  </a:lnTo>
                  <a:lnTo>
                    <a:pt x="717804" y="259079"/>
                  </a:lnTo>
                  <a:lnTo>
                    <a:pt x="720090" y="251459"/>
                  </a:lnTo>
                  <a:close/>
                </a:path>
                <a:path w="6916420" h="2428240">
                  <a:moveTo>
                    <a:pt x="736091" y="256793"/>
                  </a:moveTo>
                  <a:lnTo>
                    <a:pt x="728471" y="253745"/>
                  </a:lnTo>
                  <a:lnTo>
                    <a:pt x="725424" y="262127"/>
                  </a:lnTo>
                  <a:lnTo>
                    <a:pt x="733043" y="264413"/>
                  </a:lnTo>
                  <a:lnTo>
                    <a:pt x="736091" y="256793"/>
                  </a:lnTo>
                  <a:close/>
                </a:path>
                <a:path w="6916420" h="2428240">
                  <a:moveTo>
                    <a:pt x="752093" y="262127"/>
                  </a:moveTo>
                  <a:lnTo>
                    <a:pt x="743711" y="259841"/>
                  </a:lnTo>
                  <a:lnTo>
                    <a:pt x="741426" y="267461"/>
                  </a:lnTo>
                  <a:lnTo>
                    <a:pt x="749046" y="270509"/>
                  </a:lnTo>
                  <a:lnTo>
                    <a:pt x="752093" y="262127"/>
                  </a:lnTo>
                  <a:close/>
                </a:path>
                <a:path w="6916420" h="2428240">
                  <a:moveTo>
                    <a:pt x="767333" y="267461"/>
                  </a:moveTo>
                  <a:lnTo>
                    <a:pt x="759713" y="265175"/>
                  </a:lnTo>
                  <a:lnTo>
                    <a:pt x="756666" y="272795"/>
                  </a:lnTo>
                  <a:lnTo>
                    <a:pt x="765047" y="275843"/>
                  </a:lnTo>
                  <a:lnTo>
                    <a:pt x="767333" y="267461"/>
                  </a:lnTo>
                  <a:close/>
                </a:path>
                <a:path w="6916420" h="2428240">
                  <a:moveTo>
                    <a:pt x="783335" y="273557"/>
                  </a:moveTo>
                  <a:lnTo>
                    <a:pt x="775716" y="270509"/>
                  </a:lnTo>
                  <a:lnTo>
                    <a:pt x="772668" y="278129"/>
                  </a:lnTo>
                  <a:lnTo>
                    <a:pt x="780288" y="281177"/>
                  </a:lnTo>
                  <a:lnTo>
                    <a:pt x="783335" y="273557"/>
                  </a:lnTo>
                  <a:close/>
                </a:path>
                <a:path w="6916420" h="2428240">
                  <a:moveTo>
                    <a:pt x="799338" y="278891"/>
                  </a:moveTo>
                  <a:lnTo>
                    <a:pt x="790955" y="275843"/>
                  </a:lnTo>
                  <a:lnTo>
                    <a:pt x="788669" y="284225"/>
                  </a:lnTo>
                  <a:lnTo>
                    <a:pt x="796290" y="286511"/>
                  </a:lnTo>
                  <a:lnTo>
                    <a:pt x="799338" y="278891"/>
                  </a:lnTo>
                  <a:close/>
                </a:path>
                <a:path w="6916420" h="2428240">
                  <a:moveTo>
                    <a:pt x="814577" y="284225"/>
                  </a:moveTo>
                  <a:lnTo>
                    <a:pt x="806957" y="281939"/>
                  </a:lnTo>
                  <a:lnTo>
                    <a:pt x="803910" y="289559"/>
                  </a:lnTo>
                  <a:lnTo>
                    <a:pt x="812291" y="291845"/>
                  </a:lnTo>
                  <a:lnTo>
                    <a:pt x="814577" y="284225"/>
                  </a:lnTo>
                  <a:close/>
                </a:path>
                <a:path w="6916420" h="2428240">
                  <a:moveTo>
                    <a:pt x="830579" y="289559"/>
                  </a:moveTo>
                  <a:lnTo>
                    <a:pt x="822960" y="287273"/>
                  </a:lnTo>
                  <a:lnTo>
                    <a:pt x="819911" y="294893"/>
                  </a:lnTo>
                  <a:lnTo>
                    <a:pt x="827532" y="297941"/>
                  </a:lnTo>
                  <a:lnTo>
                    <a:pt x="830579" y="289559"/>
                  </a:lnTo>
                  <a:close/>
                </a:path>
                <a:path w="6916420" h="2428240">
                  <a:moveTo>
                    <a:pt x="846582" y="295655"/>
                  </a:moveTo>
                  <a:lnTo>
                    <a:pt x="838200" y="292607"/>
                  </a:lnTo>
                  <a:lnTo>
                    <a:pt x="835913" y="300227"/>
                  </a:lnTo>
                  <a:lnTo>
                    <a:pt x="843534" y="303275"/>
                  </a:lnTo>
                  <a:lnTo>
                    <a:pt x="846582" y="295655"/>
                  </a:lnTo>
                  <a:close/>
                </a:path>
                <a:path w="6916420" h="2428240">
                  <a:moveTo>
                    <a:pt x="861822" y="300989"/>
                  </a:moveTo>
                  <a:lnTo>
                    <a:pt x="854201" y="297941"/>
                  </a:lnTo>
                  <a:lnTo>
                    <a:pt x="851154" y="306323"/>
                  </a:lnTo>
                  <a:lnTo>
                    <a:pt x="859535" y="308609"/>
                  </a:lnTo>
                  <a:lnTo>
                    <a:pt x="861822" y="300989"/>
                  </a:lnTo>
                  <a:close/>
                </a:path>
                <a:path w="6916420" h="2428240">
                  <a:moveTo>
                    <a:pt x="877823" y="306323"/>
                  </a:moveTo>
                  <a:lnTo>
                    <a:pt x="870204" y="303275"/>
                  </a:lnTo>
                  <a:lnTo>
                    <a:pt x="867156" y="311657"/>
                  </a:lnTo>
                  <a:lnTo>
                    <a:pt x="874776" y="313943"/>
                  </a:lnTo>
                  <a:lnTo>
                    <a:pt x="877823" y="306323"/>
                  </a:lnTo>
                  <a:close/>
                </a:path>
                <a:path w="6916420" h="2428240">
                  <a:moveTo>
                    <a:pt x="893826" y="311657"/>
                  </a:moveTo>
                  <a:lnTo>
                    <a:pt x="885444" y="309371"/>
                  </a:lnTo>
                  <a:lnTo>
                    <a:pt x="883157" y="316991"/>
                  </a:lnTo>
                  <a:lnTo>
                    <a:pt x="890778" y="320039"/>
                  </a:lnTo>
                  <a:lnTo>
                    <a:pt x="893826" y="311657"/>
                  </a:lnTo>
                  <a:close/>
                </a:path>
                <a:path w="6916420" h="2428240">
                  <a:moveTo>
                    <a:pt x="909066" y="317753"/>
                  </a:moveTo>
                  <a:lnTo>
                    <a:pt x="901445" y="314705"/>
                  </a:lnTo>
                  <a:lnTo>
                    <a:pt x="899160" y="322325"/>
                  </a:lnTo>
                  <a:lnTo>
                    <a:pt x="906779" y="325373"/>
                  </a:lnTo>
                  <a:lnTo>
                    <a:pt x="909066" y="317753"/>
                  </a:lnTo>
                  <a:close/>
                </a:path>
                <a:path w="6916420" h="2428240">
                  <a:moveTo>
                    <a:pt x="925067" y="323088"/>
                  </a:moveTo>
                  <a:lnTo>
                    <a:pt x="917447" y="320039"/>
                  </a:lnTo>
                  <a:lnTo>
                    <a:pt x="914400" y="328421"/>
                  </a:lnTo>
                  <a:lnTo>
                    <a:pt x="922782" y="330707"/>
                  </a:lnTo>
                  <a:lnTo>
                    <a:pt x="925067" y="323088"/>
                  </a:lnTo>
                  <a:close/>
                </a:path>
                <a:path w="6916420" h="2428240">
                  <a:moveTo>
                    <a:pt x="941069" y="328421"/>
                  </a:moveTo>
                  <a:lnTo>
                    <a:pt x="933450" y="325373"/>
                  </a:lnTo>
                  <a:lnTo>
                    <a:pt x="930401" y="333755"/>
                  </a:lnTo>
                  <a:lnTo>
                    <a:pt x="938022" y="336041"/>
                  </a:lnTo>
                  <a:lnTo>
                    <a:pt x="941069" y="328421"/>
                  </a:lnTo>
                  <a:close/>
                </a:path>
                <a:path w="6916420" h="2428240">
                  <a:moveTo>
                    <a:pt x="957072" y="333755"/>
                  </a:moveTo>
                  <a:lnTo>
                    <a:pt x="948689" y="331470"/>
                  </a:lnTo>
                  <a:lnTo>
                    <a:pt x="946404" y="339089"/>
                  </a:lnTo>
                  <a:lnTo>
                    <a:pt x="954023" y="342138"/>
                  </a:lnTo>
                  <a:lnTo>
                    <a:pt x="957072" y="333755"/>
                  </a:lnTo>
                  <a:close/>
                </a:path>
                <a:path w="6916420" h="2428240">
                  <a:moveTo>
                    <a:pt x="972311" y="339852"/>
                  </a:moveTo>
                  <a:lnTo>
                    <a:pt x="964691" y="336803"/>
                  </a:lnTo>
                  <a:lnTo>
                    <a:pt x="961644" y="344423"/>
                  </a:lnTo>
                  <a:lnTo>
                    <a:pt x="970026" y="347471"/>
                  </a:lnTo>
                  <a:lnTo>
                    <a:pt x="972311" y="339852"/>
                  </a:lnTo>
                  <a:close/>
                </a:path>
                <a:path w="6916420" h="2428240">
                  <a:moveTo>
                    <a:pt x="988313" y="345185"/>
                  </a:moveTo>
                  <a:lnTo>
                    <a:pt x="980694" y="342138"/>
                  </a:lnTo>
                  <a:lnTo>
                    <a:pt x="977645" y="350520"/>
                  </a:lnTo>
                  <a:lnTo>
                    <a:pt x="985266" y="352805"/>
                  </a:lnTo>
                  <a:lnTo>
                    <a:pt x="988313" y="345185"/>
                  </a:lnTo>
                  <a:close/>
                </a:path>
                <a:path w="6916420" h="2428240">
                  <a:moveTo>
                    <a:pt x="1004316" y="350520"/>
                  </a:moveTo>
                  <a:lnTo>
                    <a:pt x="995934" y="347471"/>
                  </a:lnTo>
                  <a:lnTo>
                    <a:pt x="993647" y="355853"/>
                  </a:lnTo>
                  <a:lnTo>
                    <a:pt x="1001267" y="358139"/>
                  </a:lnTo>
                  <a:lnTo>
                    <a:pt x="1004316" y="350520"/>
                  </a:lnTo>
                  <a:close/>
                </a:path>
                <a:path w="6916420" h="2428240">
                  <a:moveTo>
                    <a:pt x="1019556" y="355853"/>
                  </a:moveTo>
                  <a:lnTo>
                    <a:pt x="1011935" y="353567"/>
                  </a:lnTo>
                  <a:lnTo>
                    <a:pt x="1008888" y="361188"/>
                  </a:lnTo>
                  <a:lnTo>
                    <a:pt x="1017269" y="364235"/>
                  </a:lnTo>
                  <a:lnTo>
                    <a:pt x="1019556" y="355853"/>
                  </a:lnTo>
                  <a:close/>
                </a:path>
                <a:path w="6916420" h="2428240">
                  <a:moveTo>
                    <a:pt x="1035557" y="361949"/>
                  </a:moveTo>
                  <a:lnTo>
                    <a:pt x="1027938" y="358902"/>
                  </a:lnTo>
                  <a:lnTo>
                    <a:pt x="1024889" y="366521"/>
                  </a:lnTo>
                  <a:lnTo>
                    <a:pt x="1032510" y="369570"/>
                  </a:lnTo>
                  <a:lnTo>
                    <a:pt x="1035557" y="361949"/>
                  </a:lnTo>
                  <a:close/>
                </a:path>
                <a:path w="6916420" h="2428240">
                  <a:moveTo>
                    <a:pt x="1051560" y="367284"/>
                  </a:moveTo>
                  <a:lnTo>
                    <a:pt x="1043178" y="364235"/>
                  </a:lnTo>
                  <a:lnTo>
                    <a:pt x="1040891" y="371855"/>
                  </a:lnTo>
                  <a:lnTo>
                    <a:pt x="1048511" y="374903"/>
                  </a:lnTo>
                  <a:lnTo>
                    <a:pt x="1051560" y="367284"/>
                  </a:lnTo>
                  <a:close/>
                </a:path>
                <a:path w="6916420" h="2428240">
                  <a:moveTo>
                    <a:pt x="1066800" y="372617"/>
                  </a:moveTo>
                  <a:lnTo>
                    <a:pt x="1059180" y="369570"/>
                  </a:lnTo>
                  <a:lnTo>
                    <a:pt x="1056132" y="377952"/>
                  </a:lnTo>
                  <a:lnTo>
                    <a:pt x="1064514" y="380238"/>
                  </a:lnTo>
                  <a:lnTo>
                    <a:pt x="1066800" y="372617"/>
                  </a:lnTo>
                  <a:close/>
                </a:path>
                <a:path w="6916420" h="2428240">
                  <a:moveTo>
                    <a:pt x="1082802" y="377952"/>
                  </a:moveTo>
                  <a:lnTo>
                    <a:pt x="1075182" y="375665"/>
                  </a:lnTo>
                  <a:lnTo>
                    <a:pt x="1072134" y="383285"/>
                  </a:lnTo>
                  <a:lnTo>
                    <a:pt x="1079754" y="386334"/>
                  </a:lnTo>
                  <a:lnTo>
                    <a:pt x="1082802" y="377952"/>
                  </a:lnTo>
                  <a:close/>
                </a:path>
                <a:path w="6916420" h="2428240">
                  <a:moveTo>
                    <a:pt x="1098804" y="383285"/>
                  </a:moveTo>
                  <a:lnTo>
                    <a:pt x="1090422" y="380999"/>
                  </a:lnTo>
                  <a:lnTo>
                    <a:pt x="1088136" y="388620"/>
                  </a:lnTo>
                  <a:lnTo>
                    <a:pt x="1095756" y="391667"/>
                  </a:lnTo>
                  <a:lnTo>
                    <a:pt x="1098804" y="383285"/>
                  </a:lnTo>
                  <a:close/>
                </a:path>
                <a:path w="6916420" h="2428240">
                  <a:moveTo>
                    <a:pt x="1114044" y="389381"/>
                  </a:moveTo>
                  <a:lnTo>
                    <a:pt x="1106423" y="386334"/>
                  </a:lnTo>
                  <a:lnTo>
                    <a:pt x="1104138" y="393953"/>
                  </a:lnTo>
                  <a:lnTo>
                    <a:pt x="1111758" y="397001"/>
                  </a:lnTo>
                  <a:lnTo>
                    <a:pt x="1114044" y="389381"/>
                  </a:lnTo>
                  <a:close/>
                </a:path>
                <a:path w="6916420" h="2428240">
                  <a:moveTo>
                    <a:pt x="1130045" y="394715"/>
                  </a:moveTo>
                  <a:lnTo>
                    <a:pt x="1122426" y="391667"/>
                  </a:lnTo>
                  <a:lnTo>
                    <a:pt x="1119378" y="400049"/>
                  </a:lnTo>
                  <a:lnTo>
                    <a:pt x="1127760" y="402335"/>
                  </a:lnTo>
                  <a:lnTo>
                    <a:pt x="1130045" y="394715"/>
                  </a:lnTo>
                  <a:close/>
                </a:path>
                <a:path w="6916420" h="2428240">
                  <a:moveTo>
                    <a:pt x="1146048" y="400049"/>
                  </a:moveTo>
                  <a:lnTo>
                    <a:pt x="1138428" y="397763"/>
                  </a:lnTo>
                  <a:lnTo>
                    <a:pt x="1135380" y="405383"/>
                  </a:lnTo>
                  <a:lnTo>
                    <a:pt x="1143000" y="408431"/>
                  </a:lnTo>
                  <a:lnTo>
                    <a:pt x="1146048" y="400049"/>
                  </a:lnTo>
                  <a:close/>
                </a:path>
                <a:path w="6916420" h="2428240">
                  <a:moveTo>
                    <a:pt x="1162050" y="405383"/>
                  </a:moveTo>
                  <a:lnTo>
                    <a:pt x="1153667" y="403097"/>
                  </a:lnTo>
                  <a:lnTo>
                    <a:pt x="1151382" y="410717"/>
                  </a:lnTo>
                  <a:lnTo>
                    <a:pt x="1159002" y="413765"/>
                  </a:lnTo>
                  <a:lnTo>
                    <a:pt x="1162050" y="405383"/>
                  </a:lnTo>
                  <a:close/>
                </a:path>
                <a:path w="6916420" h="2428240">
                  <a:moveTo>
                    <a:pt x="1177289" y="411479"/>
                  </a:moveTo>
                  <a:lnTo>
                    <a:pt x="1169670" y="408431"/>
                  </a:lnTo>
                  <a:lnTo>
                    <a:pt x="1166622" y="416051"/>
                  </a:lnTo>
                  <a:lnTo>
                    <a:pt x="1175004" y="419099"/>
                  </a:lnTo>
                  <a:lnTo>
                    <a:pt x="1177289" y="411479"/>
                  </a:lnTo>
                  <a:close/>
                </a:path>
                <a:path w="6916420" h="2428240">
                  <a:moveTo>
                    <a:pt x="1193292" y="416813"/>
                  </a:moveTo>
                  <a:lnTo>
                    <a:pt x="1185672" y="413765"/>
                  </a:lnTo>
                  <a:lnTo>
                    <a:pt x="1182623" y="422147"/>
                  </a:lnTo>
                  <a:lnTo>
                    <a:pt x="1190244" y="424433"/>
                  </a:lnTo>
                  <a:lnTo>
                    <a:pt x="1193292" y="416813"/>
                  </a:lnTo>
                  <a:close/>
                </a:path>
                <a:path w="6916420" h="2428240">
                  <a:moveTo>
                    <a:pt x="1209294" y="422147"/>
                  </a:moveTo>
                  <a:lnTo>
                    <a:pt x="1200911" y="419861"/>
                  </a:lnTo>
                  <a:lnTo>
                    <a:pt x="1198626" y="427481"/>
                  </a:lnTo>
                  <a:lnTo>
                    <a:pt x="1206245" y="430529"/>
                  </a:lnTo>
                  <a:lnTo>
                    <a:pt x="1209294" y="422147"/>
                  </a:lnTo>
                  <a:close/>
                </a:path>
                <a:path w="6916420" h="2428240">
                  <a:moveTo>
                    <a:pt x="1224534" y="427481"/>
                  </a:moveTo>
                  <a:lnTo>
                    <a:pt x="1216914" y="425195"/>
                  </a:lnTo>
                  <a:lnTo>
                    <a:pt x="1213866" y="432815"/>
                  </a:lnTo>
                  <a:lnTo>
                    <a:pt x="1222248" y="435863"/>
                  </a:lnTo>
                  <a:lnTo>
                    <a:pt x="1224534" y="427481"/>
                  </a:lnTo>
                  <a:close/>
                </a:path>
                <a:path w="6916420" h="2428240">
                  <a:moveTo>
                    <a:pt x="1240536" y="433577"/>
                  </a:moveTo>
                  <a:lnTo>
                    <a:pt x="1232916" y="430529"/>
                  </a:lnTo>
                  <a:lnTo>
                    <a:pt x="1229867" y="438149"/>
                  </a:lnTo>
                  <a:lnTo>
                    <a:pt x="1237488" y="441197"/>
                  </a:lnTo>
                  <a:lnTo>
                    <a:pt x="1240536" y="433577"/>
                  </a:lnTo>
                  <a:close/>
                </a:path>
                <a:path w="6916420" h="2428240">
                  <a:moveTo>
                    <a:pt x="1256538" y="438911"/>
                  </a:moveTo>
                  <a:lnTo>
                    <a:pt x="1248156" y="435863"/>
                  </a:lnTo>
                  <a:lnTo>
                    <a:pt x="1245870" y="444245"/>
                  </a:lnTo>
                  <a:lnTo>
                    <a:pt x="1253489" y="446531"/>
                  </a:lnTo>
                  <a:lnTo>
                    <a:pt x="1256538" y="438911"/>
                  </a:lnTo>
                  <a:close/>
                </a:path>
                <a:path w="6916420" h="2428240">
                  <a:moveTo>
                    <a:pt x="1271778" y="444245"/>
                  </a:moveTo>
                  <a:lnTo>
                    <a:pt x="1264158" y="441959"/>
                  </a:lnTo>
                  <a:lnTo>
                    <a:pt x="1261110" y="449579"/>
                  </a:lnTo>
                  <a:lnTo>
                    <a:pt x="1269492" y="452627"/>
                  </a:lnTo>
                  <a:lnTo>
                    <a:pt x="1271778" y="444245"/>
                  </a:lnTo>
                  <a:close/>
                </a:path>
                <a:path w="6916420" h="2428240">
                  <a:moveTo>
                    <a:pt x="1287780" y="449579"/>
                  </a:moveTo>
                  <a:lnTo>
                    <a:pt x="1280160" y="447293"/>
                  </a:lnTo>
                  <a:lnTo>
                    <a:pt x="1277111" y="454913"/>
                  </a:lnTo>
                  <a:lnTo>
                    <a:pt x="1285494" y="457961"/>
                  </a:lnTo>
                  <a:lnTo>
                    <a:pt x="1287780" y="449579"/>
                  </a:lnTo>
                  <a:close/>
                </a:path>
                <a:path w="6916420" h="2428240">
                  <a:moveTo>
                    <a:pt x="1303782" y="455675"/>
                  </a:moveTo>
                  <a:lnTo>
                    <a:pt x="1295400" y="452627"/>
                  </a:lnTo>
                  <a:lnTo>
                    <a:pt x="1293114" y="460247"/>
                  </a:lnTo>
                  <a:lnTo>
                    <a:pt x="1300734" y="463295"/>
                  </a:lnTo>
                  <a:lnTo>
                    <a:pt x="1303782" y="455675"/>
                  </a:lnTo>
                  <a:close/>
                </a:path>
                <a:path w="6916420" h="2428240">
                  <a:moveTo>
                    <a:pt x="1319784" y="461009"/>
                  </a:moveTo>
                  <a:lnTo>
                    <a:pt x="1311402" y="457961"/>
                  </a:lnTo>
                  <a:lnTo>
                    <a:pt x="1309116" y="466343"/>
                  </a:lnTo>
                  <a:lnTo>
                    <a:pt x="1316736" y="468629"/>
                  </a:lnTo>
                  <a:lnTo>
                    <a:pt x="1319784" y="461009"/>
                  </a:lnTo>
                  <a:close/>
                </a:path>
                <a:path w="6916420" h="2428240">
                  <a:moveTo>
                    <a:pt x="1335023" y="466343"/>
                  </a:moveTo>
                  <a:lnTo>
                    <a:pt x="1327404" y="464057"/>
                  </a:lnTo>
                  <a:lnTo>
                    <a:pt x="1324356" y="471677"/>
                  </a:lnTo>
                  <a:lnTo>
                    <a:pt x="1332738" y="473963"/>
                  </a:lnTo>
                  <a:lnTo>
                    <a:pt x="1335023" y="466343"/>
                  </a:lnTo>
                  <a:close/>
                </a:path>
                <a:path w="6916420" h="2428240">
                  <a:moveTo>
                    <a:pt x="1351026" y="471677"/>
                  </a:moveTo>
                  <a:lnTo>
                    <a:pt x="1343406" y="469391"/>
                  </a:lnTo>
                  <a:lnTo>
                    <a:pt x="1340358" y="477011"/>
                  </a:lnTo>
                  <a:lnTo>
                    <a:pt x="1347978" y="480059"/>
                  </a:lnTo>
                  <a:lnTo>
                    <a:pt x="1351026" y="471677"/>
                  </a:lnTo>
                  <a:close/>
                </a:path>
                <a:path w="6916420" h="2428240">
                  <a:moveTo>
                    <a:pt x="1367028" y="477773"/>
                  </a:moveTo>
                  <a:lnTo>
                    <a:pt x="1358645" y="474725"/>
                  </a:lnTo>
                  <a:lnTo>
                    <a:pt x="1356360" y="482345"/>
                  </a:lnTo>
                  <a:lnTo>
                    <a:pt x="1363980" y="485393"/>
                  </a:lnTo>
                  <a:lnTo>
                    <a:pt x="1367028" y="477773"/>
                  </a:lnTo>
                  <a:close/>
                </a:path>
                <a:path w="6916420" h="2428240">
                  <a:moveTo>
                    <a:pt x="1382267" y="483107"/>
                  </a:moveTo>
                  <a:lnTo>
                    <a:pt x="1374648" y="480059"/>
                  </a:lnTo>
                  <a:lnTo>
                    <a:pt x="1371600" y="488441"/>
                  </a:lnTo>
                  <a:lnTo>
                    <a:pt x="1379982" y="490727"/>
                  </a:lnTo>
                  <a:lnTo>
                    <a:pt x="1382267" y="483107"/>
                  </a:lnTo>
                  <a:close/>
                </a:path>
                <a:path w="6916420" h="2428240">
                  <a:moveTo>
                    <a:pt x="1398270" y="488441"/>
                  </a:moveTo>
                  <a:lnTo>
                    <a:pt x="1390650" y="485393"/>
                  </a:lnTo>
                  <a:lnTo>
                    <a:pt x="1387602" y="493775"/>
                  </a:lnTo>
                  <a:lnTo>
                    <a:pt x="1395222" y="496061"/>
                  </a:lnTo>
                  <a:lnTo>
                    <a:pt x="1398270" y="488441"/>
                  </a:lnTo>
                  <a:close/>
                </a:path>
                <a:path w="6916420" h="2428240">
                  <a:moveTo>
                    <a:pt x="1414272" y="493775"/>
                  </a:moveTo>
                  <a:lnTo>
                    <a:pt x="1405889" y="491489"/>
                  </a:lnTo>
                  <a:lnTo>
                    <a:pt x="1403604" y="499109"/>
                  </a:lnTo>
                  <a:lnTo>
                    <a:pt x="1411223" y="502157"/>
                  </a:lnTo>
                  <a:lnTo>
                    <a:pt x="1414272" y="493775"/>
                  </a:lnTo>
                  <a:close/>
                </a:path>
                <a:path w="6916420" h="2428240">
                  <a:moveTo>
                    <a:pt x="1429511" y="499871"/>
                  </a:moveTo>
                  <a:lnTo>
                    <a:pt x="1421892" y="496823"/>
                  </a:lnTo>
                  <a:lnTo>
                    <a:pt x="1418844" y="504443"/>
                  </a:lnTo>
                  <a:lnTo>
                    <a:pt x="1427226" y="507491"/>
                  </a:lnTo>
                  <a:lnTo>
                    <a:pt x="1429511" y="499871"/>
                  </a:lnTo>
                  <a:close/>
                </a:path>
                <a:path w="6916420" h="2428240">
                  <a:moveTo>
                    <a:pt x="1445514" y="505205"/>
                  </a:moveTo>
                  <a:lnTo>
                    <a:pt x="1437894" y="502157"/>
                  </a:lnTo>
                  <a:lnTo>
                    <a:pt x="1434845" y="510539"/>
                  </a:lnTo>
                  <a:lnTo>
                    <a:pt x="1442466" y="512825"/>
                  </a:lnTo>
                  <a:lnTo>
                    <a:pt x="1445514" y="505205"/>
                  </a:lnTo>
                  <a:close/>
                </a:path>
                <a:path w="6916420" h="2428240">
                  <a:moveTo>
                    <a:pt x="1461516" y="510539"/>
                  </a:moveTo>
                  <a:lnTo>
                    <a:pt x="1453134" y="507491"/>
                  </a:lnTo>
                  <a:lnTo>
                    <a:pt x="1450848" y="515873"/>
                  </a:lnTo>
                  <a:lnTo>
                    <a:pt x="1458467" y="518159"/>
                  </a:lnTo>
                  <a:lnTo>
                    <a:pt x="1461516" y="510539"/>
                  </a:lnTo>
                  <a:close/>
                </a:path>
                <a:path w="6916420" h="2428240">
                  <a:moveTo>
                    <a:pt x="1476756" y="515873"/>
                  </a:moveTo>
                  <a:lnTo>
                    <a:pt x="1469136" y="513587"/>
                  </a:lnTo>
                  <a:lnTo>
                    <a:pt x="1466088" y="521207"/>
                  </a:lnTo>
                  <a:lnTo>
                    <a:pt x="1474470" y="524255"/>
                  </a:lnTo>
                  <a:lnTo>
                    <a:pt x="1476756" y="515873"/>
                  </a:lnTo>
                  <a:close/>
                </a:path>
                <a:path w="6916420" h="2428240">
                  <a:moveTo>
                    <a:pt x="1492758" y="521969"/>
                  </a:moveTo>
                  <a:lnTo>
                    <a:pt x="1485138" y="518921"/>
                  </a:lnTo>
                  <a:lnTo>
                    <a:pt x="1482089" y="526541"/>
                  </a:lnTo>
                  <a:lnTo>
                    <a:pt x="1490472" y="529590"/>
                  </a:lnTo>
                  <a:lnTo>
                    <a:pt x="1492758" y="521969"/>
                  </a:lnTo>
                  <a:close/>
                </a:path>
                <a:path w="6916420" h="2428240">
                  <a:moveTo>
                    <a:pt x="1508760" y="527304"/>
                  </a:moveTo>
                  <a:lnTo>
                    <a:pt x="1500378" y="524255"/>
                  </a:lnTo>
                  <a:lnTo>
                    <a:pt x="1498092" y="532637"/>
                  </a:lnTo>
                  <a:lnTo>
                    <a:pt x="1505711" y="534923"/>
                  </a:lnTo>
                  <a:lnTo>
                    <a:pt x="1508760" y="527304"/>
                  </a:lnTo>
                  <a:close/>
                </a:path>
                <a:path w="6916420" h="2428240">
                  <a:moveTo>
                    <a:pt x="1524761" y="532637"/>
                  </a:moveTo>
                  <a:lnTo>
                    <a:pt x="1516380" y="529590"/>
                  </a:lnTo>
                  <a:lnTo>
                    <a:pt x="1514094" y="537971"/>
                  </a:lnTo>
                  <a:lnTo>
                    <a:pt x="1521714" y="540257"/>
                  </a:lnTo>
                  <a:lnTo>
                    <a:pt x="1524761" y="532637"/>
                  </a:lnTo>
                  <a:close/>
                </a:path>
                <a:path w="6916420" h="2428240">
                  <a:moveTo>
                    <a:pt x="1540002" y="537971"/>
                  </a:moveTo>
                  <a:lnTo>
                    <a:pt x="1532382" y="535685"/>
                  </a:lnTo>
                  <a:lnTo>
                    <a:pt x="1529334" y="543305"/>
                  </a:lnTo>
                  <a:lnTo>
                    <a:pt x="1537716" y="546354"/>
                  </a:lnTo>
                  <a:lnTo>
                    <a:pt x="1540002" y="537971"/>
                  </a:lnTo>
                  <a:close/>
                </a:path>
                <a:path w="6916420" h="2428240">
                  <a:moveTo>
                    <a:pt x="1556004" y="544068"/>
                  </a:moveTo>
                  <a:lnTo>
                    <a:pt x="1548384" y="541019"/>
                  </a:lnTo>
                  <a:lnTo>
                    <a:pt x="1545336" y="548640"/>
                  </a:lnTo>
                  <a:lnTo>
                    <a:pt x="1552956" y="551687"/>
                  </a:lnTo>
                  <a:lnTo>
                    <a:pt x="1556004" y="544068"/>
                  </a:lnTo>
                  <a:close/>
                </a:path>
                <a:path w="6916420" h="2428240">
                  <a:moveTo>
                    <a:pt x="1572006" y="549401"/>
                  </a:moveTo>
                  <a:lnTo>
                    <a:pt x="1563623" y="546354"/>
                  </a:lnTo>
                  <a:lnTo>
                    <a:pt x="1561338" y="553973"/>
                  </a:lnTo>
                  <a:lnTo>
                    <a:pt x="1568958" y="557021"/>
                  </a:lnTo>
                  <a:lnTo>
                    <a:pt x="1572006" y="549401"/>
                  </a:lnTo>
                  <a:close/>
                </a:path>
                <a:path w="6916420" h="2428240">
                  <a:moveTo>
                    <a:pt x="1587245" y="554735"/>
                  </a:moveTo>
                  <a:lnTo>
                    <a:pt x="1579626" y="551687"/>
                  </a:lnTo>
                  <a:lnTo>
                    <a:pt x="1576578" y="560069"/>
                  </a:lnTo>
                  <a:lnTo>
                    <a:pt x="1584960" y="562355"/>
                  </a:lnTo>
                  <a:lnTo>
                    <a:pt x="1587245" y="554735"/>
                  </a:lnTo>
                  <a:close/>
                </a:path>
                <a:path w="6916420" h="2428240">
                  <a:moveTo>
                    <a:pt x="1603248" y="560069"/>
                  </a:moveTo>
                  <a:lnTo>
                    <a:pt x="1595628" y="557783"/>
                  </a:lnTo>
                  <a:lnTo>
                    <a:pt x="1592580" y="565404"/>
                  </a:lnTo>
                  <a:lnTo>
                    <a:pt x="1600200" y="568451"/>
                  </a:lnTo>
                  <a:lnTo>
                    <a:pt x="1603248" y="560069"/>
                  </a:lnTo>
                  <a:close/>
                </a:path>
                <a:path w="6916420" h="2428240">
                  <a:moveTo>
                    <a:pt x="1619250" y="565404"/>
                  </a:moveTo>
                  <a:lnTo>
                    <a:pt x="1610867" y="563118"/>
                  </a:lnTo>
                  <a:lnTo>
                    <a:pt x="1608582" y="570737"/>
                  </a:lnTo>
                  <a:lnTo>
                    <a:pt x="1616202" y="573785"/>
                  </a:lnTo>
                  <a:lnTo>
                    <a:pt x="1619250" y="565404"/>
                  </a:lnTo>
                  <a:close/>
                </a:path>
                <a:path w="6916420" h="2428240">
                  <a:moveTo>
                    <a:pt x="1634489" y="571499"/>
                  </a:moveTo>
                  <a:lnTo>
                    <a:pt x="1626870" y="568451"/>
                  </a:lnTo>
                  <a:lnTo>
                    <a:pt x="1623822" y="576071"/>
                  </a:lnTo>
                  <a:lnTo>
                    <a:pt x="1632203" y="579119"/>
                  </a:lnTo>
                  <a:lnTo>
                    <a:pt x="1634489" y="571499"/>
                  </a:lnTo>
                  <a:close/>
                </a:path>
                <a:path w="6916420" h="2428240">
                  <a:moveTo>
                    <a:pt x="1650491" y="576833"/>
                  </a:moveTo>
                  <a:lnTo>
                    <a:pt x="1642872" y="573785"/>
                  </a:lnTo>
                  <a:lnTo>
                    <a:pt x="1639824" y="582168"/>
                  </a:lnTo>
                  <a:lnTo>
                    <a:pt x="1647443" y="584454"/>
                  </a:lnTo>
                  <a:lnTo>
                    <a:pt x="1650491" y="576833"/>
                  </a:lnTo>
                  <a:close/>
                </a:path>
                <a:path w="6916420" h="2428240">
                  <a:moveTo>
                    <a:pt x="1666493" y="582168"/>
                  </a:moveTo>
                  <a:lnTo>
                    <a:pt x="1658112" y="579881"/>
                  </a:lnTo>
                  <a:lnTo>
                    <a:pt x="1655826" y="587501"/>
                  </a:lnTo>
                  <a:lnTo>
                    <a:pt x="1663446" y="590549"/>
                  </a:lnTo>
                  <a:lnTo>
                    <a:pt x="1666493" y="582168"/>
                  </a:lnTo>
                  <a:close/>
                </a:path>
                <a:path w="6916420" h="2428240">
                  <a:moveTo>
                    <a:pt x="1681734" y="587501"/>
                  </a:moveTo>
                  <a:lnTo>
                    <a:pt x="1674114" y="585215"/>
                  </a:lnTo>
                  <a:lnTo>
                    <a:pt x="1671065" y="592835"/>
                  </a:lnTo>
                  <a:lnTo>
                    <a:pt x="1679448" y="595883"/>
                  </a:lnTo>
                  <a:lnTo>
                    <a:pt x="1681734" y="587501"/>
                  </a:lnTo>
                  <a:close/>
                </a:path>
                <a:path w="6916420" h="2428240">
                  <a:moveTo>
                    <a:pt x="1697736" y="593597"/>
                  </a:moveTo>
                  <a:lnTo>
                    <a:pt x="1690115" y="590549"/>
                  </a:lnTo>
                  <a:lnTo>
                    <a:pt x="1687067" y="598169"/>
                  </a:lnTo>
                  <a:lnTo>
                    <a:pt x="1695450" y="601218"/>
                  </a:lnTo>
                  <a:lnTo>
                    <a:pt x="1697736" y="593597"/>
                  </a:lnTo>
                  <a:close/>
                </a:path>
                <a:path w="6916420" h="2428240">
                  <a:moveTo>
                    <a:pt x="1713738" y="598931"/>
                  </a:moveTo>
                  <a:lnTo>
                    <a:pt x="1705355" y="595883"/>
                  </a:lnTo>
                  <a:lnTo>
                    <a:pt x="1703070" y="604265"/>
                  </a:lnTo>
                  <a:lnTo>
                    <a:pt x="1710689" y="606551"/>
                  </a:lnTo>
                  <a:lnTo>
                    <a:pt x="1713738" y="598931"/>
                  </a:lnTo>
                  <a:close/>
                </a:path>
                <a:path w="6916420" h="2428240">
                  <a:moveTo>
                    <a:pt x="1729739" y="604265"/>
                  </a:moveTo>
                  <a:lnTo>
                    <a:pt x="1721358" y="601979"/>
                  </a:lnTo>
                  <a:lnTo>
                    <a:pt x="1719072" y="609599"/>
                  </a:lnTo>
                  <a:lnTo>
                    <a:pt x="1726691" y="612647"/>
                  </a:lnTo>
                  <a:lnTo>
                    <a:pt x="1729739" y="604265"/>
                  </a:lnTo>
                  <a:close/>
                </a:path>
                <a:path w="6916420" h="2428240">
                  <a:moveTo>
                    <a:pt x="1744979" y="609599"/>
                  </a:moveTo>
                  <a:lnTo>
                    <a:pt x="1737360" y="607313"/>
                  </a:lnTo>
                  <a:lnTo>
                    <a:pt x="1734312" y="614933"/>
                  </a:lnTo>
                  <a:lnTo>
                    <a:pt x="1742693" y="617981"/>
                  </a:lnTo>
                  <a:lnTo>
                    <a:pt x="1744979" y="609599"/>
                  </a:lnTo>
                  <a:close/>
                </a:path>
                <a:path w="6916420" h="2428240">
                  <a:moveTo>
                    <a:pt x="1760981" y="615695"/>
                  </a:moveTo>
                  <a:lnTo>
                    <a:pt x="1753362" y="612647"/>
                  </a:lnTo>
                  <a:lnTo>
                    <a:pt x="1750314" y="620268"/>
                  </a:lnTo>
                  <a:lnTo>
                    <a:pt x="1757934" y="623315"/>
                  </a:lnTo>
                  <a:lnTo>
                    <a:pt x="1760981" y="615695"/>
                  </a:lnTo>
                  <a:close/>
                </a:path>
                <a:path w="6916420" h="2428240">
                  <a:moveTo>
                    <a:pt x="1776984" y="621029"/>
                  </a:moveTo>
                  <a:lnTo>
                    <a:pt x="1768602" y="617981"/>
                  </a:lnTo>
                  <a:lnTo>
                    <a:pt x="1766315" y="626363"/>
                  </a:lnTo>
                  <a:lnTo>
                    <a:pt x="1773936" y="628649"/>
                  </a:lnTo>
                  <a:lnTo>
                    <a:pt x="1776984" y="621029"/>
                  </a:lnTo>
                  <a:close/>
                </a:path>
                <a:path w="6916420" h="2428240">
                  <a:moveTo>
                    <a:pt x="1792224" y="626363"/>
                  </a:moveTo>
                  <a:lnTo>
                    <a:pt x="1784603" y="624077"/>
                  </a:lnTo>
                  <a:lnTo>
                    <a:pt x="1781555" y="631697"/>
                  </a:lnTo>
                  <a:lnTo>
                    <a:pt x="1789938" y="633983"/>
                  </a:lnTo>
                  <a:lnTo>
                    <a:pt x="1792224" y="626363"/>
                  </a:lnTo>
                  <a:close/>
                </a:path>
                <a:path w="6916420" h="2428240">
                  <a:moveTo>
                    <a:pt x="1808226" y="631697"/>
                  </a:moveTo>
                  <a:lnTo>
                    <a:pt x="1800605" y="629411"/>
                  </a:lnTo>
                  <a:lnTo>
                    <a:pt x="1797558" y="637031"/>
                  </a:lnTo>
                  <a:lnTo>
                    <a:pt x="1805177" y="640079"/>
                  </a:lnTo>
                  <a:lnTo>
                    <a:pt x="1808226" y="631697"/>
                  </a:lnTo>
                  <a:close/>
                </a:path>
                <a:path w="6916420" h="2428240">
                  <a:moveTo>
                    <a:pt x="1824227" y="637793"/>
                  </a:moveTo>
                  <a:lnTo>
                    <a:pt x="1815846" y="634745"/>
                  </a:lnTo>
                  <a:lnTo>
                    <a:pt x="1813560" y="642365"/>
                  </a:lnTo>
                  <a:lnTo>
                    <a:pt x="1821179" y="645413"/>
                  </a:lnTo>
                  <a:lnTo>
                    <a:pt x="1824227" y="637793"/>
                  </a:lnTo>
                  <a:close/>
                </a:path>
                <a:path w="6916420" h="2428240">
                  <a:moveTo>
                    <a:pt x="1839467" y="643127"/>
                  </a:moveTo>
                  <a:lnTo>
                    <a:pt x="1831848" y="640079"/>
                  </a:lnTo>
                  <a:lnTo>
                    <a:pt x="1828800" y="648461"/>
                  </a:lnTo>
                  <a:lnTo>
                    <a:pt x="1837181" y="650747"/>
                  </a:lnTo>
                  <a:lnTo>
                    <a:pt x="1839467" y="643127"/>
                  </a:lnTo>
                  <a:close/>
                </a:path>
                <a:path w="6916420" h="2428240">
                  <a:moveTo>
                    <a:pt x="1855470" y="648461"/>
                  </a:moveTo>
                  <a:lnTo>
                    <a:pt x="1847850" y="645413"/>
                  </a:lnTo>
                  <a:lnTo>
                    <a:pt x="1844802" y="653795"/>
                  </a:lnTo>
                  <a:lnTo>
                    <a:pt x="1852422" y="656081"/>
                  </a:lnTo>
                  <a:lnTo>
                    <a:pt x="1855470" y="648461"/>
                  </a:lnTo>
                  <a:close/>
                </a:path>
                <a:path w="6916420" h="2428240">
                  <a:moveTo>
                    <a:pt x="1871472" y="653795"/>
                  </a:moveTo>
                  <a:lnTo>
                    <a:pt x="1863089" y="651509"/>
                  </a:lnTo>
                  <a:lnTo>
                    <a:pt x="1860803" y="659129"/>
                  </a:lnTo>
                  <a:lnTo>
                    <a:pt x="1868424" y="662177"/>
                  </a:lnTo>
                  <a:lnTo>
                    <a:pt x="1871472" y="653795"/>
                  </a:lnTo>
                  <a:close/>
                </a:path>
                <a:path w="6916420" h="2428240">
                  <a:moveTo>
                    <a:pt x="1886712" y="659891"/>
                  </a:moveTo>
                  <a:lnTo>
                    <a:pt x="1879091" y="656843"/>
                  </a:lnTo>
                  <a:lnTo>
                    <a:pt x="1876043" y="664463"/>
                  </a:lnTo>
                  <a:lnTo>
                    <a:pt x="1884426" y="667511"/>
                  </a:lnTo>
                  <a:lnTo>
                    <a:pt x="1886712" y="659891"/>
                  </a:lnTo>
                  <a:close/>
                </a:path>
                <a:path w="6916420" h="2428240">
                  <a:moveTo>
                    <a:pt x="1902714" y="665226"/>
                  </a:moveTo>
                  <a:lnTo>
                    <a:pt x="1895093" y="662177"/>
                  </a:lnTo>
                  <a:lnTo>
                    <a:pt x="1892046" y="670559"/>
                  </a:lnTo>
                  <a:lnTo>
                    <a:pt x="1900427" y="672845"/>
                  </a:lnTo>
                  <a:lnTo>
                    <a:pt x="1902714" y="665226"/>
                  </a:lnTo>
                  <a:close/>
                </a:path>
                <a:path w="6916420" h="2428240">
                  <a:moveTo>
                    <a:pt x="1918715" y="670559"/>
                  </a:moveTo>
                  <a:lnTo>
                    <a:pt x="1910334" y="667511"/>
                  </a:lnTo>
                  <a:lnTo>
                    <a:pt x="1908048" y="675893"/>
                  </a:lnTo>
                  <a:lnTo>
                    <a:pt x="1915667" y="678179"/>
                  </a:lnTo>
                  <a:lnTo>
                    <a:pt x="1918715" y="670559"/>
                  </a:lnTo>
                  <a:close/>
                </a:path>
                <a:path w="6916420" h="2428240">
                  <a:moveTo>
                    <a:pt x="1934717" y="675893"/>
                  </a:moveTo>
                  <a:lnTo>
                    <a:pt x="1926336" y="673607"/>
                  </a:lnTo>
                  <a:lnTo>
                    <a:pt x="1924050" y="681227"/>
                  </a:lnTo>
                  <a:lnTo>
                    <a:pt x="1931670" y="684276"/>
                  </a:lnTo>
                  <a:lnTo>
                    <a:pt x="1934717" y="675893"/>
                  </a:lnTo>
                  <a:close/>
                </a:path>
                <a:path w="6916420" h="2428240">
                  <a:moveTo>
                    <a:pt x="1949958" y="681990"/>
                  </a:moveTo>
                  <a:lnTo>
                    <a:pt x="1942338" y="678941"/>
                  </a:lnTo>
                  <a:lnTo>
                    <a:pt x="1939289" y="686561"/>
                  </a:lnTo>
                  <a:lnTo>
                    <a:pt x="1947672" y="689609"/>
                  </a:lnTo>
                  <a:lnTo>
                    <a:pt x="1949958" y="681990"/>
                  </a:lnTo>
                  <a:close/>
                </a:path>
                <a:path w="6916420" h="2428240">
                  <a:moveTo>
                    <a:pt x="1965960" y="687323"/>
                  </a:moveTo>
                  <a:lnTo>
                    <a:pt x="1958339" y="684276"/>
                  </a:lnTo>
                  <a:lnTo>
                    <a:pt x="1955291" y="692657"/>
                  </a:lnTo>
                  <a:lnTo>
                    <a:pt x="1962912" y="694943"/>
                  </a:lnTo>
                  <a:lnTo>
                    <a:pt x="1965960" y="687323"/>
                  </a:lnTo>
                  <a:close/>
                </a:path>
                <a:path w="6916420" h="2428240">
                  <a:moveTo>
                    <a:pt x="1981962" y="692657"/>
                  </a:moveTo>
                  <a:lnTo>
                    <a:pt x="1973579" y="689609"/>
                  </a:lnTo>
                  <a:lnTo>
                    <a:pt x="1971293" y="697991"/>
                  </a:lnTo>
                  <a:lnTo>
                    <a:pt x="1978914" y="700277"/>
                  </a:lnTo>
                  <a:lnTo>
                    <a:pt x="1981962" y="692657"/>
                  </a:lnTo>
                  <a:close/>
                </a:path>
                <a:path w="6916420" h="2428240">
                  <a:moveTo>
                    <a:pt x="1997202" y="697991"/>
                  </a:moveTo>
                  <a:lnTo>
                    <a:pt x="1989581" y="695705"/>
                  </a:lnTo>
                  <a:lnTo>
                    <a:pt x="1986534" y="703326"/>
                  </a:lnTo>
                  <a:lnTo>
                    <a:pt x="1994915" y="706373"/>
                  </a:lnTo>
                  <a:lnTo>
                    <a:pt x="1997202" y="697991"/>
                  </a:lnTo>
                  <a:close/>
                </a:path>
                <a:path w="6916420" h="2428240">
                  <a:moveTo>
                    <a:pt x="2013203" y="704087"/>
                  </a:moveTo>
                  <a:lnTo>
                    <a:pt x="2005584" y="701040"/>
                  </a:lnTo>
                  <a:lnTo>
                    <a:pt x="2002536" y="708659"/>
                  </a:lnTo>
                  <a:lnTo>
                    <a:pt x="2010155" y="711707"/>
                  </a:lnTo>
                  <a:lnTo>
                    <a:pt x="2013203" y="704087"/>
                  </a:lnTo>
                  <a:close/>
                </a:path>
                <a:path w="6916420" h="2428240">
                  <a:moveTo>
                    <a:pt x="2029205" y="709421"/>
                  </a:moveTo>
                  <a:lnTo>
                    <a:pt x="2020824" y="706373"/>
                  </a:lnTo>
                  <a:lnTo>
                    <a:pt x="2018538" y="714755"/>
                  </a:lnTo>
                  <a:lnTo>
                    <a:pt x="2026158" y="717041"/>
                  </a:lnTo>
                  <a:lnTo>
                    <a:pt x="2029205" y="709421"/>
                  </a:lnTo>
                  <a:close/>
                </a:path>
                <a:path w="6916420" h="2428240">
                  <a:moveTo>
                    <a:pt x="2044446" y="714755"/>
                  </a:moveTo>
                  <a:lnTo>
                    <a:pt x="2036826" y="711707"/>
                  </a:lnTo>
                  <a:lnTo>
                    <a:pt x="2033777" y="720090"/>
                  </a:lnTo>
                  <a:lnTo>
                    <a:pt x="2042160" y="722376"/>
                  </a:lnTo>
                  <a:lnTo>
                    <a:pt x="2044446" y="714755"/>
                  </a:lnTo>
                  <a:close/>
                </a:path>
                <a:path w="6916420" h="2428240">
                  <a:moveTo>
                    <a:pt x="2060448" y="720090"/>
                  </a:moveTo>
                  <a:lnTo>
                    <a:pt x="2052827" y="717804"/>
                  </a:lnTo>
                  <a:lnTo>
                    <a:pt x="2049779" y="725423"/>
                  </a:lnTo>
                  <a:lnTo>
                    <a:pt x="2057400" y="728471"/>
                  </a:lnTo>
                  <a:lnTo>
                    <a:pt x="2060448" y="720090"/>
                  </a:lnTo>
                  <a:close/>
                </a:path>
                <a:path w="6916420" h="2428240">
                  <a:moveTo>
                    <a:pt x="2076450" y="726185"/>
                  </a:moveTo>
                  <a:lnTo>
                    <a:pt x="2068067" y="723137"/>
                  </a:lnTo>
                  <a:lnTo>
                    <a:pt x="2065781" y="730757"/>
                  </a:lnTo>
                  <a:lnTo>
                    <a:pt x="2073402" y="733805"/>
                  </a:lnTo>
                  <a:lnTo>
                    <a:pt x="2076450" y="726185"/>
                  </a:lnTo>
                  <a:close/>
                </a:path>
                <a:path w="6916420" h="2428240">
                  <a:moveTo>
                    <a:pt x="2091689" y="731519"/>
                  </a:moveTo>
                  <a:lnTo>
                    <a:pt x="2084070" y="728471"/>
                  </a:lnTo>
                  <a:lnTo>
                    <a:pt x="2081022" y="736091"/>
                  </a:lnTo>
                  <a:lnTo>
                    <a:pt x="2089403" y="739140"/>
                  </a:lnTo>
                  <a:lnTo>
                    <a:pt x="2091689" y="731519"/>
                  </a:lnTo>
                  <a:close/>
                </a:path>
                <a:path w="6916420" h="2428240">
                  <a:moveTo>
                    <a:pt x="2107691" y="736854"/>
                  </a:moveTo>
                  <a:lnTo>
                    <a:pt x="2100072" y="733805"/>
                  </a:lnTo>
                  <a:lnTo>
                    <a:pt x="2097024" y="742187"/>
                  </a:lnTo>
                  <a:lnTo>
                    <a:pt x="2105405" y="744473"/>
                  </a:lnTo>
                  <a:lnTo>
                    <a:pt x="2107691" y="736854"/>
                  </a:lnTo>
                  <a:close/>
                </a:path>
                <a:path w="6916420" h="2428240">
                  <a:moveTo>
                    <a:pt x="2123693" y="742187"/>
                  </a:moveTo>
                  <a:lnTo>
                    <a:pt x="2116074" y="739901"/>
                  </a:lnTo>
                  <a:lnTo>
                    <a:pt x="2113026" y="747521"/>
                  </a:lnTo>
                  <a:lnTo>
                    <a:pt x="2120646" y="750569"/>
                  </a:lnTo>
                  <a:lnTo>
                    <a:pt x="2123693" y="742187"/>
                  </a:lnTo>
                  <a:close/>
                </a:path>
                <a:path w="6916420" h="2428240">
                  <a:moveTo>
                    <a:pt x="2139696" y="747521"/>
                  </a:moveTo>
                  <a:lnTo>
                    <a:pt x="2131314" y="745235"/>
                  </a:lnTo>
                  <a:lnTo>
                    <a:pt x="2129028" y="752855"/>
                  </a:lnTo>
                  <a:lnTo>
                    <a:pt x="2136648" y="755904"/>
                  </a:lnTo>
                  <a:lnTo>
                    <a:pt x="2139696" y="747521"/>
                  </a:lnTo>
                  <a:close/>
                </a:path>
                <a:path w="6916420" h="2428240">
                  <a:moveTo>
                    <a:pt x="2154936" y="753618"/>
                  </a:moveTo>
                  <a:lnTo>
                    <a:pt x="2147316" y="750569"/>
                  </a:lnTo>
                  <a:lnTo>
                    <a:pt x="2144267" y="758190"/>
                  </a:lnTo>
                  <a:lnTo>
                    <a:pt x="2152650" y="761237"/>
                  </a:lnTo>
                  <a:lnTo>
                    <a:pt x="2154936" y="753618"/>
                  </a:lnTo>
                  <a:close/>
                </a:path>
                <a:path w="6916420" h="2428240">
                  <a:moveTo>
                    <a:pt x="2170938" y="758951"/>
                  </a:moveTo>
                  <a:lnTo>
                    <a:pt x="2163317" y="755904"/>
                  </a:lnTo>
                  <a:lnTo>
                    <a:pt x="2160270" y="764285"/>
                  </a:lnTo>
                  <a:lnTo>
                    <a:pt x="2167890" y="766571"/>
                  </a:lnTo>
                  <a:lnTo>
                    <a:pt x="2170938" y="758951"/>
                  </a:lnTo>
                  <a:close/>
                </a:path>
                <a:path w="6916420" h="2428240">
                  <a:moveTo>
                    <a:pt x="2186940" y="764285"/>
                  </a:moveTo>
                  <a:lnTo>
                    <a:pt x="2178558" y="761999"/>
                  </a:lnTo>
                  <a:lnTo>
                    <a:pt x="2176272" y="769619"/>
                  </a:lnTo>
                  <a:lnTo>
                    <a:pt x="2183891" y="772668"/>
                  </a:lnTo>
                  <a:lnTo>
                    <a:pt x="2186940" y="764285"/>
                  </a:lnTo>
                  <a:close/>
                </a:path>
                <a:path w="6916420" h="2428240">
                  <a:moveTo>
                    <a:pt x="2202179" y="769619"/>
                  </a:moveTo>
                  <a:lnTo>
                    <a:pt x="2194560" y="767333"/>
                  </a:lnTo>
                  <a:lnTo>
                    <a:pt x="2191512" y="774954"/>
                  </a:lnTo>
                  <a:lnTo>
                    <a:pt x="2199893" y="778001"/>
                  </a:lnTo>
                  <a:lnTo>
                    <a:pt x="2202179" y="769619"/>
                  </a:lnTo>
                  <a:close/>
                </a:path>
                <a:path w="6916420" h="2428240">
                  <a:moveTo>
                    <a:pt x="2218181" y="775715"/>
                  </a:moveTo>
                  <a:lnTo>
                    <a:pt x="2210562" y="772668"/>
                  </a:lnTo>
                  <a:lnTo>
                    <a:pt x="2207514" y="780287"/>
                  </a:lnTo>
                  <a:lnTo>
                    <a:pt x="2215134" y="783335"/>
                  </a:lnTo>
                  <a:lnTo>
                    <a:pt x="2218181" y="775715"/>
                  </a:lnTo>
                  <a:close/>
                </a:path>
                <a:path w="6916420" h="2428240">
                  <a:moveTo>
                    <a:pt x="2234184" y="781049"/>
                  </a:moveTo>
                  <a:lnTo>
                    <a:pt x="2225802" y="778001"/>
                  </a:lnTo>
                  <a:lnTo>
                    <a:pt x="2223516" y="786383"/>
                  </a:lnTo>
                  <a:lnTo>
                    <a:pt x="2231136" y="788669"/>
                  </a:lnTo>
                  <a:lnTo>
                    <a:pt x="2234184" y="781049"/>
                  </a:lnTo>
                  <a:close/>
                </a:path>
                <a:path w="6916420" h="2428240">
                  <a:moveTo>
                    <a:pt x="2249424" y="786383"/>
                  </a:moveTo>
                  <a:lnTo>
                    <a:pt x="2241804" y="784097"/>
                  </a:lnTo>
                  <a:lnTo>
                    <a:pt x="2238755" y="791717"/>
                  </a:lnTo>
                  <a:lnTo>
                    <a:pt x="2247138" y="794765"/>
                  </a:lnTo>
                  <a:lnTo>
                    <a:pt x="2249424" y="786383"/>
                  </a:lnTo>
                  <a:close/>
                </a:path>
                <a:path w="6916420" h="2428240">
                  <a:moveTo>
                    <a:pt x="2265426" y="791717"/>
                  </a:moveTo>
                  <a:lnTo>
                    <a:pt x="2257805" y="789431"/>
                  </a:lnTo>
                  <a:lnTo>
                    <a:pt x="2254758" y="797051"/>
                  </a:lnTo>
                  <a:lnTo>
                    <a:pt x="2262378" y="800099"/>
                  </a:lnTo>
                  <a:lnTo>
                    <a:pt x="2265426" y="791717"/>
                  </a:lnTo>
                  <a:close/>
                </a:path>
                <a:path w="6916420" h="2428240">
                  <a:moveTo>
                    <a:pt x="2281428" y="797813"/>
                  </a:moveTo>
                  <a:lnTo>
                    <a:pt x="2273046" y="794765"/>
                  </a:lnTo>
                  <a:lnTo>
                    <a:pt x="2270760" y="802385"/>
                  </a:lnTo>
                  <a:lnTo>
                    <a:pt x="2278379" y="805433"/>
                  </a:lnTo>
                  <a:lnTo>
                    <a:pt x="2281428" y="797813"/>
                  </a:lnTo>
                  <a:close/>
                </a:path>
                <a:path w="6916420" h="2428240">
                  <a:moveTo>
                    <a:pt x="2296667" y="803147"/>
                  </a:moveTo>
                  <a:lnTo>
                    <a:pt x="2289048" y="800099"/>
                  </a:lnTo>
                  <a:lnTo>
                    <a:pt x="2286762" y="808481"/>
                  </a:lnTo>
                  <a:lnTo>
                    <a:pt x="2294381" y="810767"/>
                  </a:lnTo>
                  <a:lnTo>
                    <a:pt x="2296667" y="803147"/>
                  </a:lnTo>
                  <a:close/>
                </a:path>
                <a:path w="6916420" h="2428240">
                  <a:moveTo>
                    <a:pt x="2312670" y="808481"/>
                  </a:moveTo>
                  <a:lnTo>
                    <a:pt x="2305050" y="806195"/>
                  </a:lnTo>
                  <a:lnTo>
                    <a:pt x="2302002" y="813815"/>
                  </a:lnTo>
                  <a:lnTo>
                    <a:pt x="2310384" y="816101"/>
                  </a:lnTo>
                  <a:lnTo>
                    <a:pt x="2312670" y="808481"/>
                  </a:lnTo>
                  <a:close/>
                </a:path>
                <a:path w="6916420" h="2428240">
                  <a:moveTo>
                    <a:pt x="2328672" y="813815"/>
                  </a:moveTo>
                  <a:lnTo>
                    <a:pt x="2321052" y="811529"/>
                  </a:lnTo>
                  <a:lnTo>
                    <a:pt x="2318004" y="819149"/>
                  </a:lnTo>
                  <a:lnTo>
                    <a:pt x="2325624" y="822197"/>
                  </a:lnTo>
                  <a:lnTo>
                    <a:pt x="2328672" y="813815"/>
                  </a:lnTo>
                  <a:close/>
                </a:path>
                <a:path w="6916420" h="2428240">
                  <a:moveTo>
                    <a:pt x="2344674" y="819911"/>
                  </a:moveTo>
                  <a:lnTo>
                    <a:pt x="2336291" y="816863"/>
                  </a:lnTo>
                  <a:lnTo>
                    <a:pt x="2334005" y="824483"/>
                  </a:lnTo>
                  <a:lnTo>
                    <a:pt x="2341626" y="827531"/>
                  </a:lnTo>
                  <a:lnTo>
                    <a:pt x="2344674" y="819911"/>
                  </a:lnTo>
                  <a:close/>
                </a:path>
                <a:path w="6916420" h="2428240">
                  <a:moveTo>
                    <a:pt x="2359914" y="825245"/>
                  </a:moveTo>
                  <a:lnTo>
                    <a:pt x="2352293" y="822197"/>
                  </a:lnTo>
                  <a:lnTo>
                    <a:pt x="2349246" y="830579"/>
                  </a:lnTo>
                  <a:lnTo>
                    <a:pt x="2357628" y="832865"/>
                  </a:lnTo>
                  <a:lnTo>
                    <a:pt x="2359914" y="825245"/>
                  </a:lnTo>
                  <a:close/>
                </a:path>
                <a:path w="6916420" h="2428240">
                  <a:moveTo>
                    <a:pt x="2375916" y="830579"/>
                  </a:moveTo>
                  <a:lnTo>
                    <a:pt x="2368296" y="827531"/>
                  </a:lnTo>
                  <a:lnTo>
                    <a:pt x="2365248" y="835913"/>
                  </a:lnTo>
                  <a:lnTo>
                    <a:pt x="2372867" y="838199"/>
                  </a:lnTo>
                  <a:lnTo>
                    <a:pt x="2375916" y="830579"/>
                  </a:lnTo>
                  <a:close/>
                </a:path>
                <a:path w="6916420" h="2428240">
                  <a:moveTo>
                    <a:pt x="2391917" y="835913"/>
                  </a:moveTo>
                  <a:lnTo>
                    <a:pt x="2383536" y="833627"/>
                  </a:lnTo>
                  <a:lnTo>
                    <a:pt x="2381250" y="841247"/>
                  </a:lnTo>
                  <a:lnTo>
                    <a:pt x="2388870" y="844295"/>
                  </a:lnTo>
                  <a:lnTo>
                    <a:pt x="2391917" y="835913"/>
                  </a:lnTo>
                  <a:close/>
                </a:path>
                <a:path w="6916420" h="2428240">
                  <a:moveTo>
                    <a:pt x="2407158" y="842009"/>
                  </a:moveTo>
                  <a:lnTo>
                    <a:pt x="2399538" y="838961"/>
                  </a:lnTo>
                  <a:lnTo>
                    <a:pt x="2396490" y="846581"/>
                  </a:lnTo>
                  <a:lnTo>
                    <a:pt x="2404872" y="849629"/>
                  </a:lnTo>
                  <a:lnTo>
                    <a:pt x="2407158" y="842009"/>
                  </a:lnTo>
                  <a:close/>
                </a:path>
                <a:path w="6916420" h="2428240">
                  <a:moveTo>
                    <a:pt x="2423160" y="847343"/>
                  </a:moveTo>
                  <a:lnTo>
                    <a:pt x="2415540" y="844295"/>
                  </a:lnTo>
                  <a:lnTo>
                    <a:pt x="2412491" y="852677"/>
                  </a:lnTo>
                  <a:lnTo>
                    <a:pt x="2420112" y="854963"/>
                  </a:lnTo>
                  <a:lnTo>
                    <a:pt x="2423160" y="847343"/>
                  </a:lnTo>
                  <a:close/>
                </a:path>
                <a:path w="6916420" h="2428240">
                  <a:moveTo>
                    <a:pt x="2439162" y="852677"/>
                  </a:moveTo>
                  <a:lnTo>
                    <a:pt x="2430779" y="849629"/>
                  </a:lnTo>
                  <a:lnTo>
                    <a:pt x="2428493" y="858011"/>
                  </a:lnTo>
                  <a:lnTo>
                    <a:pt x="2436114" y="860297"/>
                  </a:lnTo>
                  <a:lnTo>
                    <a:pt x="2439162" y="852677"/>
                  </a:lnTo>
                  <a:close/>
                </a:path>
                <a:path w="6916420" h="2428240">
                  <a:moveTo>
                    <a:pt x="2454402" y="858011"/>
                  </a:moveTo>
                  <a:lnTo>
                    <a:pt x="2446781" y="855725"/>
                  </a:lnTo>
                  <a:lnTo>
                    <a:pt x="2443734" y="863345"/>
                  </a:lnTo>
                  <a:lnTo>
                    <a:pt x="2452116" y="866393"/>
                  </a:lnTo>
                  <a:lnTo>
                    <a:pt x="2454402" y="858011"/>
                  </a:lnTo>
                  <a:close/>
                </a:path>
                <a:path w="6916420" h="2428240">
                  <a:moveTo>
                    <a:pt x="2470404" y="864107"/>
                  </a:moveTo>
                  <a:lnTo>
                    <a:pt x="2462784" y="861059"/>
                  </a:lnTo>
                  <a:lnTo>
                    <a:pt x="2459736" y="868679"/>
                  </a:lnTo>
                  <a:lnTo>
                    <a:pt x="2467355" y="871727"/>
                  </a:lnTo>
                  <a:lnTo>
                    <a:pt x="2470404" y="864107"/>
                  </a:lnTo>
                  <a:close/>
                </a:path>
                <a:path w="6916420" h="2428240">
                  <a:moveTo>
                    <a:pt x="2486405" y="869441"/>
                  </a:moveTo>
                  <a:lnTo>
                    <a:pt x="2478024" y="866393"/>
                  </a:lnTo>
                  <a:lnTo>
                    <a:pt x="2475738" y="874775"/>
                  </a:lnTo>
                  <a:lnTo>
                    <a:pt x="2483358" y="877061"/>
                  </a:lnTo>
                  <a:lnTo>
                    <a:pt x="2486405" y="869441"/>
                  </a:lnTo>
                  <a:close/>
                </a:path>
                <a:path w="6916420" h="2428240">
                  <a:moveTo>
                    <a:pt x="2501646" y="874775"/>
                  </a:moveTo>
                  <a:lnTo>
                    <a:pt x="2494026" y="871727"/>
                  </a:lnTo>
                  <a:lnTo>
                    <a:pt x="2491740" y="880109"/>
                  </a:lnTo>
                  <a:lnTo>
                    <a:pt x="2499360" y="882395"/>
                  </a:lnTo>
                  <a:lnTo>
                    <a:pt x="2501646" y="874775"/>
                  </a:lnTo>
                  <a:close/>
                </a:path>
                <a:path w="6916420" h="2428240">
                  <a:moveTo>
                    <a:pt x="2517648" y="880109"/>
                  </a:moveTo>
                  <a:lnTo>
                    <a:pt x="2510028" y="877823"/>
                  </a:lnTo>
                  <a:lnTo>
                    <a:pt x="2506979" y="885443"/>
                  </a:lnTo>
                  <a:lnTo>
                    <a:pt x="2515362" y="888491"/>
                  </a:lnTo>
                  <a:lnTo>
                    <a:pt x="2517648" y="880109"/>
                  </a:lnTo>
                  <a:close/>
                </a:path>
                <a:path w="6916420" h="2428240">
                  <a:moveTo>
                    <a:pt x="2533650" y="886205"/>
                  </a:moveTo>
                  <a:lnTo>
                    <a:pt x="2526029" y="883157"/>
                  </a:lnTo>
                  <a:lnTo>
                    <a:pt x="2522981" y="890777"/>
                  </a:lnTo>
                  <a:lnTo>
                    <a:pt x="2530602" y="893825"/>
                  </a:lnTo>
                  <a:lnTo>
                    <a:pt x="2533650" y="886205"/>
                  </a:lnTo>
                  <a:close/>
                </a:path>
                <a:path w="6916420" h="2428240">
                  <a:moveTo>
                    <a:pt x="2549652" y="891539"/>
                  </a:moveTo>
                  <a:lnTo>
                    <a:pt x="2541270" y="888491"/>
                  </a:lnTo>
                  <a:lnTo>
                    <a:pt x="2538984" y="896111"/>
                  </a:lnTo>
                  <a:lnTo>
                    <a:pt x="2546604" y="899159"/>
                  </a:lnTo>
                  <a:lnTo>
                    <a:pt x="2549652" y="891539"/>
                  </a:lnTo>
                  <a:close/>
                </a:path>
                <a:path w="6916420" h="2428240">
                  <a:moveTo>
                    <a:pt x="2564891" y="896873"/>
                  </a:moveTo>
                  <a:lnTo>
                    <a:pt x="2557272" y="893825"/>
                  </a:lnTo>
                  <a:lnTo>
                    <a:pt x="2554224" y="902207"/>
                  </a:lnTo>
                  <a:lnTo>
                    <a:pt x="2562605" y="904493"/>
                  </a:lnTo>
                  <a:lnTo>
                    <a:pt x="2564891" y="896873"/>
                  </a:lnTo>
                  <a:close/>
                </a:path>
                <a:path w="6916420" h="2428240">
                  <a:moveTo>
                    <a:pt x="2580893" y="902207"/>
                  </a:moveTo>
                  <a:lnTo>
                    <a:pt x="2573274" y="899921"/>
                  </a:lnTo>
                  <a:lnTo>
                    <a:pt x="2570226" y="907541"/>
                  </a:lnTo>
                  <a:lnTo>
                    <a:pt x="2577846" y="910589"/>
                  </a:lnTo>
                  <a:lnTo>
                    <a:pt x="2580893" y="902207"/>
                  </a:lnTo>
                  <a:close/>
                </a:path>
                <a:path w="6916420" h="2428240">
                  <a:moveTo>
                    <a:pt x="2596896" y="907541"/>
                  </a:moveTo>
                  <a:lnTo>
                    <a:pt x="2588514" y="905255"/>
                  </a:lnTo>
                  <a:lnTo>
                    <a:pt x="2586228" y="912875"/>
                  </a:lnTo>
                  <a:lnTo>
                    <a:pt x="2593848" y="915923"/>
                  </a:lnTo>
                  <a:lnTo>
                    <a:pt x="2596896" y="907541"/>
                  </a:lnTo>
                  <a:close/>
                </a:path>
                <a:path w="6916420" h="2428240">
                  <a:moveTo>
                    <a:pt x="2612136" y="913637"/>
                  </a:moveTo>
                  <a:lnTo>
                    <a:pt x="2604516" y="910589"/>
                  </a:lnTo>
                  <a:lnTo>
                    <a:pt x="2601467" y="918209"/>
                  </a:lnTo>
                  <a:lnTo>
                    <a:pt x="2609850" y="921257"/>
                  </a:lnTo>
                  <a:lnTo>
                    <a:pt x="2612136" y="913637"/>
                  </a:lnTo>
                  <a:close/>
                </a:path>
                <a:path w="6916420" h="2428240">
                  <a:moveTo>
                    <a:pt x="2628138" y="918971"/>
                  </a:moveTo>
                  <a:lnTo>
                    <a:pt x="2620517" y="915923"/>
                  </a:lnTo>
                  <a:lnTo>
                    <a:pt x="2617470" y="924305"/>
                  </a:lnTo>
                  <a:lnTo>
                    <a:pt x="2625090" y="926591"/>
                  </a:lnTo>
                  <a:lnTo>
                    <a:pt x="2628138" y="918971"/>
                  </a:lnTo>
                  <a:close/>
                </a:path>
                <a:path w="6916420" h="2428240">
                  <a:moveTo>
                    <a:pt x="2644140" y="924305"/>
                  </a:moveTo>
                  <a:lnTo>
                    <a:pt x="2635758" y="922019"/>
                  </a:lnTo>
                  <a:lnTo>
                    <a:pt x="2633472" y="929639"/>
                  </a:lnTo>
                  <a:lnTo>
                    <a:pt x="2641091" y="932687"/>
                  </a:lnTo>
                  <a:lnTo>
                    <a:pt x="2644140" y="924305"/>
                  </a:lnTo>
                  <a:close/>
                </a:path>
                <a:path w="6916420" h="2428240">
                  <a:moveTo>
                    <a:pt x="2659379" y="929639"/>
                  </a:moveTo>
                  <a:lnTo>
                    <a:pt x="2651760" y="927353"/>
                  </a:lnTo>
                  <a:lnTo>
                    <a:pt x="2648712" y="934973"/>
                  </a:lnTo>
                  <a:lnTo>
                    <a:pt x="2657093" y="938021"/>
                  </a:lnTo>
                  <a:lnTo>
                    <a:pt x="2659379" y="929639"/>
                  </a:lnTo>
                  <a:close/>
                </a:path>
                <a:path w="6916420" h="2428240">
                  <a:moveTo>
                    <a:pt x="2675381" y="935735"/>
                  </a:moveTo>
                  <a:lnTo>
                    <a:pt x="2667762" y="932687"/>
                  </a:lnTo>
                  <a:lnTo>
                    <a:pt x="2664714" y="940307"/>
                  </a:lnTo>
                  <a:lnTo>
                    <a:pt x="2672334" y="943355"/>
                  </a:lnTo>
                  <a:lnTo>
                    <a:pt x="2675381" y="935735"/>
                  </a:lnTo>
                  <a:close/>
                </a:path>
                <a:path w="6916420" h="2428240">
                  <a:moveTo>
                    <a:pt x="2691384" y="941069"/>
                  </a:moveTo>
                  <a:lnTo>
                    <a:pt x="2683002" y="938021"/>
                  </a:lnTo>
                  <a:lnTo>
                    <a:pt x="2680716" y="946403"/>
                  </a:lnTo>
                  <a:lnTo>
                    <a:pt x="2688336" y="948689"/>
                  </a:lnTo>
                  <a:lnTo>
                    <a:pt x="2691384" y="941069"/>
                  </a:lnTo>
                  <a:close/>
                </a:path>
                <a:path w="6916420" h="2428240">
                  <a:moveTo>
                    <a:pt x="2706624" y="946403"/>
                  </a:moveTo>
                  <a:lnTo>
                    <a:pt x="2699004" y="944117"/>
                  </a:lnTo>
                  <a:lnTo>
                    <a:pt x="2696717" y="951737"/>
                  </a:lnTo>
                  <a:lnTo>
                    <a:pt x="2704338" y="954785"/>
                  </a:lnTo>
                  <a:lnTo>
                    <a:pt x="2706624" y="946403"/>
                  </a:lnTo>
                  <a:close/>
                </a:path>
                <a:path w="6916420" h="2428240">
                  <a:moveTo>
                    <a:pt x="2722626" y="951737"/>
                  </a:moveTo>
                  <a:lnTo>
                    <a:pt x="2715005" y="949451"/>
                  </a:lnTo>
                  <a:lnTo>
                    <a:pt x="2711958" y="957071"/>
                  </a:lnTo>
                  <a:lnTo>
                    <a:pt x="2720340" y="960119"/>
                  </a:lnTo>
                  <a:lnTo>
                    <a:pt x="2722626" y="951737"/>
                  </a:lnTo>
                  <a:close/>
                </a:path>
                <a:path w="6916420" h="2428240">
                  <a:moveTo>
                    <a:pt x="2738628" y="957833"/>
                  </a:moveTo>
                  <a:lnTo>
                    <a:pt x="2731008" y="954785"/>
                  </a:lnTo>
                  <a:lnTo>
                    <a:pt x="2727960" y="962405"/>
                  </a:lnTo>
                  <a:lnTo>
                    <a:pt x="2735579" y="965453"/>
                  </a:lnTo>
                  <a:lnTo>
                    <a:pt x="2738628" y="957833"/>
                  </a:lnTo>
                  <a:close/>
                </a:path>
                <a:path w="6916420" h="2428240">
                  <a:moveTo>
                    <a:pt x="2754629" y="963167"/>
                  </a:moveTo>
                  <a:lnTo>
                    <a:pt x="2746248" y="960119"/>
                  </a:lnTo>
                  <a:lnTo>
                    <a:pt x="2743962" y="968501"/>
                  </a:lnTo>
                  <a:lnTo>
                    <a:pt x="2751581" y="970787"/>
                  </a:lnTo>
                  <a:lnTo>
                    <a:pt x="2754629" y="963167"/>
                  </a:lnTo>
                  <a:close/>
                </a:path>
                <a:path w="6916420" h="2428240">
                  <a:moveTo>
                    <a:pt x="2769870" y="968501"/>
                  </a:moveTo>
                  <a:lnTo>
                    <a:pt x="2762250" y="966215"/>
                  </a:lnTo>
                  <a:lnTo>
                    <a:pt x="2759202" y="973835"/>
                  </a:lnTo>
                  <a:lnTo>
                    <a:pt x="2767584" y="976883"/>
                  </a:lnTo>
                  <a:lnTo>
                    <a:pt x="2769870" y="968501"/>
                  </a:lnTo>
                  <a:close/>
                </a:path>
                <a:path w="6916420" h="2428240">
                  <a:moveTo>
                    <a:pt x="2785872" y="973835"/>
                  </a:moveTo>
                  <a:lnTo>
                    <a:pt x="2778252" y="971549"/>
                  </a:lnTo>
                  <a:lnTo>
                    <a:pt x="2775204" y="979169"/>
                  </a:lnTo>
                  <a:lnTo>
                    <a:pt x="2782824" y="982217"/>
                  </a:lnTo>
                  <a:lnTo>
                    <a:pt x="2785872" y="973835"/>
                  </a:lnTo>
                  <a:close/>
                </a:path>
                <a:path w="6916420" h="2428240">
                  <a:moveTo>
                    <a:pt x="2801874" y="979931"/>
                  </a:moveTo>
                  <a:lnTo>
                    <a:pt x="2793491" y="976883"/>
                  </a:lnTo>
                  <a:lnTo>
                    <a:pt x="2791205" y="984503"/>
                  </a:lnTo>
                  <a:lnTo>
                    <a:pt x="2798826" y="987551"/>
                  </a:lnTo>
                  <a:lnTo>
                    <a:pt x="2801874" y="979931"/>
                  </a:lnTo>
                  <a:close/>
                </a:path>
                <a:path w="6916420" h="2428240">
                  <a:moveTo>
                    <a:pt x="2817114" y="985265"/>
                  </a:moveTo>
                  <a:lnTo>
                    <a:pt x="2809493" y="982217"/>
                  </a:lnTo>
                  <a:lnTo>
                    <a:pt x="2806446" y="990599"/>
                  </a:lnTo>
                  <a:lnTo>
                    <a:pt x="2814828" y="992885"/>
                  </a:lnTo>
                  <a:lnTo>
                    <a:pt x="2817114" y="985265"/>
                  </a:lnTo>
                  <a:close/>
                </a:path>
                <a:path w="6916420" h="2428240">
                  <a:moveTo>
                    <a:pt x="2833116" y="990599"/>
                  </a:moveTo>
                  <a:lnTo>
                    <a:pt x="2825496" y="988313"/>
                  </a:lnTo>
                  <a:lnTo>
                    <a:pt x="2822448" y="995933"/>
                  </a:lnTo>
                  <a:lnTo>
                    <a:pt x="2830067" y="998219"/>
                  </a:lnTo>
                  <a:lnTo>
                    <a:pt x="2833116" y="990599"/>
                  </a:lnTo>
                  <a:close/>
                </a:path>
                <a:path w="6916420" h="2428240">
                  <a:moveTo>
                    <a:pt x="2849117" y="995933"/>
                  </a:moveTo>
                  <a:lnTo>
                    <a:pt x="2840736" y="993647"/>
                  </a:lnTo>
                  <a:lnTo>
                    <a:pt x="2838450" y="1001267"/>
                  </a:lnTo>
                  <a:lnTo>
                    <a:pt x="2846070" y="1004315"/>
                  </a:lnTo>
                  <a:lnTo>
                    <a:pt x="2849117" y="995933"/>
                  </a:lnTo>
                  <a:close/>
                </a:path>
                <a:path w="6916420" h="2428240">
                  <a:moveTo>
                    <a:pt x="2864358" y="1002029"/>
                  </a:moveTo>
                  <a:lnTo>
                    <a:pt x="2856738" y="998981"/>
                  </a:lnTo>
                  <a:lnTo>
                    <a:pt x="2853690" y="1006601"/>
                  </a:lnTo>
                  <a:lnTo>
                    <a:pt x="2862072" y="1009649"/>
                  </a:lnTo>
                  <a:lnTo>
                    <a:pt x="2864358" y="1002029"/>
                  </a:lnTo>
                  <a:close/>
                </a:path>
                <a:path w="6916420" h="2428240">
                  <a:moveTo>
                    <a:pt x="2880360" y="1007363"/>
                  </a:moveTo>
                  <a:lnTo>
                    <a:pt x="2872740" y="1004315"/>
                  </a:lnTo>
                  <a:lnTo>
                    <a:pt x="2869691" y="1012697"/>
                  </a:lnTo>
                  <a:lnTo>
                    <a:pt x="2877312" y="1014983"/>
                  </a:lnTo>
                  <a:lnTo>
                    <a:pt x="2880360" y="1007363"/>
                  </a:lnTo>
                  <a:close/>
                </a:path>
                <a:path w="6916420" h="2428240">
                  <a:moveTo>
                    <a:pt x="2896362" y="1012697"/>
                  </a:moveTo>
                  <a:lnTo>
                    <a:pt x="2887979" y="1009649"/>
                  </a:lnTo>
                  <a:lnTo>
                    <a:pt x="2885693" y="1018031"/>
                  </a:lnTo>
                  <a:lnTo>
                    <a:pt x="2893314" y="1020317"/>
                  </a:lnTo>
                  <a:lnTo>
                    <a:pt x="2896362" y="1012697"/>
                  </a:lnTo>
                  <a:close/>
                </a:path>
                <a:path w="6916420" h="2428240">
                  <a:moveTo>
                    <a:pt x="2912364" y="1018031"/>
                  </a:moveTo>
                  <a:lnTo>
                    <a:pt x="2903981" y="1015745"/>
                  </a:lnTo>
                  <a:lnTo>
                    <a:pt x="2901696" y="1023365"/>
                  </a:lnTo>
                  <a:lnTo>
                    <a:pt x="2909316" y="1026413"/>
                  </a:lnTo>
                  <a:lnTo>
                    <a:pt x="2912364" y="1018031"/>
                  </a:lnTo>
                  <a:close/>
                </a:path>
                <a:path w="6916420" h="2428240">
                  <a:moveTo>
                    <a:pt x="2927604" y="1024127"/>
                  </a:moveTo>
                  <a:lnTo>
                    <a:pt x="2919984" y="1021079"/>
                  </a:lnTo>
                  <a:lnTo>
                    <a:pt x="2916936" y="1028699"/>
                  </a:lnTo>
                  <a:lnTo>
                    <a:pt x="2925317" y="1031747"/>
                  </a:lnTo>
                  <a:lnTo>
                    <a:pt x="2927604" y="1024127"/>
                  </a:lnTo>
                  <a:close/>
                </a:path>
                <a:path w="6916420" h="2428240">
                  <a:moveTo>
                    <a:pt x="2943605" y="1029461"/>
                  </a:moveTo>
                  <a:lnTo>
                    <a:pt x="2935986" y="1026413"/>
                  </a:lnTo>
                  <a:lnTo>
                    <a:pt x="2932938" y="1034795"/>
                  </a:lnTo>
                  <a:lnTo>
                    <a:pt x="2940558" y="1037081"/>
                  </a:lnTo>
                  <a:lnTo>
                    <a:pt x="2943605" y="1029461"/>
                  </a:lnTo>
                  <a:close/>
                </a:path>
                <a:path w="6916420" h="2428240">
                  <a:moveTo>
                    <a:pt x="2959608" y="1034795"/>
                  </a:moveTo>
                  <a:lnTo>
                    <a:pt x="2951226" y="1031747"/>
                  </a:lnTo>
                  <a:lnTo>
                    <a:pt x="2948940" y="1040129"/>
                  </a:lnTo>
                  <a:lnTo>
                    <a:pt x="2956560" y="1042415"/>
                  </a:lnTo>
                  <a:lnTo>
                    <a:pt x="2959608" y="1034795"/>
                  </a:lnTo>
                  <a:close/>
                </a:path>
                <a:path w="6916420" h="2428240">
                  <a:moveTo>
                    <a:pt x="2974848" y="1040129"/>
                  </a:moveTo>
                  <a:lnTo>
                    <a:pt x="2967228" y="1037843"/>
                  </a:lnTo>
                  <a:lnTo>
                    <a:pt x="2964179" y="1045463"/>
                  </a:lnTo>
                  <a:lnTo>
                    <a:pt x="2972562" y="1048511"/>
                  </a:lnTo>
                  <a:lnTo>
                    <a:pt x="2974848" y="1040129"/>
                  </a:lnTo>
                  <a:close/>
                </a:path>
                <a:path w="6916420" h="2428240">
                  <a:moveTo>
                    <a:pt x="2990850" y="1046225"/>
                  </a:moveTo>
                  <a:lnTo>
                    <a:pt x="2983229" y="1043177"/>
                  </a:lnTo>
                  <a:lnTo>
                    <a:pt x="2980181" y="1050797"/>
                  </a:lnTo>
                  <a:lnTo>
                    <a:pt x="2987802" y="1053845"/>
                  </a:lnTo>
                  <a:lnTo>
                    <a:pt x="2990850" y="1046225"/>
                  </a:lnTo>
                  <a:close/>
                </a:path>
                <a:path w="6916420" h="2428240">
                  <a:moveTo>
                    <a:pt x="3006852" y="1051559"/>
                  </a:moveTo>
                  <a:lnTo>
                    <a:pt x="2998470" y="1048511"/>
                  </a:lnTo>
                  <a:lnTo>
                    <a:pt x="2996184" y="1056893"/>
                  </a:lnTo>
                  <a:lnTo>
                    <a:pt x="3003804" y="1059180"/>
                  </a:lnTo>
                  <a:lnTo>
                    <a:pt x="3006852" y="1051559"/>
                  </a:lnTo>
                  <a:close/>
                </a:path>
                <a:path w="6916420" h="2428240">
                  <a:moveTo>
                    <a:pt x="3022091" y="1056893"/>
                  </a:moveTo>
                  <a:lnTo>
                    <a:pt x="3014472" y="1053845"/>
                  </a:lnTo>
                  <a:lnTo>
                    <a:pt x="3011424" y="1062227"/>
                  </a:lnTo>
                  <a:lnTo>
                    <a:pt x="3019805" y="1064513"/>
                  </a:lnTo>
                  <a:lnTo>
                    <a:pt x="3022091" y="1056893"/>
                  </a:lnTo>
                  <a:close/>
                </a:path>
                <a:path w="6916420" h="2428240">
                  <a:moveTo>
                    <a:pt x="3038093" y="1062227"/>
                  </a:moveTo>
                  <a:lnTo>
                    <a:pt x="3030474" y="1059941"/>
                  </a:lnTo>
                  <a:lnTo>
                    <a:pt x="3027426" y="1067561"/>
                  </a:lnTo>
                  <a:lnTo>
                    <a:pt x="3035046" y="1070609"/>
                  </a:lnTo>
                  <a:lnTo>
                    <a:pt x="3038093" y="1062227"/>
                  </a:lnTo>
                  <a:close/>
                </a:path>
                <a:path w="6916420" h="2428240">
                  <a:moveTo>
                    <a:pt x="3054096" y="1068323"/>
                  </a:moveTo>
                  <a:lnTo>
                    <a:pt x="3045714" y="1065275"/>
                  </a:lnTo>
                  <a:lnTo>
                    <a:pt x="3043428" y="1072895"/>
                  </a:lnTo>
                  <a:lnTo>
                    <a:pt x="3051048" y="1075943"/>
                  </a:lnTo>
                  <a:lnTo>
                    <a:pt x="3054096" y="1068323"/>
                  </a:lnTo>
                  <a:close/>
                </a:path>
                <a:path w="6916420" h="2428240">
                  <a:moveTo>
                    <a:pt x="3069336" y="1073658"/>
                  </a:moveTo>
                  <a:lnTo>
                    <a:pt x="3061716" y="1070609"/>
                  </a:lnTo>
                  <a:lnTo>
                    <a:pt x="3058667" y="1078230"/>
                  </a:lnTo>
                  <a:lnTo>
                    <a:pt x="3067050" y="1081277"/>
                  </a:lnTo>
                  <a:lnTo>
                    <a:pt x="3069336" y="1073658"/>
                  </a:lnTo>
                  <a:close/>
                </a:path>
                <a:path w="6916420" h="2428240">
                  <a:moveTo>
                    <a:pt x="3085338" y="1078991"/>
                  </a:moveTo>
                  <a:lnTo>
                    <a:pt x="3077717" y="1075943"/>
                  </a:lnTo>
                  <a:lnTo>
                    <a:pt x="3074670" y="1084325"/>
                  </a:lnTo>
                  <a:lnTo>
                    <a:pt x="3083052" y="1086611"/>
                  </a:lnTo>
                  <a:lnTo>
                    <a:pt x="3085338" y="1078991"/>
                  </a:lnTo>
                  <a:close/>
                </a:path>
                <a:path w="6916420" h="2428240">
                  <a:moveTo>
                    <a:pt x="3101340" y="1084325"/>
                  </a:moveTo>
                  <a:lnTo>
                    <a:pt x="3092958" y="1082039"/>
                  </a:lnTo>
                  <a:lnTo>
                    <a:pt x="3090672" y="1089659"/>
                  </a:lnTo>
                  <a:lnTo>
                    <a:pt x="3098291" y="1092708"/>
                  </a:lnTo>
                  <a:lnTo>
                    <a:pt x="3101340" y="1084325"/>
                  </a:lnTo>
                  <a:close/>
                </a:path>
                <a:path w="6916420" h="2428240">
                  <a:moveTo>
                    <a:pt x="3117341" y="1089659"/>
                  </a:moveTo>
                  <a:lnTo>
                    <a:pt x="3108960" y="1087373"/>
                  </a:lnTo>
                  <a:lnTo>
                    <a:pt x="3106674" y="1094993"/>
                  </a:lnTo>
                  <a:lnTo>
                    <a:pt x="3114293" y="1098041"/>
                  </a:lnTo>
                  <a:lnTo>
                    <a:pt x="3117341" y="1089659"/>
                  </a:lnTo>
                  <a:close/>
                </a:path>
                <a:path w="6916420" h="2428240">
                  <a:moveTo>
                    <a:pt x="3132581" y="1095755"/>
                  </a:moveTo>
                  <a:lnTo>
                    <a:pt x="3124962" y="1092708"/>
                  </a:lnTo>
                  <a:lnTo>
                    <a:pt x="3121914" y="1100327"/>
                  </a:lnTo>
                  <a:lnTo>
                    <a:pt x="3130296" y="1103375"/>
                  </a:lnTo>
                  <a:lnTo>
                    <a:pt x="3132581" y="1095755"/>
                  </a:lnTo>
                  <a:close/>
                </a:path>
                <a:path w="6916420" h="2428240">
                  <a:moveTo>
                    <a:pt x="3148584" y="1101089"/>
                  </a:moveTo>
                  <a:lnTo>
                    <a:pt x="3140964" y="1098041"/>
                  </a:lnTo>
                  <a:lnTo>
                    <a:pt x="3137916" y="1106423"/>
                  </a:lnTo>
                  <a:lnTo>
                    <a:pt x="3145536" y="1108709"/>
                  </a:lnTo>
                  <a:lnTo>
                    <a:pt x="3148584" y="1101089"/>
                  </a:lnTo>
                  <a:close/>
                </a:path>
                <a:path w="6916420" h="2428240">
                  <a:moveTo>
                    <a:pt x="3164586" y="1106423"/>
                  </a:moveTo>
                  <a:lnTo>
                    <a:pt x="3156204" y="1104137"/>
                  </a:lnTo>
                  <a:lnTo>
                    <a:pt x="3153917" y="1111758"/>
                  </a:lnTo>
                  <a:lnTo>
                    <a:pt x="3161538" y="1114805"/>
                  </a:lnTo>
                  <a:lnTo>
                    <a:pt x="3164586" y="1106423"/>
                  </a:lnTo>
                  <a:close/>
                </a:path>
                <a:path w="6916420" h="2428240">
                  <a:moveTo>
                    <a:pt x="3179826" y="1111758"/>
                  </a:moveTo>
                  <a:lnTo>
                    <a:pt x="3172205" y="1109471"/>
                  </a:lnTo>
                  <a:lnTo>
                    <a:pt x="3169158" y="1117091"/>
                  </a:lnTo>
                  <a:lnTo>
                    <a:pt x="3177540" y="1120139"/>
                  </a:lnTo>
                  <a:lnTo>
                    <a:pt x="3179826" y="1111758"/>
                  </a:lnTo>
                  <a:close/>
                </a:path>
                <a:path w="6916420" h="2428240">
                  <a:moveTo>
                    <a:pt x="3195828" y="1117853"/>
                  </a:moveTo>
                  <a:lnTo>
                    <a:pt x="3188208" y="1114805"/>
                  </a:lnTo>
                  <a:lnTo>
                    <a:pt x="3185160" y="1122425"/>
                  </a:lnTo>
                  <a:lnTo>
                    <a:pt x="3192779" y="1125473"/>
                  </a:lnTo>
                  <a:lnTo>
                    <a:pt x="3195828" y="1117853"/>
                  </a:lnTo>
                  <a:close/>
                </a:path>
                <a:path w="6916420" h="2428240">
                  <a:moveTo>
                    <a:pt x="3211829" y="1123187"/>
                  </a:moveTo>
                  <a:lnTo>
                    <a:pt x="3203448" y="1120139"/>
                  </a:lnTo>
                  <a:lnTo>
                    <a:pt x="3201162" y="1128521"/>
                  </a:lnTo>
                  <a:lnTo>
                    <a:pt x="3208781" y="1130808"/>
                  </a:lnTo>
                  <a:lnTo>
                    <a:pt x="3211829" y="1123187"/>
                  </a:lnTo>
                  <a:close/>
                </a:path>
                <a:path w="6916420" h="2428240">
                  <a:moveTo>
                    <a:pt x="3227070" y="1128521"/>
                  </a:moveTo>
                  <a:lnTo>
                    <a:pt x="3219450" y="1126236"/>
                  </a:lnTo>
                  <a:lnTo>
                    <a:pt x="3216402" y="1133855"/>
                  </a:lnTo>
                  <a:lnTo>
                    <a:pt x="3224784" y="1136903"/>
                  </a:lnTo>
                  <a:lnTo>
                    <a:pt x="3227070" y="1128521"/>
                  </a:lnTo>
                  <a:close/>
                </a:path>
                <a:path w="6916420" h="2428240">
                  <a:moveTo>
                    <a:pt x="3243072" y="1133855"/>
                  </a:moveTo>
                  <a:lnTo>
                    <a:pt x="3235452" y="1131569"/>
                  </a:lnTo>
                  <a:lnTo>
                    <a:pt x="3232404" y="1139189"/>
                  </a:lnTo>
                  <a:lnTo>
                    <a:pt x="3240024" y="1142237"/>
                  </a:lnTo>
                  <a:lnTo>
                    <a:pt x="3243072" y="1133855"/>
                  </a:lnTo>
                  <a:close/>
                </a:path>
                <a:path w="6916420" h="2428240">
                  <a:moveTo>
                    <a:pt x="3259074" y="1139952"/>
                  </a:moveTo>
                  <a:lnTo>
                    <a:pt x="3250691" y="1136903"/>
                  </a:lnTo>
                  <a:lnTo>
                    <a:pt x="3248405" y="1144523"/>
                  </a:lnTo>
                  <a:lnTo>
                    <a:pt x="3256026" y="1147571"/>
                  </a:lnTo>
                  <a:lnTo>
                    <a:pt x="3259074" y="1139952"/>
                  </a:lnTo>
                  <a:close/>
                </a:path>
                <a:path w="6916420" h="2428240">
                  <a:moveTo>
                    <a:pt x="3274314" y="1145286"/>
                  </a:moveTo>
                  <a:lnTo>
                    <a:pt x="3266694" y="1142237"/>
                  </a:lnTo>
                  <a:lnTo>
                    <a:pt x="3263646" y="1150619"/>
                  </a:lnTo>
                  <a:lnTo>
                    <a:pt x="3272028" y="1152905"/>
                  </a:lnTo>
                  <a:lnTo>
                    <a:pt x="3274314" y="1145286"/>
                  </a:lnTo>
                  <a:close/>
                </a:path>
                <a:path w="6916420" h="2428240">
                  <a:moveTo>
                    <a:pt x="3290316" y="1150619"/>
                  </a:moveTo>
                  <a:lnTo>
                    <a:pt x="3282696" y="1148333"/>
                  </a:lnTo>
                  <a:lnTo>
                    <a:pt x="3279648" y="1155953"/>
                  </a:lnTo>
                  <a:lnTo>
                    <a:pt x="3288030" y="1158239"/>
                  </a:lnTo>
                  <a:lnTo>
                    <a:pt x="3290316" y="1150619"/>
                  </a:lnTo>
                  <a:close/>
                </a:path>
                <a:path w="6916420" h="2428240">
                  <a:moveTo>
                    <a:pt x="3306318" y="1155953"/>
                  </a:moveTo>
                  <a:lnTo>
                    <a:pt x="3297936" y="1153667"/>
                  </a:lnTo>
                  <a:lnTo>
                    <a:pt x="3295650" y="1161287"/>
                  </a:lnTo>
                  <a:lnTo>
                    <a:pt x="3303270" y="1164336"/>
                  </a:lnTo>
                  <a:lnTo>
                    <a:pt x="3306318" y="1155953"/>
                  </a:lnTo>
                  <a:close/>
                </a:path>
                <a:path w="6916420" h="2428240">
                  <a:moveTo>
                    <a:pt x="3322320" y="1162049"/>
                  </a:moveTo>
                  <a:lnTo>
                    <a:pt x="3313938" y="1159002"/>
                  </a:lnTo>
                  <a:lnTo>
                    <a:pt x="3311652" y="1166621"/>
                  </a:lnTo>
                  <a:lnTo>
                    <a:pt x="3319272" y="1169669"/>
                  </a:lnTo>
                  <a:lnTo>
                    <a:pt x="3322320" y="1162049"/>
                  </a:lnTo>
                  <a:close/>
                </a:path>
                <a:path w="6916420" h="2428240">
                  <a:moveTo>
                    <a:pt x="3337560" y="1167383"/>
                  </a:moveTo>
                  <a:lnTo>
                    <a:pt x="3329940" y="1164336"/>
                  </a:lnTo>
                  <a:lnTo>
                    <a:pt x="3326892" y="1172717"/>
                  </a:lnTo>
                  <a:lnTo>
                    <a:pt x="3335274" y="1175003"/>
                  </a:lnTo>
                  <a:lnTo>
                    <a:pt x="3337560" y="1167383"/>
                  </a:lnTo>
                  <a:close/>
                </a:path>
                <a:path w="6916420" h="2428240">
                  <a:moveTo>
                    <a:pt x="3353562" y="1172717"/>
                  </a:moveTo>
                  <a:lnTo>
                    <a:pt x="3345942" y="1169669"/>
                  </a:lnTo>
                  <a:lnTo>
                    <a:pt x="3342894" y="1178052"/>
                  </a:lnTo>
                  <a:lnTo>
                    <a:pt x="3350514" y="1180337"/>
                  </a:lnTo>
                  <a:lnTo>
                    <a:pt x="3353562" y="1172717"/>
                  </a:lnTo>
                  <a:close/>
                </a:path>
                <a:path w="6916420" h="2428240">
                  <a:moveTo>
                    <a:pt x="3369564" y="1178052"/>
                  </a:moveTo>
                  <a:lnTo>
                    <a:pt x="3361182" y="1175765"/>
                  </a:lnTo>
                  <a:lnTo>
                    <a:pt x="3358896" y="1183386"/>
                  </a:lnTo>
                  <a:lnTo>
                    <a:pt x="3366516" y="1186433"/>
                  </a:lnTo>
                  <a:lnTo>
                    <a:pt x="3369564" y="1178052"/>
                  </a:lnTo>
                  <a:close/>
                </a:path>
                <a:path w="6916420" h="2428240">
                  <a:moveTo>
                    <a:pt x="3384804" y="1184147"/>
                  </a:moveTo>
                  <a:lnTo>
                    <a:pt x="3377184" y="1181099"/>
                  </a:lnTo>
                  <a:lnTo>
                    <a:pt x="3374136" y="1188719"/>
                  </a:lnTo>
                  <a:lnTo>
                    <a:pt x="3382518" y="1191767"/>
                  </a:lnTo>
                  <a:lnTo>
                    <a:pt x="3384804" y="1184147"/>
                  </a:lnTo>
                  <a:close/>
                </a:path>
                <a:path w="6916420" h="2428240">
                  <a:moveTo>
                    <a:pt x="3400806" y="1189481"/>
                  </a:moveTo>
                  <a:lnTo>
                    <a:pt x="3393186" y="1186433"/>
                  </a:lnTo>
                  <a:lnTo>
                    <a:pt x="3390138" y="1194815"/>
                  </a:lnTo>
                  <a:lnTo>
                    <a:pt x="3397758" y="1197102"/>
                  </a:lnTo>
                  <a:lnTo>
                    <a:pt x="3400806" y="1189481"/>
                  </a:lnTo>
                  <a:close/>
                </a:path>
                <a:path w="6916420" h="2428240">
                  <a:moveTo>
                    <a:pt x="3416808" y="1194815"/>
                  </a:moveTo>
                  <a:lnTo>
                    <a:pt x="3408426" y="1191767"/>
                  </a:lnTo>
                  <a:lnTo>
                    <a:pt x="3406140" y="1200149"/>
                  </a:lnTo>
                  <a:lnTo>
                    <a:pt x="3413760" y="1202436"/>
                  </a:lnTo>
                  <a:lnTo>
                    <a:pt x="3416808" y="1194815"/>
                  </a:lnTo>
                  <a:close/>
                </a:path>
                <a:path w="6916420" h="2428240">
                  <a:moveTo>
                    <a:pt x="3432048" y="1200149"/>
                  </a:moveTo>
                  <a:lnTo>
                    <a:pt x="3424428" y="1197863"/>
                  </a:lnTo>
                  <a:lnTo>
                    <a:pt x="3421380" y="1205483"/>
                  </a:lnTo>
                  <a:lnTo>
                    <a:pt x="3429762" y="1208531"/>
                  </a:lnTo>
                  <a:lnTo>
                    <a:pt x="3432048" y="1200149"/>
                  </a:lnTo>
                  <a:close/>
                </a:path>
                <a:path w="6916420" h="2428240">
                  <a:moveTo>
                    <a:pt x="3448050" y="1206245"/>
                  </a:moveTo>
                  <a:lnTo>
                    <a:pt x="3440430" y="1203197"/>
                  </a:lnTo>
                  <a:lnTo>
                    <a:pt x="3437382" y="1210817"/>
                  </a:lnTo>
                  <a:lnTo>
                    <a:pt x="3445002" y="1213865"/>
                  </a:lnTo>
                  <a:lnTo>
                    <a:pt x="3448050" y="1206245"/>
                  </a:lnTo>
                  <a:close/>
                </a:path>
                <a:path w="6916420" h="2428240">
                  <a:moveTo>
                    <a:pt x="3464052" y="1211580"/>
                  </a:moveTo>
                  <a:lnTo>
                    <a:pt x="3455670" y="1208531"/>
                  </a:lnTo>
                  <a:lnTo>
                    <a:pt x="3453384" y="1216913"/>
                  </a:lnTo>
                  <a:lnTo>
                    <a:pt x="3461004" y="1219199"/>
                  </a:lnTo>
                  <a:lnTo>
                    <a:pt x="3464052" y="1211580"/>
                  </a:lnTo>
                  <a:close/>
                </a:path>
                <a:path w="6916420" h="2428240">
                  <a:moveTo>
                    <a:pt x="3479292" y="1216913"/>
                  </a:moveTo>
                  <a:lnTo>
                    <a:pt x="3471672" y="1213865"/>
                  </a:lnTo>
                  <a:lnTo>
                    <a:pt x="3468624" y="1222247"/>
                  </a:lnTo>
                  <a:lnTo>
                    <a:pt x="3477006" y="1224533"/>
                  </a:lnTo>
                  <a:lnTo>
                    <a:pt x="3479292" y="1216913"/>
                  </a:lnTo>
                  <a:close/>
                </a:path>
                <a:path w="6916420" h="2428240">
                  <a:moveTo>
                    <a:pt x="3495294" y="1222247"/>
                  </a:moveTo>
                  <a:lnTo>
                    <a:pt x="3487674" y="1219961"/>
                  </a:lnTo>
                  <a:lnTo>
                    <a:pt x="3484626" y="1227581"/>
                  </a:lnTo>
                  <a:lnTo>
                    <a:pt x="3493008" y="1230630"/>
                  </a:lnTo>
                  <a:lnTo>
                    <a:pt x="3495294" y="1222247"/>
                  </a:lnTo>
                  <a:close/>
                </a:path>
                <a:path w="6916420" h="2428240">
                  <a:moveTo>
                    <a:pt x="3511296" y="1228343"/>
                  </a:moveTo>
                  <a:lnTo>
                    <a:pt x="3502914" y="1225295"/>
                  </a:lnTo>
                  <a:lnTo>
                    <a:pt x="3500628" y="1232915"/>
                  </a:lnTo>
                  <a:lnTo>
                    <a:pt x="3508248" y="1235963"/>
                  </a:lnTo>
                  <a:lnTo>
                    <a:pt x="3511296" y="1228343"/>
                  </a:lnTo>
                  <a:close/>
                </a:path>
                <a:path w="6916420" h="2428240">
                  <a:moveTo>
                    <a:pt x="3527298" y="1233677"/>
                  </a:moveTo>
                  <a:lnTo>
                    <a:pt x="3518916" y="1230630"/>
                  </a:lnTo>
                  <a:lnTo>
                    <a:pt x="3516630" y="1239011"/>
                  </a:lnTo>
                  <a:lnTo>
                    <a:pt x="3524250" y="1241297"/>
                  </a:lnTo>
                  <a:lnTo>
                    <a:pt x="3527298" y="1233677"/>
                  </a:lnTo>
                  <a:close/>
                </a:path>
                <a:path w="6916420" h="2428240">
                  <a:moveTo>
                    <a:pt x="3542538" y="1239011"/>
                  </a:moveTo>
                  <a:lnTo>
                    <a:pt x="3534918" y="1235963"/>
                  </a:lnTo>
                  <a:lnTo>
                    <a:pt x="3531870" y="1244345"/>
                  </a:lnTo>
                  <a:lnTo>
                    <a:pt x="3540252" y="1246631"/>
                  </a:lnTo>
                  <a:lnTo>
                    <a:pt x="3542538" y="1239011"/>
                  </a:lnTo>
                  <a:close/>
                </a:path>
                <a:path w="6916420" h="2428240">
                  <a:moveTo>
                    <a:pt x="3558540" y="1244345"/>
                  </a:moveTo>
                  <a:lnTo>
                    <a:pt x="3550920" y="1242059"/>
                  </a:lnTo>
                  <a:lnTo>
                    <a:pt x="3547872" y="1249680"/>
                  </a:lnTo>
                  <a:lnTo>
                    <a:pt x="3555492" y="1252727"/>
                  </a:lnTo>
                  <a:lnTo>
                    <a:pt x="3558540" y="1244345"/>
                  </a:lnTo>
                  <a:close/>
                </a:path>
                <a:path w="6916420" h="2428240">
                  <a:moveTo>
                    <a:pt x="3574542" y="1250441"/>
                  </a:moveTo>
                  <a:lnTo>
                    <a:pt x="3566160" y="1247393"/>
                  </a:lnTo>
                  <a:lnTo>
                    <a:pt x="3563874" y="1255013"/>
                  </a:lnTo>
                  <a:lnTo>
                    <a:pt x="3571494" y="1258061"/>
                  </a:lnTo>
                  <a:lnTo>
                    <a:pt x="3574542" y="1250441"/>
                  </a:lnTo>
                  <a:close/>
                </a:path>
                <a:path w="6916420" h="2428240">
                  <a:moveTo>
                    <a:pt x="3589782" y="1255775"/>
                  </a:moveTo>
                  <a:lnTo>
                    <a:pt x="3582162" y="1252727"/>
                  </a:lnTo>
                  <a:lnTo>
                    <a:pt x="3579114" y="1260347"/>
                  </a:lnTo>
                  <a:lnTo>
                    <a:pt x="3587496" y="1263395"/>
                  </a:lnTo>
                  <a:lnTo>
                    <a:pt x="3589782" y="1255775"/>
                  </a:lnTo>
                  <a:close/>
                </a:path>
                <a:path w="6916420" h="2428240">
                  <a:moveTo>
                    <a:pt x="3605784" y="1261109"/>
                  </a:moveTo>
                  <a:lnTo>
                    <a:pt x="3598164" y="1258061"/>
                  </a:lnTo>
                  <a:lnTo>
                    <a:pt x="3595116" y="1266443"/>
                  </a:lnTo>
                  <a:lnTo>
                    <a:pt x="3602736" y="1268730"/>
                  </a:lnTo>
                  <a:lnTo>
                    <a:pt x="3605784" y="1261109"/>
                  </a:lnTo>
                  <a:close/>
                </a:path>
                <a:path w="6916420" h="2428240">
                  <a:moveTo>
                    <a:pt x="3621786" y="1266443"/>
                  </a:moveTo>
                  <a:lnTo>
                    <a:pt x="3613404" y="1264158"/>
                  </a:lnTo>
                  <a:lnTo>
                    <a:pt x="3611118" y="1271777"/>
                  </a:lnTo>
                  <a:lnTo>
                    <a:pt x="3618738" y="1274825"/>
                  </a:lnTo>
                  <a:lnTo>
                    <a:pt x="3621786" y="1266443"/>
                  </a:lnTo>
                  <a:close/>
                </a:path>
                <a:path w="6916420" h="2428240">
                  <a:moveTo>
                    <a:pt x="3637026" y="1271777"/>
                  </a:moveTo>
                  <a:lnTo>
                    <a:pt x="3629406" y="1269491"/>
                  </a:lnTo>
                  <a:lnTo>
                    <a:pt x="3626358" y="1277111"/>
                  </a:lnTo>
                  <a:lnTo>
                    <a:pt x="3634740" y="1280159"/>
                  </a:lnTo>
                  <a:lnTo>
                    <a:pt x="3637026" y="1271777"/>
                  </a:lnTo>
                  <a:close/>
                </a:path>
                <a:path w="6916420" h="2428240">
                  <a:moveTo>
                    <a:pt x="3653028" y="1277873"/>
                  </a:moveTo>
                  <a:lnTo>
                    <a:pt x="3645408" y="1274825"/>
                  </a:lnTo>
                  <a:lnTo>
                    <a:pt x="3642360" y="1282445"/>
                  </a:lnTo>
                  <a:lnTo>
                    <a:pt x="3649980" y="1285493"/>
                  </a:lnTo>
                  <a:lnTo>
                    <a:pt x="3653028" y="1277873"/>
                  </a:lnTo>
                  <a:close/>
                </a:path>
                <a:path w="6916420" h="2428240">
                  <a:moveTo>
                    <a:pt x="3669030" y="1283208"/>
                  </a:moveTo>
                  <a:lnTo>
                    <a:pt x="3660648" y="1280159"/>
                  </a:lnTo>
                  <a:lnTo>
                    <a:pt x="3658362" y="1288541"/>
                  </a:lnTo>
                  <a:lnTo>
                    <a:pt x="3665982" y="1290827"/>
                  </a:lnTo>
                  <a:lnTo>
                    <a:pt x="3669030" y="1283208"/>
                  </a:lnTo>
                  <a:close/>
                </a:path>
                <a:path w="6916420" h="2428240">
                  <a:moveTo>
                    <a:pt x="3684270" y="1288541"/>
                  </a:moveTo>
                  <a:lnTo>
                    <a:pt x="3676650" y="1286255"/>
                  </a:lnTo>
                  <a:lnTo>
                    <a:pt x="3673602" y="1293875"/>
                  </a:lnTo>
                  <a:lnTo>
                    <a:pt x="3681984" y="1296923"/>
                  </a:lnTo>
                  <a:lnTo>
                    <a:pt x="3684270" y="1288541"/>
                  </a:lnTo>
                  <a:close/>
                </a:path>
                <a:path w="6916420" h="2428240">
                  <a:moveTo>
                    <a:pt x="3700272" y="1293875"/>
                  </a:moveTo>
                  <a:lnTo>
                    <a:pt x="3692652" y="1291589"/>
                  </a:lnTo>
                  <a:lnTo>
                    <a:pt x="3689604" y="1299209"/>
                  </a:lnTo>
                  <a:lnTo>
                    <a:pt x="3697986" y="1302258"/>
                  </a:lnTo>
                  <a:lnTo>
                    <a:pt x="3700272" y="1293875"/>
                  </a:lnTo>
                  <a:close/>
                </a:path>
                <a:path w="6916420" h="2428240">
                  <a:moveTo>
                    <a:pt x="3716274" y="1299971"/>
                  </a:moveTo>
                  <a:lnTo>
                    <a:pt x="3707892" y="1296923"/>
                  </a:lnTo>
                  <a:lnTo>
                    <a:pt x="3705606" y="1304543"/>
                  </a:lnTo>
                  <a:lnTo>
                    <a:pt x="3713226" y="1307591"/>
                  </a:lnTo>
                  <a:lnTo>
                    <a:pt x="3716274" y="1299971"/>
                  </a:lnTo>
                  <a:close/>
                </a:path>
                <a:path w="6916420" h="2428240">
                  <a:moveTo>
                    <a:pt x="3732276" y="1305305"/>
                  </a:moveTo>
                  <a:lnTo>
                    <a:pt x="3723894" y="1302258"/>
                  </a:lnTo>
                  <a:lnTo>
                    <a:pt x="3721608" y="1310639"/>
                  </a:lnTo>
                  <a:lnTo>
                    <a:pt x="3729228" y="1312925"/>
                  </a:lnTo>
                  <a:lnTo>
                    <a:pt x="3732276" y="1305305"/>
                  </a:lnTo>
                  <a:close/>
                </a:path>
                <a:path w="6916420" h="2428240">
                  <a:moveTo>
                    <a:pt x="3747516" y="1310639"/>
                  </a:moveTo>
                  <a:lnTo>
                    <a:pt x="3739896" y="1308353"/>
                  </a:lnTo>
                  <a:lnTo>
                    <a:pt x="3736848" y="1315973"/>
                  </a:lnTo>
                  <a:lnTo>
                    <a:pt x="3745230" y="1319021"/>
                  </a:lnTo>
                  <a:lnTo>
                    <a:pt x="3747516" y="1310639"/>
                  </a:lnTo>
                  <a:close/>
                </a:path>
                <a:path w="6916420" h="2428240">
                  <a:moveTo>
                    <a:pt x="3763518" y="1315973"/>
                  </a:moveTo>
                  <a:lnTo>
                    <a:pt x="3755898" y="1313687"/>
                  </a:lnTo>
                  <a:lnTo>
                    <a:pt x="3752850" y="1321308"/>
                  </a:lnTo>
                  <a:lnTo>
                    <a:pt x="3760470" y="1324355"/>
                  </a:lnTo>
                  <a:lnTo>
                    <a:pt x="3763518" y="1315973"/>
                  </a:lnTo>
                  <a:close/>
                </a:path>
                <a:path w="6916420" h="2428240">
                  <a:moveTo>
                    <a:pt x="3779520" y="1322069"/>
                  </a:moveTo>
                  <a:lnTo>
                    <a:pt x="3771138" y="1319021"/>
                  </a:lnTo>
                  <a:lnTo>
                    <a:pt x="3768852" y="1326641"/>
                  </a:lnTo>
                  <a:lnTo>
                    <a:pt x="3776472" y="1329689"/>
                  </a:lnTo>
                  <a:lnTo>
                    <a:pt x="3779520" y="1322069"/>
                  </a:lnTo>
                  <a:close/>
                </a:path>
                <a:path w="6916420" h="2428240">
                  <a:moveTo>
                    <a:pt x="3794760" y="1327403"/>
                  </a:moveTo>
                  <a:lnTo>
                    <a:pt x="3787140" y="1324355"/>
                  </a:lnTo>
                  <a:lnTo>
                    <a:pt x="3784092" y="1332737"/>
                  </a:lnTo>
                  <a:lnTo>
                    <a:pt x="3792474" y="1335023"/>
                  </a:lnTo>
                  <a:lnTo>
                    <a:pt x="3794760" y="1327403"/>
                  </a:lnTo>
                  <a:close/>
                </a:path>
                <a:path w="6916420" h="2428240">
                  <a:moveTo>
                    <a:pt x="3810762" y="1332737"/>
                  </a:moveTo>
                  <a:lnTo>
                    <a:pt x="3803142" y="1330452"/>
                  </a:lnTo>
                  <a:lnTo>
                    <a:pt x="3800094" y="1338071"/>
                  </a:lnTo>
                  <a:lnTo>
                    <a:pt x="3807714" y="1340358"/>
                  </a:lnTo>
                  <a:lnTo>
                    <a:pt x="3810762" y="1332737"/>
                  </a:lnTo>
                  <a:close/>
                </a:path>
                <a:path w="6916420" h="2428240">
                  <a:moveTo>
                    <a:pt x="3826764" y="1338071"/>
                  </a:moveTo>
                  <a:lnTo>
                    <a:pt x="3818382" y="1335786"/>
                  </a:lnTo>
                  <a:lnTo>
                    <a:pt x="3816096" y="1343405"/>
                  </a:lnTo>
                  <a:lnTo>
                    <a:pt x="3823716" y="1346453"/>
                  </a:lnTo>
                  <a:lnTo>
                    <a:pt x="3826764" y="1338071"/>
                  </a:lnTo>
                  <a:close/>
                </a:path>
                <a:path w="6916420" h="2428240">
                  <a:moveTo>
                    <a:pt x="3842004" y="1344167"/>
                  </a:moveTo>
                  <a:lnTo>
                    <a:pt x="3834384" y="1341119"/>
                  </a:lnTo>
                  <a:lnTo>
                    <a:pt x="3831336" y="1348739"/>
                  </a:lnTo>
                  <a:lnTo>
                    <a:pt x="3839718" y="1351787"/>
                  </a:lnTo>
                  <a:lnTo>
                    <a:pt x="3842004" y="1344167"/>
                  </a:lnTo>
                  <a:close/>
                </a:path>
                <a:path w="6916420" h="2428240">
                  <a:moveTo>
                    <a:pt x="3858006" y="1349502"/>
                  </a:moveTo>
                  <a:lnTo>
                    <a:pt x="3850386" y="1346453"/>
                  </a:lnTo>
                  <a:lnTo>
                    <a:pt x="3847338" y="1354836"/>
                  </a:lnTo>
                  <a:lnTo>
                    <a:pt x="3854958" y="1357121"/>
                  </a:lnTo>
                  <a:lnTo>
                    <a:pt x="3858006" y="1349502"/>
                  </a:lnTo>
                  <a:close/>
                </a:path>
                <a:path w="6916420" h="2428240">
                  <a:moveTo>
                    <a:pt x="3874008" y="1354836"/>
                  </a:moveTo>
                  <a:lnTo>
                    <a:pt x="3865626" y="1351787"/>
                  </a:lnTo>
                  <a:lnTo>
                    <a:pt x="3863340" y="1360169"/>
                  </a:lnTo>
                  <a:lnTo>
                    <a:pt x="3870960" y="1362455"/>
                  </a:lnTo>
                  <a:lnTo>
                    <a:pt x="3874008" y="1354836"/>
                  </a:lnTo>
                  <a:close/>
                </a:path>
                <a:path w="6916420" h="2428240">
                  <a:moveTo>
                    <a:pt x="3889248" y="1360169"/>
                  </a:moveTo>
                  <a:lnTo>
                    <a:pt x="3881628" y="1357883"/>
                  </a:lnTo>
                  <a:lnTo>
                    <a:pt x="3879342" y="1365503"/>
                  </a:lnTo>
                  <a:lnTo>
                    <a:pt x="3886962" y="1368552"/>
                  </a:lnTo>
                  <a:lnTo>
                    <a:pt x="3889248" y="1360169"/>
                  </a:lnTo>
                  <a:close/>
                </a:path>
                <a:path w="6916420" h="2428240">
                  <a:moveTo>
                    <a:pt x="3905250" y="1366265"/>
                  </a:moveTo>
                  <a:lnTo>
                    <a:pt x="3897630" y="1363217"/>
                  </a:lnTo>
                  <a:lnTo>
                    <a:pt x="3894582" y="1370837"/>
                  </a:lnTo>
                  <a:lnTo>
                    <a:pt x="3902964" y="1373886"/>
                  </a:lnTo>
                  <a:lnTo>
                    <a:pt x="3905250" y="1366265"/>
                  </a:lnTo>
                  <a:close/>
                </a:path>
                <a:path w="6916420" h="2428240">
                  <a:moveTo>
                    <a:pt x="3921252" y="1371599"/>
                  </a:moveTo>
                  <a:lnTo>
                    <a:pt x="3913632" y="1368552"/>
                  </a:lnTo>
                  <a:lnTo>
                    <a:pt x="3910584" y="1376933"/>
                  </a:lnTo>
                  <a:lnTo>
                    <a:pt x="3918204" y="1379219"/>
                  </a:lnTo>
                  <a:lnTo>
                    <a:pt x="3921252" y="1371599"/>
                  </a:lnTo>
                  <a:close/>
                </a:path>
                <a:path w="6916420" h="2428240">
                  <a:moveTo>
                    <a:pt x="3937254" y="1376933"/>
                  </a:moveTo>
                  <a:lnTo>
                    <a:pt x="3928872" y="1373886"/>
                  </a:lnTo>
                  <a:lnTo>
                    <a:pt x="3926586" y="1382267"/>
                  </a:lnTo>
                  <a:lnTo>
                    <a:pt x="3934206" y="1384553"/>
                  </a:lnTo>
                  <a:lnTo>
                    <a:pt x="3937254" y="1376933"/>
                  </a:lnTo>
                  <a:close/>
                </a:path>
                <a:path w="6916420" h="2428240">
                  <a:moveTo>
                    <a:pt x="3952494" y="1382267"/>
                  </a:moveTo>
                  <a:lnTo>
                    <a:pt x="3944874" y="1379981"/>
                  </a:lnTo>
                  <a:lnTo>
                    <a:pt x="3941826" y="1387602"/>
                  </a:lnTo>
                  <a:lnTo>
                    <a:pt x="3950208" y="1390649"/>
                  </a:lnTo>
                  <a:lnTo>
                    <a:pt x="3952494" y="1382267"/>
                  </a:lnTo>
                  <a:close/>
                </a:path>
                <a:path w="6916420" h="2428240">
                  <a:moveTo>
                    <a:pt x="3968496" y="1388363"/>
                  </a:moveTo>
                  <a:lnTo>
                    <a:pt x="3960876" y="1385315"/>
                  </a:lnTo>
                  <a:lnTo>
                    <a:pt x="3957828" y="1392936"/>
                  </a:lnTo>
                  <a:lnTo>
                    <a:pt x="3965448" y="1395983"/>
                  </a:lnTo>
                  <a:lnTo>
                    <a:pt x="3968496" y="1388363"/>
                  </a:lnTo>
                  <a:close/>
                </a:path>
                <a:path w="6916420" h="2428240">
                  <a:moveTo>
                    <a:pt x="3984498" y="1393697"/>
                  </a:moveTo>
                  <a:lnTo>
                    <a:pt x="3976116" y="1390649"/>
                  </a:lnTo>
                  <a:lnTo>
                    <a:pt x="3973830" y="1399031"/>
                  </a:lnTo>
                  <a:lnTo>
                    <a:pt x="3981450" y="1401317"/>
                  </a:lnTo>
                  <a:lnTo>
                    <a:pt x="3984498" y="1393697"/>
                  </a:lnTo>
                  <a:close/>
                </a:path>
                <a:path w="6916420" h="2428240">
                  <a:moveTo>
                    <a:pt x="3999738" y="1399031"/>
                  </a:moveTo>
                  <a:lnTo>
                    <a:pt x="3992118" y="1395983"/>
                  </a:lnTo>
                  <a:lnTo>
                    <a:pt x="3989070" y="1404365"/>
                  </a:lnTo>
                  <a:lnTo>
                    <a:pt x="3997452" y="1406652"/>
                  </a:lnTo>
                  <a:lnTo>
                    <a:pt x="3999738" y="1399031"/>
                  </a:lnTo>
                  <a:close/>
                </a:path>
                <a:path w="6916420" h="2428240">
                  <a:moveTo>
                    <a:pt x="4015740" y="1404365"/>
                  </a:moveTo>
                  <a:lnTo>
                    <a:pt x="4008120" y="1402080"/>
                  </a:lnTo>
                  <a:lnTo>
                    <a:pt x="4005072" y="1409699"/>
                  </a:lnTo>
                  <a:lnTo>
                    <a:pt x="4012692" y="1412747"/>
                  </a:lnTo>
                  <a:lnTo>
                    <a:pt x="4015740" y="1404365"/>
                  </a:lnTo>
                  <a:close/>
                </a:path>
                <a:path w="6916420" h="2428240">
                  <a:moveTo>
                    <a:pt x="4031742" y="1410461"/>
                  </a:moveTo>
                  <a:lnTo>
                    <a:pt x="4023360" y="1407413"/>
                  </a:lnTo>
                  <a:lnTo>
                    <a:pt x="4021074" y="1415033"/>
                  </a:lnTo>
                  <a:lnTo>
                    <a:pt x="4028694" y="1418081"/>
                  </a:lnTo>
                  <a:lnTo>
                    <a:pt x="4031742" y="1410461"/>
                  </a:lnTo>
                  <a:close/>
                </a:path>
                <a:path w="6916420" h="2428240">
                  <a:moveTo>
                    <a:pt x="4046982" y="1415795"/>
                  </a:moveTo>
                  <a:lnTo>
                    <a:pt x="4039362" y="1412747"/>
                  </a:lnTo>
                  <a:lnTo>
                    <a:pt x="4036314" y="1420367"/>
                  </a:lnTo>
                  <a:lnTo>
                    <a:pt x="4044696" y="1423415"/>
                  </a:lnTo>
                  <a:lnTo>
                    <a:pt x="4046982" y="1415795"/>
                  </a:lnTo>
                  <a:close/>
                </a:path>
                <a:path w="6916420" h="2428240">
                  <a:moveTo>
                    <a:pt x="4062984" y="1421130"/>
                  </a:moveTo>
                  <a:lnTo>
                    <a:pt x="4055364" y="1418081"/>
                  </a:lnTo>
                  <a:lnTo>
                    <a:pt x="4052316" y="1426463"/>
                  </a:lnTo>
                  <a:lnTo>
                    <a:pt x="4059936" y="1428749"/>
                  </a:lnTo>
                  <a:lnTo>
                    <a:pt x="4062984" y="1421130"/>
                  </a:lnTo>
                  <a:close/>
                </a:path>
                <a:path w="6916420" h="2428240">
                  <a:moveTo>
                    <a:pt x="4078986" y="1426463"/>
                  </a:moveTo>
                  <a:lnTo>
                    <a:pt x="4070604" y="1424177"/>
                  </a:lnTo>
                  <a:lnTo>
                    <a:pt x="4068318" y="1431797"/>
                  </a:lnTo>
                  <a:lnTo>
                    <a:pt x="4075938" y="1434845"/>
                  </a:lnTo>
                  <a:lnTo>
                    <a:pt x="4078986" y="1426463"/>
                  </a:lnTo>
                  <a:close/>
                </a:path>
                <a:path w="6916420" h="2428240">
                  <a:moveTo>
                    <a:pt x="4094226" y="1431797"/>
                  </a:moveTo>
                  <a:lnTo>
                    <a:pt x="4086606" y="1429511"/>
                  </a:lnTo>
                  <a:lnTo>
                    <a:pt x="4084320" y="1437131"/>
                  </a:lnTo>
                  <a:lnTo>
                    <a:pt x="4091940" y="1440180"/>
                  </a:lnTo>
                  <a:lnTo>
                    <a:pt x="4094226" y="1431797"/>
                  </a:lnTo>
                  <a:close/>
                </a:path>
                <a:path w="6916420" h="2428240">
                  <a:moveTo>
                    <a:pt x="4110228" y="1437893"/>
                  </a:moveTo>
                  <a:lnTo>
                    <a:pt x="4102608" y="1434845"/>
                  </a:lnTo>
                  <a:lnTo>
                    <a:pt x="4099560" y="1442465"/>
                  </a:lnTo>
                  <a:lnTo>
                    <a:pt x="4107942" y="1445513"/>
                  </a:lnTo>
                  <a:lnTo>
                    <a:pt x="4110228" y="1437893"/>
                  </a:lnTo>
                  <a:close/>
                </a:path>
                <a:path w="6916420" h="2428240">
                  <a:moveTo>
                    <a:pt x="4126230" y="1443227"/>
                  </a:moveTo>
                  <a:lnTo>
                    <a:pt x="4118610" y="1440180"/>
                  </a:lnTo>
                  <a:lnTo>
                    <a:pt x="4115562" y="1448561"/>
                  </a:lnTo>
                  <a:lnTo>
                    <a:pt x="4123182" y="1450847"/>
                  </a:lnTo>
                  <a:lnTo>
                    <a:pt x="4126230" y="1443227"/>
                  </a:lnTo>
                  <a:close/>
                </a:path>
                <a:path w="6916420" h="2428240">
                  <a:moveTo>
                    <a:pt x="4142232" y="1448561"/>
                  </a:moveTo>
                  <a:lnTo>
                    <a:pt x="4133850" y="1446275"/>
                  </a:lnTo>
                  <a:lnTo>
                    <a:pt x="4131564" y="1453895"/>
                  </a:lnTo>
                  <a:lnTo>
                    <a:pt x="4139184" y="1456943"/>
                  </a:lnTo>
                  <a:lnTo>
                    <a:pt x="4142232" y="1448561"/>
                  </a:lnTo>
                  <a:close/>
                </a:path>
                <a:path w="6916420" h="2428240">
                  <a:moveTo>
                    <a:pt x="4157472" y="1453895"/>
                  </a:moveTo>
                  <a:lnTo>
                    <a:pt x="4149852" y="1451609"/>
                  </a:lnTo>
                  <a:lnTo>
                    <a:pt x="4146804" y="1459230"/>
                  </a:lnTo>
                  <a:lnTo>
                    <a:pt x="4155186" y="1462277"/>
                  </a:lnTo>
                  <a:lnTo>
                    <a:pt x="4157472" y="1453895"/>
                  </a:lnTo>
                  <a:close/>
                </a:path>
                <a:path w="6916420" h="2428240">
                  <a:moveTo>
                    <a:pt x="4173474" y="1459991"/>
                  </a:moveTo>
                  <a:lnTo>
                    <a:pt x="4165854" y="1456943"/>
                  </a:lnTo>
                  <a:lnTo>
                    <a:pt x="4162806" y="1464563"/>
                  </a:lnTo>
                  <a:lnTo>
                    <a:pt x="4170426" y="1467611"/>
                  </a:lnTo>
                  <a:lnTo>
                    <a:pt x="4173474" y="1459991"/>
                  </a:lnTo>
                  <a:close/>
                </a:path>
                <a:path w="6916420" h="2428240">
                  <a:moveTo>
                    <a:pt x="4189476" y="1465325"/>
                  </a:moveTo>
                  <a:lnTo>
                    <a:pt x="4181094" y="1462277"/>
                  </a:lnTo>
                  <a:lnTo>
                    <a:pt x="4178808" y="1470659"/>
                  </a:lnTo>
                  <a:lnTo>
                    <a:pt x="4186428" y="1472945"/>
                  </a:lnTo>
                  <a:lnTo>
                    <a:pt x="4189476" y="1465325"/>
                  </a:lnTo>
                  <a:close/>
                </a:path>
                <a:path w="6916420" h="2428240">
                  <a:moveTo>
                    <a:pt x="4204716" y="1470659"/>
                  </a:moveTo>
                  <a:lnTo>
                    <a:pt x="4197096" y="1468373"/>
                  </a:lnTo>
                  <a:lnTo>
                    <a:pt x="4194048" y="1475993"/>
                  </a:lnTo>
                  <a:lnTo>
                    <a:pt x="4202430" y="1479041"/>
                  </a:lnTo>
                  <a:lnTo>
                    <a:pt x="4204716" y="1470659"/>
                  </a:lnTo>
                  <a:close/>
                </a:path>
                <a:path w="6916420" h="2428240">
                  <a:moveTo>
                    <a:pt x="4220718" y="1475993"/>
                  </a:moveTo>
                  <a:lnTo>
                    <a:pt x="4213098" y="1473708"/>
                  </a:lnTo>
                  <a:lnTo>
                    <a:pt x="4210050" y="1481327"/>
                  </a:lnTo>
                  <a:lnTo>
                    <a:pt x="4217670" y="1484375"/>
                  </a:lnTo>
                  <a:lnTo>
                    <a:pt x="4220718" y="1475993"/>
                  </a:lnTo>
                  <a:close/>
                </a:path>
                <a:path w="6916420" h="2428240">
                  <a:moveTo>
                    <a:pt x="4236720" y="1482089"/>
                  </a:moveTo>
                  <a:lnTo>
                    <a:pt x="4228338" y="1479041"/>
                  </a:lnTo>
                  <a:lnTo>
                    <a:pt x="4226052" y="1486661"/>
                  </a:lnTo>
                  <a:lnTo>
                    <a:pt x="4233672" y="1489709"/>
                  </a:lnTo>
                  <a:lnTo>
                    <a:pt x="4236720" y="1482089"/>
                  </a:lnTo>
                  <a:close/>
                </a:path>
                <a:path w="6916420" h="2428240">
                  <a:moveTo>
                    <a:pt x="4251960" y="1487423"/>
                  </a:moveTo>
                  <a:lnTo>
                    <a:pt x="4244340" y="1484375"/>
                  </a:lnTo>
                  <a:lnTo>
                    <a:pt x="4241292" y="1492758"/>
                  </a:lnTo>
                  <a:lnTo>
                    <a:pt x="4249674" y="1495043"/>
                  </a:lnTo>
                  <a:lnTo>
                    <a:pt x="4251960" y="1487423"/>
                  </a:lnTo>
                  <a:close/>
                </a:path>
                <a:path w="6916420" h="2428240">
                  <a:moveTo>
                    <a:pt x="4267962" y="1492758"/>
                  </a:moveTo>
                  <a:lnTo>
                    <a:pt x="4260342" y="1490471"/>
                  </a:lnTo>
                  <a:lnTo>
                    <a:pt x="4257294" y="1498091"/>
                  </a:lnTo>
                  <a:lnTo>
                    <a:pt x="4264914" y="1501139"/>
                  </a:lnTo>
                  <a:lnTo>
                    <a:pt x="4267962" y="1492758"/>
                  </a:lnTo>
                  <a:close/>
                </a:path>
                <a:path w="6916420" h="2428240">
                  <a:moveTo>
                    <a:pt x="4283964" y="1498091"/>
                  </a:moveTo>
                  <a:lnTo>
                    <a:pt x="4275582" y="1495805"/>
                  </a:lnTo>
                  <a:lnTo>
                    <a:pt x="4273296" y="1503425"/>
                  </a:lnTo>
                  <a:lnTo>
                    <a:pt x="4280916" y="1506473"/>
                  </a:lnTo>
                  <a:lnTo>
                    <a:pt x="4283964" y="1498091"/>
                  </a:lnTo>
                  <a:close/>
                </a:path>
                <a:path w="6916420" h="2428240">
                  <a:moveTo>
                    <a:pt x="4299966" y="1504187"/>
                  </a:moveTo>
                  <a:lnTo>
                    <a:pt x="4291584" y="1501139"/>
                  </a:lnTo>
                  <a:lnTo>
                    <a:pt x="4289298" y="1508759"/>
                  </a:lnTo>
                  <a:lnTo>
                    <a:pt x="4296918" y="1511808"/>
                  </a:lnTo>
                  <a:lnTo>
                    <a:pt x="4299966" y="1504187"/>
                  </a:lnTo>
                  <a:close/>
                </a:path>
                <a:path w="6916420" h="2428240">
                  <a:moveTo>
                    <a:pt x="4315206" y="1509521"/>
                  </a:moveTo>
                  <a:lnTo>
                    <a:pt x="4307586" y="1506473"/>
                  </a:lnTo>
                  <a:lnTo>
                    <a:pt x="4304538" y="1514855"/>
                  </a:lnTo>
                  <a:lnTo>
                    <a:pt x="4312920" y="1517141"/>
                  </a:lnTo>
                  <a:lnTo>
                    <a:pt x="4315206" y="1509521"/>
                  </a:lnTo>
                  <a:close/>
                </a:path>
                <a:path w="6916420" h="2428240">
                  <a:moveTo>
                    <a:pt x="4331208" y="1514855"/>
                  </a:moveTo>
                  <a:lnTo>
                    <a:pt x="4323588" y="1512569"/>
                  </a:lnTo>
                  <a:lnTo>
                    <a:pt x="4320540" y="1520189"/>
                  </a:lnTo>
                  <a:lnTo>
                    <a:pt x="4328160" y="1522475"/>
                  </a:lnTo>
                  <a:lnTo>
                    <a:pt x="4331208" y="1514855"/>
                  </a:lnTo>
                  <a:close/>
                </a:path>
                <a:path w="6916420" h="2428240">
                  <a:moveTo>
                    <a:pt x="4347210" y="1520189"/>
                  </a:moveTo>
                  <a:lnTo>
                    <a:pt x="4338828" y="1517903"/>
                  </a:lnTo>
                  <a:lnTo>
                    <a:pt x="4336542" y="1525523"/>
                  </a:lnTo>
                  <a:lnTo>
                    <a:pt x="4344162" y="1528571"/>
                  </a:lnTo>
                  <a:lnTo>
                    <a:pt x="4347210" y="1520189"/>
                  </a:lnTo>
                  <a:close/>
                </a:path>
                <a:path w="6916420" h="2428240">
                  <a:moveTo>
                    <a:pt x="4362450" y="1526286"/>
                  </a:moveTo>
                  <a:lnTo>
                    <a:pt x="4354830" y="1523237"/>
                  </a:lnTo>
                  <a:lnTo>
                    <a:pt x="4351782" y="1530858"/>
                  </a:lnTo>
                  <a:lnTo>
                    <a:pt x="4360164" y="1533905"/>
                  </a:lnTo>
                  <a:lnTo>
                    <a:pt x="4362450" y="1526286"/>
                  </a:lnTo>
                  <a:close/>
                </a:path>
                <a:path w="6916420" h="2428240">
                  <a:moveTo>
                    <a:pt x="4378452" y="1531619"/>
                  </a:moveTo>
                  <a:lnTo>
                    <a:pt x="4370832" y="1528571"/>
                  </a:lnTo>
                  <a:lnTo>
                    <a:pt x="4367784" y="1536953"/>
                  </a:lnTo>
                  <a:lnTo>
                    <a:pt x="4375404" y="1539239"/>
                  </a:lnTo>
                  <a:lnTo>
                    <a:pt x="4378452" y="1531619"/>
                  </a:lnTo>
                  <a:close/>
                </a:path>
                <a:path w="6916420" h="2428240">
                  <a:moveTo>
                    <a:pt x="4394454" y="1536953"/>
                  </a:moveTo>
                  <a:lnTo>
                    <a:pt x="4386072" y="1533905"/>
                  </a:lnTo>
                  <a:lnTo>
                    <a:pt x="4383786" y="1542287"/>
                  </a:lnTo>
                  <a:lnTo>
                    <a:pt x="4391406" y="1544573"/>
                  </a:lnTo>
                  <a:lnTo>
                    <a:pt x="4394454" y="1536953"/>
                  </a:lnTo>
                  <a:close/>
                </a:path>
                <a:path w="6916420" h="2428240">
                  <a:moveTo>
                    <a:pt x="4409694" y="1542287"/>
                  </a:moveTo>
                  <a:lnTo>
                    <a:pt x="4402074" y="1540002"/>
                  </a:lnTo>
                  <a:lnTo>
                    <a:pt x="4399026" y="1547621"/>
                  </a:lnTo>
                  <a:lnTo>
                    <a:pt x="4407408" y="1550669"/>
                  </a:lnTo>
                  <a:lnTo>
                    <a:pt x="4409694" y="1542287"/>
                  </a:lnTo>
                  <a:close/>
                </a:path>
                <a:path w="6916420" h="2428240">
                  <a:moveTo>
                    <a:pt x="4425696" y="1548383"/>
                  </a:moveTo>
                  <a:lnTo>
                    <a:pt x="4418076" y="1545336"/>
                  </a:lnTo>
                  <a:lnTo>
                    <a:pt x="4415028" y="1552955"/>
                  </a:lnTo>
                  <a:lnTo>
                    <a:pt x="4422648" y="1556003"/>
                  </a:lnTo>
                  <a:lnTo>
                    <a:pt x="4425696" y="1548383"/>
                  </a:lnTo>
                  <a:close/>
                </a:path>
                <a:path w="6916420" h="2428240">
                  <a:moveTo>
                    <a:pt x="4441698" y="1553717"/>
                  </a:moveTo>
                  <a:lnTo>
                    <a:pt x="4433316" y="1550669"/>
                  </a:lnTo>
                  <a:lnTo>
                    <a:pt x="4431030" y="1559051"/>
                  </a:lnTo>
                  <a:lnTo>
                    <a:pt x="4438650" y="1561337"/>
                  </a:lnTo>
                  <a:lnTo>
                    <a:pt x="4441698" y="1553717"/>
                  </a:lnTo>
                  <a:close/>
                </a:path>
                <a:path w="6916420" h="2428240">
                  <a:moveTo>
                    <a:pt x="4456938" y="1559051"/>
                  </a:moveTo>
                  <a:lnTo>
                    <a:pt x="4449318" y="1556003"/>
                  </a:lnTo>
                  <a:lnTo>
                    <a:pt x="4446270" y="1564385"/>
                  </a:lnTo>
                  <a:lnTo>
                    <a:pt x="4454652" y="1566671"/>
                  </a:lnTo>
                  <a:lnTo>
                    <a:pt x="4456938" y="1559051"/>
                  </a:lnTo>
                  <a:close/>
                </a:path>
                <a:path w="6916420" h="2428240">
                  <a:moveTo>
                    <a:pt x="4472940" y="1564385"/>
                  </a:moveTo>
                  <a:lnTo>
                    <a:pt x="4465320" y="1562099"/>
                  </a:lnTo>
                  <a:lnTo>
                    <a:pt x="4462272" y="1569719"/>
                  </a:lnTo>
                  <a:lnTo>
                    <a:pt x="4470654" y="1572767"/>
                  </a:lnTo>
                  <a:lnTo>
                    <a:pt x="4472940" y="1564385"/>
                  </a:lnTo>
                  <a:close/>
                </a:path>
                <a:path w="6916420" h="2428240">
                  <a:moveTo>
                    <a:pt x="4488942" y="1570481"/>
                  </a:moveTo>
                  <a:lnTo>
                    <a:pt x="4480560" y="1567433"/>
                  </a:lnTo>
                  <a:lnTo>
                    <a:pt x="4478274" y="1575053"/>
                  </a:lnTo>
                  <a:lnTo>
                    <a:pt x="4485894" y="1578101"/>
                  </a:lnTo>
                  <a:lnTo>
                    <a:pt x="4488942" y="1570481"/>
                  </a:lnTo>
                  <a:close/>
                </a:path>
                <a:path w="6916420" h="2428240">
                  <a:moveTo>
                    <a:pt x="4504944" y="1575815"/>
                  </a:moveTo>
                  <a:lnTo>
                    <a:pt x="4496562" y="1572767"/>
                  </a:lnTo>
                  <a:lnTo>
                    <a:pt x="4494276" y="1581149"/>
                  </a:lnTo>
                  <a:lnTo>
                    <a:pt x="4501896" y="1583435"/>
                  </a:lnTo>
                  <a:lnTo>
                    <a:pt x="4504944" y="1575815"/>
                  </a:lnTo>
                  <a:close/>
                </a:path>
                <a:path w="6916420" h="2428240">
                  <a:moveTo>
                    <a:pt x="4520184" y="1581149"/>
                  </a:moveTo>
                  <a:lnTo>
                    <a:pt x="4512564" y="1578101"/>
                  </a:lnTo>
                  <a:lnTo>
                    <a:pt x="4509516" y="1586483"/>
                  </a:lnTo>
                  <a:lnTo>
                    <a:pt x="4517898" y="1588769"/>
                  </a:lnTo>
                  <a:lnTo>
                    <a:pt x="4520184" y="1581149"/>
                  </a:lnTo>
                  <a:close/>
                </a:path>
                <a:path w="6916420" h="2428240">
                  <a:moveTo>
                    <a:pt x="4536186" y="1586483"/>
                  </a:moveTo>
                  <a:lnTo>
                    <a:pt x="4528566" y="1584197"/>
                  </a:lnTo>
                  <a:lnTo>
                    <a:pt x="4525518" y="1591817"/>
                  </a:lnTo>
                  <a:lnTo>
                    <a:pt x="4533138" y="1594865"/>
                  </a:lnTo>
                  <a:lnTo>
                    <a:pt x="4536186" y="1586483"/>
                  </a:lnTo>
                  <a:close/>
                </a:path>
                <a:path w="6916420" h="2428240">
                  <a:moveTo>
                    <a:pt x="4552188" y="1592579"/>
                  </a:moveTo>
                  <a:lnTo>
                    <a:pt x="4543806" y="1589531"/>
                  </a:lnTo>
                  <a:lnTo>
                    <a:pt x="4541520" y="1597151"/>
                  </a:lnTo>
                  <a:lnTo>
                    <a:pt x="4549140" y="1600199"/>
                  </a:lnTo>
                  <a:lnTo>
                    <a:pt x="4552188" y="1592579"/>
                  </a:lnTo>
                  <a:close/>
                </a:path>
                <a:path w="6916420" h="2428240">
                  <a:moveTo>
                    <a:pt x="4567428" y="1597913"/>
                  </a:moveTo>
                  <a:lnTo>
                    <a:pt x="4559808" y="1594865"/>
                  </a:lnTo>
                  <a:lnTo>
                    <a:pt x="4556760" y="1602485"/>
                  </a:lnTo>
                  <a:lnTo>
                    <a:pt x="4565142" y="1605533"/>
                  </a:lnTo>
                  <a:lnTo>
                    <a:pt x="4567428" y="1597913"/>
                  </a:lnTo>
                  <a:close/>
                </a:path>
                <a:path w="6916420" h="2428240">
                  <a:moveTo>
                    <a:pt x="4583430" y="1603247"/>
                  </a:moveTo>
                  <a:lnTo>
                    <a:pt x="4575810" y="1600199"/>
                  </a:lnTo>
                  <a:lnTo>
                    <a:pt x="4572762" y="1608581"/>
                  </a:lnTo>
                  <a:lnTo>
                    <a:pt x="4580382" y="1610867"/>
                  </a:lnTo>
                  <a:lnTo>
                    <a:pt x="4583430" y="1603247"/>
                  </a:lnTo>
                  <a:close/>
                </a:path>
                <a:path w="6916420" h="2428240">
                  <a:moveTo>
                    <a:pt x="4599432" y="1608581"/>
                  </a:moveTo>
                  <a:lnTo>
                    <a:pt x="4591050" y="1606295"/>
                  </a:lnTo>
                  <a:lnTo>
                    <a:pt x="4588764" y="1613915"/>
                  </a:lnTo>
                  <a:lnTo>
                    <a:pt x="4596384" y="1616963"/>
                  </a:lnTo>
                  <a:lnTo>
                    <a:pt x="4599432" y="1608581"/>
                  </a:lnTo>
                  <a:close/>
                </a:path>
                <a:path w="6916420" h="2428240">
                  <a:moveTo>
                    <a:pt x="4614672" y="1613915"/>
                  </a:moveTo>
                  <a:lnTo>
                    <a:pt x="4607052" y="1611629"/>
                  </a:lnTo>
                  <a:lnTo>
                    <a:pt x="4604004" y="1619249"/>
                  </a:lnTo>
                  <a:lnTo>
                    <a:pt x="4612386" y="1622297"/>
                  </a:lnTo>
                  <a:lnTo>
                    <a:pt x="4614672" y="1613915"/>
                  </a:lnTo>
                  <a:close/>
                </a:path>
                <a:path w="6916420" h="2428240">
                  <a:moveTo>
                    <a:pt x="4630674" y="1620011"/>
                  </a:moveTo>
                  <a:lnTo>
                    <a:pt x="4623054" y="1616963"/>
                  </a:lnTo>
                  <a:lnTo>
                    <a:pt x="4620006" y="1624583"/>
                  </a:lnTo>
                  <a:lnTo>
                    <a:pt x="4627626" y="1627631"/>
                  </a:lnTo>
                  <a:lnTo>
                    <a:pt x="4630674" y="1620011"/>
                  </a:lnTo>
                  <a:close/>
                </a:path>
                <a:path w="6916420" h="2428240">
                  <a:moveTo>
                    <a:pt x="4646676" y="1625345"/>
                  </a:moveTo>
                  <a:lnTo>
                    <a:pt x="4638294" y="1622297"/>
                  </a:lnTo>
                  <a:lnTo>
                    <a:pt x="4636008" y="1630679"/>
                  </a:lnTo>
                  <a:lnTo>
                    <a:pt x="4643628" y="1632965"/>
                  </a:lnTo>
                  <a:lnTo>
                    <a:pt x="4646676" y="1625345"/>
                  </a:lnTo>
                  <a:close/>
                </a:path>
                <a:path w="6916420" h="2428240">
                  <a:moveTo>
                    <a:pt x="4661916" y="1630679"/>
                  </a:moveTo>
                  <a:lnTo>
                    <a:pt x="4654296" y="1628393"/>
                  </a:lnTo>
                  <a:lnTo>
                    <a:pt x="4651248" y="1636013"/>
                  </a:lnTo>
                  <a:lnTo>
                    <a:pt x="4659630" y="1639061"/>
                  </a:lnTo>
                  <a:lnTo>
                    <a:pt x="4661916" y="1630679"/>
                  </a:lnTo>
                  <a:close/>
                </a:path>
                <a:path w="6916420" h="2428240">
                  <a:moveTo>
                    <a:pt x="4677918" y="1636013"/>
                  </a:moveTo>
                  <a:lnTo>
                    <a:pt x="4670298" y="1633727"/>
                  </a:lnTo>
                  <a:lnTo>
                    <a:pt x="4667250" y="1641347"/>
                  </a:lnTo>
                  <a:lnTo>
                    <a:pt x="4675632" y="1644395"/>
                  </a:lnTo>
                  <a:lnTo>
                    <a:pt x="4677918" y="1636013"/>
                  </a:lnTo>
                  <a:close/>
                </a:path>
                <a:path w="6916420" h="2428240">
                  <a:moveTo>
                    <a:pt x="4693920" y="1642109"/>
                  </a:moveTo>
                  <a:lnTo>
                    <a:pt x="4685538" y="1639061"/>
                  </a:lnTo>
                  <a:lnTo>
                    <a:pt x="4683252" y="1646681"/>
                  </a:lnTo>
                  <a:lnTo>
                    <a:pt x="4690872" y="1649729"/>
                  </a:lnTo>
                  <a:lnTo>
                    <a:pt x="4693920" y="1642109"/>
                  </a:lnTo>
                  <a:close/>
                </a:path>
                <a:path w="6916420" h="2428240">
                  <a:moveTo>
                    <a:pt x="4709922" y="1647443"/>
                  </a:moveTo>
                  <a:lnTo>
                    <a:pt x="4701540" y="1644395"/>
                  </a:lnTo>
                  <a:lnTo>
                    <a:pt x="4699254" y="1652777"/>
                  </a:lnTo>
                  <a:lnTo>
                    <a:pt x="4706874" y="1655063"/>
                  </a:lnTo>
                  <a:lnTo>
                    <a:pt x="4709922" y="1647443"/>
                  </a:lnTo>
                  <a:close/>
                </a:path>
                <a:path w="6916420" h="2428240">
                  <a:moveTo>
                    <a:pt x="4725162" y="1652777"/>
                  </a:moveTo>
                  <a:lnTo>
                    <a:pt x="4717542" y="1650491"/>
                  </a:lnTo>
                  <a:lnTo>
                    <a:pt x="4714494" y="1658111"/>
                  </a:lnTo>
                  <a:lnTo>
                    <a:pt x="4722876" y="1661159"/>
                  </a:lnTo>
                  <a:lnTo>
                    <a:pt x="4725162" y="1652777"/>
                  </a:lnTo>
                  <a:close/>
                </a:path>
                <a:path w="6916420" h="2428240">
                  <a:moveTo>
                    <a:pt x="4741164" y="1658111"/>
                  </a:moveTo>
                  <a:lnTo>
                    <a:pt x="4733544" y="1655825"/>
                  </a:lnTo>
                  <a:lnTo>
                    <a:pt x="4730496" y="1663445"/>
                  </a:lnTo>
                  <a:lnTo>
                    <a:pt x="4738116" y="1666493"/>
                  </a:lnTo>
                  <a:lnTo>
                    <a:pt x="4741164" y="1658111"/>
                  </a:lnTo>
                  <a:close/>
                </a:path>
                <a:path w="6916420" h="2428240">
                  <a:moveTo>
                    <a:pt x="4757166" y="1664207"/>
                  </a:moveTo>
                  <a:lnTo>
                    <a:pt x="4748784" y="1661159"/>
                  </a:lnTo>
                  <a:lnTo>
                    <a:pt x="4746498" y="1668779"/>
                  </a:lnTo>
                  <a:lnTo>
                    <a:pt x="4754118" y="1671827"/>
                  </a:lnTo>
                  <a:lnTo>
                    <a:pt x="4757166" y="1664207"/>
                  </a:lnTo>
                  <a:close/>
                </a:path>
                <a:path w="6916420" h="2428240">
                  <a:moveTo>
                    <a:pt x="4772406" y="1669541"/>
                  </a:moveTo>
                  <a:lnTo>
                    <a:pt x="4764786" y="1666493"/>
                  </a:lnTo>
                  <a:lnTo>
                    <a:pt x="4761738" y="1674875"/>
                  </a:lnTo>
                  <a:lnTo>
                    <a:pt x="4770120" y="1677161"/>
                  </a:lnTo>
                  <a:lnTo>
                    <a:pt x="4772406" y="1669541"/>
                  </a:lnTo>
                  <a:close/>
                </a:path>
                <a:path w="6916420" h="2428240">
                  <a:moveTo>
                    <a:pt x="4788408" y="1674875"/>
                  </a:moveTo>
                  <a:lnTo>
                    <a:pt x="4780788" y="1672589"/>
                  </a:lnTo>
                  <a:lnTo>
                    <a:pt x="4777740" y="1680209"/>
                  </a:lnTo>
                  <a:lnTo>
                    <a:pt x="4785360" y="1683257"/>
                  </a:lnTo>
                  <a:lnTo>
                    <a:pt x="4788408" y="1674875"/>
                  </a:lnTo>
                  <a:close/>
                </a:path>
                <a:path w="6916420" h="2428240">
                  <a:moveTo>
                    <a:pt x="4804410" y="1680209"/>
                  </a:moveTo>
                  <a:lnTo>
                    <a:pt x="4796028" y="1677923"/>
                  </a:lnTo>
                  <a:lnTo>
                    <a:pt x="4793742" y="1685543"/>
                  </a:lnTo>
                  <a:lnTo>
                    <a:pt x="4801362" y="1688591"/>
                  </a:lnTo>
                  <a:lnTo>
                    <a:pt x="4804410" y="1680209"/>
                  </a:lnTo>
                  <a:close/>
                </a:path>
                <a:path w="6916420" h="2428240">
                  <a:moveTo>
                    <a:pt x="4819650" y="1686305"/>
                  </a:moveTo>
                  <a:lnTo>
                    <a:pt x="4812030" y="1683257"/>
                  </a:lnTo>
                  <a:lnTo>
                    <a:pt x="4808982" y="1690877"/>
                  </a:lnTo>
                  <a:lnTo>
                    <a:pt x="4817364" y="1693925"/>
                  </a:lnTo>
                  <a:lnTo>
                    <a:pt x="4819650" y="1686305"/>
                  </a:lnTo>
                  <a:close/>
                </a:path>
                <a:path w="6916420" h="2428240">
                  <a:moveTo>
                    <a:pt x="4835652" y="1691639"/>
                  </a:moveTo>
                  <a:lnTo>
                    <a:pt x="4828032" y="1688591"/>
                  </a:lnTo>
                  <a:lnTo>
                    <a:pt x="4824984" y="1696973"/>
                  </a:lnTo>
                  <a:lnTo>
                    <a:pt x="4832604" y="1699259"/>
                  </a:lnTo>
                  <a:lnTo>
                    <a:pt x="4835652" y="1691639"/>
                  </a:lnTo>
                  <a:close/>
                </a:path>
                <a:path w="6916420" h="2428240">
                  <a:moveTo>
                    <a:pt x="4851654" y="1696973"/>
                  </a:moveTo>
                  <a:lnTo>
                    <a:pt x="4843272" y="1694687"/>
                  </a:lnTo>
                  <a:lnTo>
                    <a:pt x="4840986" y="1702307"/>
                  </a:lnTo>
                  <a:lnTo>
                    <a:pt x="4848606" y="1704593"/>
                  </a:lnTo>
                  <a:lnTo>
                    <a:pt x="4851654" y="1696973"/>
                  </a:lnTo>
                  <a:close/>
                </a:path>
                <a:path w="6916420" h="2428240">
                  <a:moveTo>
                    <a:pt x="4866894" y="1702307"/>
                  </a:moveTo>
                  <a:lnTo>
                    <a:pt x="4859274" y="1700021"/>
                  </a:lnTo>
                  <a:lnTo>
                    <a:pt x="4856988" y="1707641"/>
                  </a:lnTo>
                  <a:lnTo>
                    <a:pt x="4864608" y="1710689"/>
                  </a:lnTo>
                  <a:lnTo>
                    <a:pt x="4866894" y="1702307"/>
                  </a:lnTo>
                  <a:close/>
                </a:path>
                <a:path w="6916420" h="2428240">
                  <a:moveTo>
                    <a:pt x="4882896" y="1708403"/>
                  </a:moveTo>
                  <a:lnTo>
                    <a:pt x="4875276" y="1705355"/>
                  </a:lnTo>
                  <a:lnTo>
                    <a:pt x="4872228" y="1712975"/>
                  </a:lnTo>
                  <a:lnTo>
                    <a:pt x="4880610" y="1716023"/>
                  </a:lnTo>
                  <a:lnTo>
                    <a:pt x="4882896" y="1708403"/>
                  </a:lnTo>
                  <a:close/>
                </a:path>
                <a:path w="6916420" h="2428240">
                  <a:moveTo>
                    <a:pt x="4898898" y="1713737"/>
                  </a:moveTo>
                  <a:lnTo>
                    <a:pt x="4891278" y="1710689"/>
                  </a:lnTo>
                  <a:lnTo>
                    <a:pt x="4888230" y="1719071"/>
                  </a:lnTo>
                  <a:lnTo>
                    <a:pt x="4895850" y="1721357"/>
                  </a:lnTo>
                  <a:lnTo>
                    <a:pt x="4898898" y="1713737"/>
                  </a:lnTo>
                  <a:close/>
                </a:path>
                <a:path w="6916420" h="2428240">
                  <a:moveTo>
                    <a:pt x="4914900" y="1719071"/>
                  </a:moveTo>
                  <a:lnTo>
                    <a:pt x="4906518" y="1716023"/>
                  </a:lnTo>
                  <a:lnTo>
                    <a:pt x="4904232" y="1724405"/>
                  </a:lnTo>
                  <a:lnTo>
                    <a:pt x="4911852" y="1726691"/>
                  </a:lnTo>
                  <a:lnTo>
                    <a:pt x="4914900" y="1719071"/>
                  </a:lnTo>
                  <a:close/>
                </a:path>
                <a:path w="6916420" h="2428240">
                  <a:moveTo>
                    <a:pt x="4930140" y="1724405"/>
                  </a:moveTo>
                  <a:lnTo>
                    <a:pt x="4922520" y="1722119"/>
                  </a:lnTo>
                  <a:lnTo>
                    <a:pt x="4919472" y="1729739"/>
                  </a:lnTo>
                  <a:lnTo>
                    <a:pt x="4927854" y="1732787"/>
                  </a:lnTo>
                  <a:lnTo>
                    <a:pt x="4930140" y="1724405"/>
                  </a:lnTo>
                  <a:close/>
                </a:path>
                <a:path w="6916420" h="2428240">
                  <a:moveTo>
                    <a:pt x="4946142" y="1730501"/>
                  </a:moveTo>
                  <a:lnTo>
                    <a:pt x="4938522" y="1727453"/>
                  </a:lnTo>
                  <a:lnTo>
                    <a:pt x="4935474" y="1735073"/>
                  </a:lnTo>
                  <a:lnTo>
                    <a:pt x="4943094" y="1738121"/>
                  </a:lnTo>
                  <a:lnTo>
                    <a:pt x="4946142" y="1730501"/>
                  </a:lnTo>
                  <a:close/>
                </a:path>
                <a:path w="6916420" h="2428240">
                  <a:moveTo>
                    <a:pt x="4962144" y="1735835"/>
                  </a:moveTo>
                  <a:lnTo>
                    <a:pt x="4953762" y="1732787"/>
                  </a:lnTo>
                  <a:lnTo>
                    <a:pt x="4951476" y="1741169"/>
                  </a:lnTo>
                  <a:lnTo>
                    <a:pt x="4959096" y="1743455"/>
                  </a:lnTo>
                  <a:lnTo>
                    <a:pt x="4962144" y="1735835"/>
                  </a:lnTo>
                  <a:close/>
                </a:path>
                <a:path w="6916420" h="2428240">
                  <a:moveTo>
                    <a:pt x="4977384" y="1741169"/>
                  </a:moveTo>
                  <a:lnTo>
                    <a:pt x="4969764" y="1738121"/>
                  </a:lnTo>
                  <a:lnTo>
                    <a:pt x="4966716" y="1746503"/>
                  </a:lnTo>
                  <a:lnTo>
                    <a:pt x="4975098" y="1748789"/>
                  </a:lnTo>
                  <a:lnTo>
                    <a:pt x="4977384" y="1741169"/>
                  </a:lnTo>
                  <a:close/>
                </a:path>
                <a:path w="6916420" h="2428240">
                  <a:moveTo>
                    <a:pt x="4993386" y="1746503"/>
                  </a:moveTo>
                  <a:lnTo>
                    <a:pt x="4985766" y="1744217"/>
                  </a:lnTo>
                  <a:lnTo>
                    <a:pt x="4982718" y="1751837"/>
                  </a:lnTo>
                  <a:lnTo>
                    <a:pt x="4990338" y="1754885"/>
                  </a:lnTo>
                  <a:lnTo>
                    <a:pt x="4993386" y="1746503"/>
                  </a:lnTo>
                  <a:close/>
                </a:path>
                <a:path w="6916420" h="2428240">
                  <a:moveTo>
                    <a:pt x="5009388" y="1752599"/>
                  </a:moveTo>
                  <a:lnTo>
                    <a:pt x="5001006" y="1749551"/>
                  </a:lnTo>
                  <a:lnTo>
                    <a:pt x="4998720" y="1757171"/>
                  </a:lnTo>
                  <a:lnTo>
                    <a:pt x="5006340" y="1760219"/>
                  </a:lnTo>
                  <a:lnTo>
                    <a:pt x="5009388" y="1752599"/>
                  </a:lnTo>
                  <a:close/>
                </a:path>
                <a:path w="6916420" h="2428240">
                  <a:moveTo>
                    <a:pt x="5024628" y="1757933"/>
                  </a:moveTo>
                  <a:lnTo>
                    <a:pt x="5017008" y="1754885"/>
                  </a:lnTo>
                  <a:lnTo>
                    <a:pt x="5013960" y="1763267"/>
                  </a:lnTo>
                  <a:lnTo>
                    <a:pt x="5022342" y="1765553"/>
                  </a:lnTo>
                  <a:lnTo>
                    <a:pt x="5024628" y="1757933"/>
                  </a:lnTo>
                  <a:close/>
                </a:path>
                <a:path w="6916420" h="2428240">
                  <a:moveTo>
                    <a:pt x="5040630" y="1763267"/>
                  </a:moveTo>
                  <a:lnTo>
                    <a:pt x="5033010" y="1760219"/>
                  </a:lnTo>
                  <a:lnTo>
                    <a:pt x="5029962" y="1768601"/>
                  </a:lnTo>
                  <a:lnTo>
                    <a:pt x="5037582" y="1770887"/>
                  </a:lnTo>
                  <a:lnTo>
                    <a:pt x="5040630" y="1763267"/>
                  </a:lnTo>
                  <a:close/>
                </a:path>
                <a:path w="6916420" h="2428240">
                  <a:moveTo>
                    <a:pt x="5056632" y="1768601"/>
                  </a:moveTo>
                  <a:lnTo>
                    <a:pt x="5048250" y="1766315"/>
                  </a:lnTo>
                  <a:lnTo>
                    <a:pt x="5045964" y="1773935"/>
                  </a:lnTo>
                  <a:lnTo>
                    <a:pt x="5053584" y="1776983"/>
                  </a:lnTo>
                  <a:lnTo>
                    <a:pt x="5056632" y="1768601"/>
                  </a:lnTo>
                  <a:close/>
                </a:path>
                <a:path w="6916420" h="2428240">
                  <a:moveTo>
                    <a:pt x="5071872" y="1774697"/>
                  </a:moveTo>
                  <a:lnTo>
                    <a:pt x="5064252" y="1771649"/>
                  </a:lnTo>
                  <a:lnTo>
                    <a:pt x="5061966" y="1779269"/>
                  </a:lnTo>
                  <a:lnTo>
                    <a:pt x="5069586" y="1782317"/>
                  </a:lnTo>
                  <a:lnTo>
                    <a:pt x="5071872" y="1774697"/>
                  </a:lnTo>
                  <a:close/>
                </a:path>
                <a:path w="6916420" h="2428240">
                  <a:moveTo>
                    <a:pt x="5087874" y="1780031"/>
                  </a:moveTo>
                  <a:lnTo>
                    <a:pt x="5080254" y="1776983"/>
                  </a:lnTo>
                  <a:lnTo>
                    <a:pt x="5077206" y="1784603"/>
                  </a:lnTo>
                  <a:lnTo>
                    <a:pt x="5085588" y="1787651"/>
                  </a:lnTo>
                  <a:lnTo>
                    <a:pt x="5087874" y="1780031"/>
                  </a:lnTo>
                  <a:close/>
                </a:path>
                <a:path w="6916420" h="2428240">
                  <a:moveTo>
                    <a:pt x="5103876" y="1785365"/>
                  </a:moveTo>
                  <a:lnTo>
                    <a:pt x="5096256" y="1782317"/>
                  </a:lnTo>
                  <a:lnTo>
                    <a:pt x="5093208" y="1790699"/>
                  </a:lnTo>
                  <a:lnTo>
                    <a:pt x="5100828" y="1792985"/>
                  </a:lnTo>
                  <a:lnTo>
                    <a:pt x="5103876" y="1785365"/>
                  </a:lnTo>
                  <a:close/>
                </a:path>
                <a:path w="6916420" h="2428240">
                  <a:moveTo>
                    <a:pt x="5119878" y="1790699"/>
                  </a:moveTo>
                  <a:lnTo>
                    <a:pt x="5111496" y="1788413"/>
                  </a:lnTo>
                  <a:lnTo>
                    <a:pt x="5109210" y="1796033"/>
                  </a:lnTo>
                  <a:lnTo>
                    <a:pt x="5116830" y="1799081"/>
                  </a:lnTo>
                  <a:lnTo>
                    <a:pt x="5119878" y="1790699"/>
                  </a:lnTo>
                  <a:close/>
                </a:path>
                <a:path w="6916420" h="2428240">
                  <a:moveTo>
                    <a:pt x="5135118" y="1796033"/>
                  </a:moveTo>
                  <a:lnTo>
                    <a:pt x="5127498" y="1793747"/>
                  </a:lnTo>
                  <a:lnTo>
                    <a:pt x="5124450" y="1801367"/>
                  </a:lnTo>
                  <a:lnTo>
                    <a:pt x="5132832" y="1804415"/>
                  </a:lnTo>
                  <a:lnTo>
                    <a:pt x="5135118" y="1796033"/>
                  </a:lnTo>
                  <a:close/>
                </a:path>
                <a:path w="6916420" h="2428240">
                  <a:moveTo>
                    <a:pt x="5151120" y="1802129"/>
                  </a:moveTo>
                  <a:lnTo>
                    <a:pt x="5143500" y="1799081"/>
                  </a:lnTo>
                  <a:lnTo>
                    <a:pt x="5140452" y="1806701"/>
                  </a:lnTo>
                  <a:lnTo>
                    <a:pt x="5148072" y="1809749"/>
                  </a:lnTo>
                  <a:lnTo>
                    <a:pt x="5151120" y="1802129"/>
                  </a:lnTo>
                  <a:close/>
                </a:path>
                <a:path w="6916420" h="2428240">
                  <a:moveTo>
                    <a:pt x="5167122" y="1807463"/>
                  </a:moveTo>
                  <a:lnTo>
                    <a:pt x="5158740" y="1804415"/>
                  </a:lnTo>
                  <a:lnTo>
                    <a:pt x="5156454" y="1812797"/>
                  </a:lnTo>
                  <a:lnTo>
                    <a:pt x="5164074" y="1815083"/>
                  </a:lnTo>
                  <a:lnTo>
                    <a:pt x="5167122" y="1807463"/>
                  </a:lnTo>
                  <a:close/>
                </a:path>
                <a:path w="6916420" h="2428240">
                  <a:moveTo>
                    <a:pt x="5182362" y="1812797"/>
                  </a:moveTo>
                  <a:lnTo>
                    <a:pt x="5174742" y="1810511"/>
                  </a:lnTo>
                  <a:lnTo>
                    <a:pt x="5171694" y="1818131"/>
                  </a:lnTo>
                  <a:lnTo>
                    <a:pt x="5180076" y="1821179"/>
                  </a:lnTo>
                  <a:lnTo>
                    <a:pt x="5182362" y="1812797"/>
                  </a:lnTo>
                  <a:close/>
                </a:path>
                <a:path w="6916420" h="2428240">
                  <a:moveTo>
                    <a:pt x="5198364" y="1818131"/>
                  </a:moveTo>
                  <a:lnTo>
                    <a:pt x="5190744" y="1815845"/>
                  </a:lnTo>
                  <a:lnTo>
                    <a:pt x="5187696" y="1823465"/>
                  </a:lnTo>
                  <a:lnTo>
                    <a:pt x="5195316" y="1826513"/>
                  </a:lnTo>
                  <a:lnTo>
                    <a:pt x="5198364" y="1818131"/>
                  </a:lnTo>
                  <a:close/>
                </a:path>
                <a:path w="6916420" h="2428240">
                  <a:moveTo>
                    <a:pt x="5214366" y="1824227"/>
                  </a:moveTo>
                  <a:lnTo>
                    <a:pt x="5205984" y="1821179"/>
                  </a:lnTo>
                  <a:lnTo>
                    <a:pt x="5203698" y="1828799"/>
                  </a:lnTo>
                  <a:lnTo>
                    <a:pt x="5211318" y="1831847"/>
                  </a:lnTo>
                  <a:lnTo>
                    <a:pt x="5214366" y="1824227"/>
                  </a:lnTo>
                  <a:close/>
                </a:path>
                <a:path w="6916420" h="2428240">
                  <a:moveTo>
                    <a:pt x="5229606" y="1829561"/>
                  </a:moveTo>
                  <a:lnTo>
                    <a:pt x="5221986" y="1826513"/>
                  </a:lnTo>
                  <a:lnTo>
                    <a:pt x="5218938" y="1834895"/>
                  </a:lnTo>
                  <a:lnTo>
                    <a:pt x="5227320" y="1837181"/>
                  </a:lnTo>
                  <a:lnTo>
                    <a:pt x="5229606" y="1829561"/>
                  </a:lnTo>
                  <a:close/>
                </a:path>
                <a:path w="6916420" h="2428240">
                  <a:moveTo>
                    <a:pt x="5245608" y="1834895"/>
                  </a:moveTo>
                  <a:lnTo>
                    <a:pt x="5237988" y="1832609"/>
                  </a:lnTo>
                  <a:lnTo>
                    <a:pt x="5234940" y="1840229"/>
                  </a:lnTo>
                  <a:lnTo>
                    <a:pt x="5242560" y="1843277"/>
                  </a:lnTo>
                  <a:lnTo>
                    <a:pt x="5245608" y="1834895"/>
                  </a:lnTo>
                  <a:close/>
                </a:path>
                <a:path w="6916420" h="2428240">
                  <a:moveTo>
                    <a:pt x="5261610" y="1840229"/>
                  </a:moveTo>
                  <a:lnTo>
                    <a:pt x="5253228" y="1837943"/>
                  </a:lnTo>
                  <a:lnTo>
                    <a:pt x="5250942" y="1845563"/>
                  </a:lnTo>
                  <a:lnTo>
                    <a:pt x="5258562" y="1848611"/>
                  </a:lnTo>
                  <a:lnTo>
                    <a:pt x="5261610" y="1840229"/>
                  </a:lnTo>
                  <a:close/>
                </a:path>
                <a:path w="6916420" h="2428240">
                  <a:moveTo>
                    <a:pt x="5276850" y="1846325"/>
                  </a:moveTo>
                  <a:lnTo>
                    <a:pt x="5269230" y="1843277"/>
                  </a:lnTo>
                  <a:lnTo>
                    <a:pt x="5266944" y="1850897"/>
                  </a:lnTo>
                  <a:lnTo>
                    <a:pt x="5274564" y="1853945"/>
                  </a:lnTo>
                  <a:lnTo>
                    <a:pt x="5276850" y="1846325"/>
                  </a:lnTo>
                  <a:close/>
                </a:path>
                <a:path w="6916420" h="2428240">
                  <a:moveTo>
                    <a:pt x="5292852" y="1851659"/>
                  </a:moveTo>
                  <a:lnTo>
                    <a:pt x="5285232" y="1848611"/>
                  </a:lnTo>
                  <a:lnTo>
                    <a:pt x="5282184" y="1856993"/>
                  </a:lnTo>
                  <a:lnTo>
                    <a:pt x="5290566" y="1859279"/>
                  </a:lnTo>
                  <a:lnTo>
                    <a:pt x="5292852" y="1851659"/>
                  </a:lnTo>
                  <a:close/>
                </a:path>
                <a:path w="6916420" h="2428240">
                  <a:moveTo>
                    <a:pt x="5308854" y="1856993"/>
                  </a:moveTo>
                  <a:lnTo>
                    <a:pt x="5301234" y="1854707"/>
                  </a:lnTo>
                  <a:lnTo>
                    <a:pt x="5298186" y="1862327"/>
                  </a:lnTo>
                  <a:lnTo>
                    <a:pt x="5305806" y="1864613"/>
                  </a:lnTo>
                  <a:lnTo>
                    <a:pt x="5308854" y="1856993"/>
                  </a:lnTo>
                  <a:close/>
                </a:path>
                <a:path w="6916420" h="2428240">
                  <a:moveTo>
                    <a:pt x="5324856" y="1862327"/>
                  </a:moveTo>
                  <a:lnTo>
                    <a:pt x="5316474" y="1860041"/>
                  </a:lnTo>
                  <a:lnTo>
                    <a:pt x="5314188" y="1867661"/>
                  </a:lnTo>
                  <a:lnTo>
                    <a:pt x="5321808" y="1870709"/>
                  </a:lnTo>
                  <a:lnTo>
                    <a:pt x="5324856" y="1862327"/>
                  </a:lnTo>
                  <a:close/>
                </a:path>
                <a:path w="6916420" h="2428240">
                  <a:moveTo>
                    <a:pt x="5340096" y="1868423"/>
                  </a:moveTo>
                  <a:lnTo>
                    <a:pt x="5332476" y="1865375"/>
                  </a:lnTo>
                  <a:lnTo>
                    <a:pt x="5329428" y="1872995"/>
                  </a:lnTo>
                  <a:lnTo>
                    <a:pt x="5337810" y="1876043"/>
                  </a:lnTo>
                  <a:lnTo>
                    <a:pt x="5340096" y="1868423"/>
                  </a:lnTo>
                  <a:close/>
                </a:path>
                <a:path w="6916420" h="2428240">
                  <a:moveTo>
                    <a:pt x="5356098" y="1873757"/>
                  </a:moveTo>
                  <a:lnTo>
                    <a:pt x="5348478" y="1870709"/>
                  </a:lnTo>
                  <a:lnTo>
                    <a:pt x="5345430" y="1879091"/>
                  </a:lnTo>
                  <a:lnTo>
                    <a:pt x="5353050" y="1881377"/>
                  </a:lnTo>
                  <a:lnTo>
                    <a:pt x="5356098" y="1873757"/>
                  </a:lnTo>
                  <a:close/>
                </a:path>
                <a:path w="6916420" h="2428240">
                  <a:moveTo>
                    <a:pt x="5372100" y="1879091"/>
                  </a:moveTo>
                  <a:lnTo>
                    <a:pt x="5363718" y="1876043"/>
                  </a:lnTo>
                  <a:lnTo>
                    <a:pt x="5361432" y="1884425"/>
                  </a:lnTo>
                  <a:lnTo>
                    <a:pt x="5369052" y="1886711"/>
                  </a:lnTo>
                  <a:lnTo>
                    <a:pt x="5372100" y="1879091"/>
                  </a:lnTo>
                  <a:close/>
                </a:path>
                <a:path w="6916420" h="2428240">
                  <a:moveTo>
                    <a:pt x="5387340" y="1884425"/>
                  </a:moveTo>
                  <a:lnTo>
                    <a:pt x="5379720" y="1882139"/>
                  </a:lnTo>
                  <a:lnTo>
                    <a:pt x="5376672" y="1889759"/>
                  </a:lnTo>
                  <a:lnTo>
                    <a:pt x="5385054" y="1892807"/>
                  </a:lnTo>
                  <a:lnTo>
                    <a:pt x="5387340" y="1884425"/>
                  </a:lnTo>
                  <a:close/>
                </a:path>
                <a:path w="6916420" h="2428240">
                  <a:moveTo>
                    <a:pt x="5403342" y="1890521"/>
                  </a:moveTo>
                  <a:lnTo>
                    <a:pt x="5395722" y="1887473"/>
                  </a:lnTo>
                  <a:lnTo>
                    <a:pt x="5392674" y="1895093"/>
                  </a:lnTo>
                  <a:lnTo>
                    <a:pt x="5400294" y="1898141"/>
                  </a:lnTo>
                  <a:lnTo>
                    <a:pt x="5403342" y="1890521"/>
                  </a:lnTo>
                  <a:close/>
                </a:path>
                <a:path w="6916420" h="2428240">
                  <a:moveTo>
                    <a:pt x="5419344" y="1895855"/>
                  </a:moveTo>
                  <a:lnTo>
                    <a:pt x="5410962" y="1892807"/>
                  </a:lnTo>
                  <a:lnTo>
                    <a:pt x="5408676" y="1901189"/>
                  </a:lnTo>
                  <a:lnTo>
                    <a:pt x="5416296" y="1903475"/>
                  </a:lnTo>
                  <a:lnTo>
                    <a:pt x="5419344" y="1895855"/>
                  </a:lnTo>
                  <a:close/>
                </a:path>
                <a:path w="6916420" h="2428240">
                  <a:moveTo>
                    <a:pt x="5434584" y="1901189"/>
                  </a:moveTo>
                  <a:lnTo>
                    <a:pt x="5426964" y="1898141"/>
                  </a:lnTo>
                  <a:lnTo>
                    <a:pt x="5423916" y="1906523"/>
                  </a:lnTo>
                  <a:lnTo>
                    <a:pt x="5432298" y="1908809"/>
                  </a:lnTo>
                  <a:lnTo>
                    <a:pt x="5434584" y="1901189"/>
                  </a:lnTo>
                  <a:close/>
                </a:path>
                <a:path w="6916420" h="2428240">
                  <a:moveTo>
                    <a:pt x="5450586" y="1906523"/>
                  </a:moveTo>
                  <a:lnTo>
                    <a:pt x="5442966" y="1904237"/>
                  </a:lnTo>
                  <a:lnTo>
                    <a:pt x="5439918" y="1911857"/>
                  </a:lnTo>
                  <a:lnTo>
                    <a:pt x="5447538" y="1914905"/>
                  </a:lnTo>
                  <a:lnTo>
                    <a:pt x="5450586" y="1906523"/>
                  </a:lnTo>
                  <a:close/>
                </a:path>
                <a:path w="6916420" h="2428240">
                  <a:moveTo>
                    <a:pt x="5466588" y="1912619"/>
                  </a:moveTo>
                  <a:lnTo>
                    <a:pt x="5458206" y="1909571"/>
                  </a:lnTo>
                  <a:lnTo>
                    <a:pt x="5455920" y="1917191"/>
                  </a:lnTo>
                  <a:lnTo>
                    <a:pt x="5463540" y="1920239"/>
                  </a:lnTo>
                  <a:lnTo>
                    <a:pt x="5466588" y="1912619"/>
                  </a:lnTo>
                  <a:close/>
                </a:path>
                <a:path w="6916420" h="2428240">
                  <a:moveTo>
                    <a:pt x="5482590" y="1917953"/>
                  </a:moveTo>
                  <a:lnTo>
                    <a:pt x="5474208" y="1914905"/>
                  </a:lnTo>
                  <a:lnTo>
                    <a:pt x="5471922" y="1923287"/>
                  </a:lnTo>
                  <a:lnTo>
                    <a:pt x="5479542" y="1925573"/>
                  </a:lnTo>
                  <a:lnTo>
                    <a:pt x="5482590" y="1917953"/>
                  </a:lnTo>
                  <a:close/>
                </a:path>
                <a:path w="6916420" h="2428240">
                  <a:moveTo>
                    <a:pt x="5497830" y="1923287"/>
                  </a:moveTo>
                  <a:lnTo>
                    <a:pt x="5490210" y="1920239"/>
                  </a:lnTo>
                  <a:lnTo>
                    <a:pt x="5487162" y="1928621"/>
                  </a:lnTo>
                  <a:lnTo>
                    <a:pt x="5495544" y="1930907"/>
                  </a:lnTo>
                  <a:lnTo>
                    <a:pt x="5497830" y="1923287"/>
                  </a:lnTo>
                  <a:close/>
                </a:path>
                <a:path w="6916420" h="2428240">
                  <a:moveTo>
                    <a:pt x="5513832" y="1928621"/>
                  </a:moveTo>
                  <a:lnTo>
                    <a:pt x="5506212" y="1926335"/>
                  </a:lnTo>
                  <a:lnTo>
                    <a:pt x="5503164" y="1933955"/>
                  </a:lnTo>
                  <a:lnTo>
                    <a:pt x="5510784" y="1937003"/>
                  </a:lnTo>
                  <a:lnTo>
                    <a:pt x="5513832" y="1928621"/>
                  </a:lnTo>
                  <a:close/>
                </a:path>
                <a:path w="6916420" h="2428240">
                  <a:moveTo>
                    <a:pt x="5529834" y="1934717"/>
                  </a:moveTo>
                  <a:lnTo>
                    <a:pt x="5521452" y="1931669"/>
                  </a:lnTo>
                  <a:lnTo>
                    <a:pt x="5519166" y="1939289"/>
                  </a:lnTo>
                  <a:lnTo>
                    <a:pt x="5526786" y="1942337"/>
                  </a:lnTo>
                  <a:lnTo>
                    <a:pt x="5529834" y="1934717"/>
                  </a:lnTo>
                  <a:close/>
                </a:path>
                <a:path w="6916420" h="2428240">
                  <a:moveTo>
                    <a:pt x="5545074" y="1940051"/>
                  </a:moveTo>
                  <a:lnTo>
                    <a:pt x="5537454" y="1937003"/>
                  </a:lnTo>
                  <a:lnTo>
                    <a:pt x="5534406" y="1945385"/>
                  </a:lnTo>
                  <a:lnTo>
                    <a:pt x="5542788" y="1947671"/>
                  </a:lnTo>
                  <a:lnTo>
                    <a:pt x="5545074" y="1940051"/>
                  </a:lnTo>
                  <a:close/>
                </a:path>
                <a:path w="6916420" h="2428240">
                  <a:moveTo>
                    <a:pt x="5561076" y="1945385"/>
                  </a:moveTo>
                  <a:lnTo>
                    <a:pt x="5553456" y="1942337"/>
                  </a:lnTo>
                  <a:lnTo>
                    <a:pt x="5550408" y="1950719"/>
                  </a:lnTo>
                  <a:lnTo>
                    <a:pt x="5558028" y="1953005"/>
                  </a:lnTo>
                  <a:lnTo>
                    <a:pt x="5561076" y="1945385"/>
                  </a:lnTo>
                  <a:close/>
                </a:path>
                <a:path w="6916420" h="2428240">
                  <a:moveTo>
                    <a:pt x="5577078" y="1950719"/>
                  </a:moveTo>
                  <a:lnTo>
                    <a:pt x="5568696" y="1948433"/>
                  </a:lnTo>
                  <a:lnTo>
                    <a:pt x="5566410" y="1956053"/>
                  </a:lnTo>
                  <a:lnTo>
                    <a:pt x="5574030" y="1959101"/>
                  </a:lnTo>
                  <a:lnTo>
                    <a:pt x="5577078" y="1950719"/>
                  </a:lnTo>
                  <a:close/>
                </a:path>
                <a:path w="6916420" h="2428240">
                  <a:moveTo>
                    <a:pt x="5592318" y="1956815"/>
                  </a:moveTo>
                  <a:lnTo>
                    <a:pt x="5584698" y="1953767"/>
                  </a:lnTo>
                  <a:lnTo>
                    <a:pt x="5581650" y="1961387"/>
                  </a:lnTo>
                  <a:lnTo>
                    <a:pt x="5590032" y="1964435"/>
                  </a:lnTo>
                  <a:lnTo>
                    <a:pt x="5592318" y="1956815"/>
                  </a:lnTo>
                  <a:close/>
                </a:path>
                <a:path w="6916420" h="2428240">
                  <a:moveTo>
                    <a:pt x="5608320" y="1962149"/>
                  </a:moveTo>
                  <a:lnTo>
                    <a:pt x="5600700" y="1959101"/>
                  </a:lnTo>
                  <a:lnTo>
                    <a:pt x="5597652" y="1966721"/>
                  </a:lnTo>
                  <a:lnTo>
                    <a:pt x="5605272" y="1969769"/>
                  </a:lnTo>
                  <a:lnTo>
                    <a:pt x="5608320" y="1962149"/>
                  </a:lnTo>
                  <a:close/>
                </a:path>
                <a:path w="6916420" h="2428240">
                  <a:moveTo>
                    <a:pt x="5624322" y="1967483"/>
                  </a:moveTo>
                  <a:lnTo>
                    <a:pt x="5615940" y="1964435"/>
                  </a:lnTo>
                  <a:lnTo>
                    <a:pt x="5613654" y="1972817"/>
                  </a:lnTo>
                  <a:lnTo>
                    <a:pt x="5621274" y="1975103"/>
                  </a:lnTo>
                  <a:lnTo>
                    <a:pt x="5624322" y="1967483"/>
                  </a:lnTo>
                  <a:close/>
                </a:path>
                <a:path w="6916420" h="2428240">
                  <a:moveTo>
                    <a:pt x="5639562" y="1972817"/>
                  </a:moveTo>
                  <a:lnTo>
                    <a:pt x="5631942" y="1970531"/>
                  </a:lnTo>
                  <a:lnTo>
                    <a:pt x="5628894" y="1978151"/>
                  </a:lnTo>
                  <a:lnTo>
                    <a:pt x="5637276" y="1981199"/>
                  </a:lnTo>
                  <a:lnTo>
                    <a:pt x="5639562" y="1972817"/>
                  </a:lnTo>
                  <a:close/>
                </a:path>
                <a:path w="6916420" h="2428240">
                  <a:moveTo>
                    <a:pt x="5655564" y="1978151"/>
                  </a:moveTo>
                  <a:lnTo>
                    <a:pt x="5647944" y="1975865"/>
                  </a:lnTo>
                  <a:lnTo>
                    <a:pt x="5644896" y="1983485"/>
                  </a:lnTo>
                  <a:lnTo>
                    <a:pt x="5653278" y="1986533"/>
                  </a:lnTo>
                  <a:lnTo>
                    <a:pt x="5655564" y="1978151"/>
                  </a:lnTo>
                  <a:close/>
                </a:path>
                <a:path w="6916420" h="2428240">
                  <a:moveTo>
                    <a:pt x="5671566" y="1984247"/>
                  </a:moveTo>
                  <a:lnTo>
                    <a:pt x="5663184" y="1981199"/>
                  </a:lnTo>
                  <a:lnTo>
                    <a:pt x="5660898" y="1988819"/>
                  </a:lnTo>
                  <a:lnTo>
                    <a:pt x="5668518" y="1991867"/>
                  </a:lnTo>
                  <a:lnTo>
                    <a:pt x="5671566" y="1984247"/>
                  </a:lnTo>
                  <a:close/>
                </a:path>
                <a:path w="6916420" h="2428240">
                  <a:moveTo>
                    <a:pt x="5687568" y="1989581"/>
                  </a:moveTo>
                  <a:lnTo>
                    <a:pt x="5679186" y="1986533"/>
                  </a:lnTo>
                  <a:lnTo>
                    <a:pt x="5676900" y="1994915"/>
                  </a:lnTo>
                  <a:lnTo>
                    <a:pt x="5684520" y="1997201"/>
                  </a:lnTo>
                  <a:lnTo>
                    <a:pt x="5687568" y="1989581"/>
                  </a:lnTo>
                  <a:close/>
                </a:path>
                <a:path w="6916420" h="2428240">
                  <a:moveTo>
                    <a:pt x="5702808" y="1994915"/>
                  </a:moveTo>
                  <a:lnTo>
                    <a:pt x="5695188" y="1992629"/>
                  </a:lnTo>
                  <a:lnTo>
                    <a:pt x="5692140" y="2000249"/>
                  </a:lnTo>
                  <a:lnTo>
                    <a:pt x="5700522" y="2003297"/>
                  </a:lnTo>
                  <a:lnTo>
                    <a:pt x="5702808" y="1994915"/>
                  </a:lnTo>
                  <a:close/>
                </a:path>
                <a:path w="6916420" h="2428240">
                  <a:moveTo>
                    <a:pt x="5718810" y="2000249"/>
                  </a:moveTo>
                  <a:lnTo>
                    <a:pt x="5711190" y="1997963"/>
                  </a:lnTo>
                  <a:lnTo>
                    <a:pt x="5708142" y="2005583"/>
                  </a:lnTo>
                  <a:lnTo>
                    <a:pt x="5715762" y="2008631"/>
                  </a:lnTo>
                  <a:lnTo>
                    <a:pt x="5718810" y="2000249"/>
                  </a:lnTo>
                  <a:close/>
                </a:path>
                <a:path w="6916420" h="2428240">
                  <a:moveTo>
                    <a:pt x="5734812" y="2006345"/>
                  </a:moveTo>
                  <a:lnTo>
                    <a:pt x="5726430" y="2003297"/>
                  </a:lnTo>
                  <a:lnTo>
                    <a:pt x="5724144" y="2010917"/>
                  </a:lnTo>
                  <a:lnTo>
                    <a:pt x="5731764" y="2013965"/>
                  </a:lnTo>
                  <a:lnTo>
                    <a:pt x="5734812" y="2006345"/>
                  </a:lnTo>
                  <a:close/>
                </a:path>
                <a:path w="6916420" h="2428240">
                  <a:moveTo>
                    <a:pt x="5750052" y="2011679"/>
                  </a:moveTo>
                  <a:lnTo>
                    <a:pt x="5742432" y="2008631"/>
                  </a:lnTo>
                  <a:lnTo>
                    <a:pt x="5739384" y="2017013"/>
                  </a:lnTo>
                  <a:lnTo>
                    <a:pt x="5747766" y="2019299"/>
                  </a:lnTo>
                  <a:lnTo>
                    <a:pt x="5750052" y="2011679"/>
                  </a:lnTo>
                  <a:close/>
                </a:path>
                <a:path w="6916420" h="2428240">
                  <a:moveTo>
                    <a:pt x="5766054" y="2017013"/>
                  </a:moveTo>
                  <a:lnTo>
                    <a:pt x="5758434" y="2014727"/>
                  </a:lnTo>
                  <a:lnTo>
                    <a:pt x="5755386" y="2022347"/>
                  </a:lnTo>
                  <a:lnTo>
                    <a:pt x="5763006" y="2025395"/>
                  </a:lnTo>
                  <a:lnTo>
                    <a:pt x="5766054" y="2017013"/>
                  </a:lnTo>
                  <a:close/>
                </a:path>
                <a:path w="6916420" h="2428240">
                  <a:moveTo>
                    <a:pt x="5782056" y="2022347"/>
                  </a:moveTo>
                  <a:lnTo>
                    <a:pt x="5773674" y="2020061"/>
                  </a:lnTo>
                  <a:lnTo>
                    <a:pt x="5771388" y="2027681"/>
                  </a:lnTo>
                  <a:lnTo>
                    <a:pt x="5779008" y="2030729"/>
                  </a:lnTo>
                  <a:lnTo>
                    <a:pt x="5782056" y="2022347"/>
                  </a:lnTo>
                  <a:close/>
                </a:path>
                <a:path w="6916420" h="2428240">
                  <a:moveTo>
                    <a:pt x="5797296" y="2028443"/>
                  </a:moveTo>
                  <a:lnTo>
                    <a:pt x="5789676" y="2025395"/>
                  </a:lnTo>
                  <a:lnTo>
                    <a:pt x="5786628" y="2033015"/>
                  </a:lnTo>
                  <a:lnTo>
                    <a:pt x="5795010" y="2036063"/>
                  </a:lnTo>
                  <a:lnTo>
                    <a:pt x="5797296" y="2028443"/>
                  </a:lnTo>
                  <a:close/>
                </a:path>
                <a:path w="6916420" h="2428240">
                  <a:moveTo>
                    <a:pt x="5813298" y="2033777"/>
                  </a:moveTo>
                  <a:lnTo>
                    <a:pt x="5805678" y="2030729"/>
                  </a:lnTo>
                  <a:lnTo>
                    <a:pt x="5802630" y="2039111"/>
                  </a:lnTo>
                  <a:lnTo>
                    <a:pt x="5810250" y="2041397"/>
                  </a:lnTo>
                  <a:lnTo>
                    <a:pt x="5813298" y="2033777"/>
                  </a:lnTo>
                  <a:close/>
                </a:path>
                <a:path w="6916420" h="2428240">
                  <a:moveTo>
                    <a:pt x="5829300" y="2039111"/>
                  </a:moveTo>
                  <a:lnTo>
                    <a:pt x="5820918" y="2036825"/>
                  </a:lnTo>
                  <a:lnTo>
                    <a:pt x="5818632" y="2044445"/>
                  </a:lnTo>
                  <a:lnTo>
                    <a:pt x="5826252" y="2046731"/>
                  </a:lnTo>
                  <a:lnTo>
                    <a:pt x="5829300" y="2039111"/>
                  </a:lnTo>
                  <a:close/>
                </a:path>
                <a:path w="6916420" h="2428240">
                  <a:moveTo>
                    <a:pt x="5844540" y="2044445"/>
                  </a:moveTo>
                  <a:lnTo>
                    <a:pt x="5836920" y="2042159"/>
                  </a:lnTo>
                  <a:lnTo>
                    <a:pt x="5833872" y="2049779"/>
                  </a:lnTo>
                  <a:lnTo>
                    <a:pt x="5842254" y="2052827"/>
                  </a:lnTo>
                  <a:lnTo>
                    <a:pt x="5844540" y="2044445"/>
                  </a:lnTo>
                  <a:close/>
                </a:path>
                <a:path w="6916420" h="2428240">
                  <a:moveTo>
                    <a:pt x="5860542" y="2050541"/>
                  </a:moveTo>
                  <a:lnTo>
                    <a:pt x="5852922" y="2047493"/>
                  </a:lnTo>
                  <a:lnTo>
                    <a:pt x="5849874" y="2055113"/>
                  </a:lnTo>
                  <a:lnTo>
                    <a:pt x="5858256" y="2058161"/>
                  </a:lnTo>
                  <a:lnTo>
                    <a:pt x="5860542" y="2050541"/>
                  </a:lnTo>
                  <a:close/>
                </a:path>
                <a:path w="6916420" h="2428240">
                  <a:moveTo>
                    <a:pt x="5876544" y="2055875"/>
                  </a:moveTo>
                  <a:lnTo>
                    <a:pt x="5868162" y="2052827"/>
                  </a:lnTo>
                  <a:lnTo>
                    <a:pt x="5865876" y="2061209"/>
                  </a:lnTo>
                  <a:lnTo>
                    <a:pt x="5873496" y="2063495"/>
                  </a:lnTo>
                  <a:lnTo>
                    <a:pt x="5876544" y="2055875"/>
                  </a:lnTo>
                  <a:close/>
                </a:path>
                <a:path w="6916420" h="2428240">
                  <a:moveTo>
                    <a:pt x="5892546" y="2061209"/>
                  </a:moveTo>
                  <a:lnTo>
                    <a:pt x="5884164" y="2058161"/>
                  </a:lnTo>
                  <a:lnTo>
                    <a:pt x="5881878" y="2066543"/>
                  </a:lnTo>
                  <a:lnTo>
                    <a:pt x="5889498" y="2068829"/>
                  </a:lnTo>
                  <a:lnTo>
                    <a:pt x="5892546" y="2061209"/>
                  </a:lnTo>
                  <a:close/>
                </a:path>
                <a:path w="6916420" h="2428240">
                  <a:moveTo>
                    <a:pt x="5907786" y="2066543"/>
                  </a:moveTo>
                  <a:lnTo>
                    <a:pt x="5900166" y="2064257"/>
                  </a:lnTo>
                  <a:lnTo>
                    <a:pt x="5897118" y="2071877"/>
                  </a:lnTo>
                  <a:lnTo>
                    <a:pt x="5905500" y="2074925"/>
                  </a:lnTo>
                  <a:lnTo>
                    <a:pt x="5907786" y="2066543"/>
                  </a:lnTo>
                  <a:close/>
                </a:path>
                <a:path w="6916420" h="2428240">
                  <a:moveTo>
                    <a:pt x="5923788" y="2072639"/>
                  </a:moveTo>
                  <a:lnTo>
                    <a:pt x="5916168" y="2069591"/>
                  </a:lnTo>
                  <a:lnTo>
                    <a:pt x="5913120" y="2077211"/>
                  </a:lnTo>
                  <a:lnTo>
                    <a:pt x="5920740" y="2080259"/>
                  </a:lnTo>
                  <a:lnTo>
                    <a:pt x="5923788" y="2072639"/>
                  </a:lnTo>
                  <a:close/>
                </a:path>
                <a:path w="6916420" h="2428240">
                  <a:moveTo>
                    <a:pt x="5939790" y="2077973"/>
                  </a:moveTo>
                  <a:lnTo>
                    <a:pt x="5931408" y="2074925"/>
                  </a:lnTo>
                  <a:lnTo>
                    <a:pt x="5929122" y="2083307"/>
                  </a:lnTo>
                  <a:lnTo>
                    <a:pt x="5936742" y="2085593"/>
                  </a:lnTo>
                  <a:lnTo>
                    <a:pt x="5939790" y="2077973"/>
                  </a:lnTo>
                  <a:close/>
                </a:path>
                <a:path w="6916420" h="2428240">
                  <a:moveTo>
                    <a:pt x="5955030" y="2083307"/>
                  </a:moveTo>
                  <a:lnTo>
                    <a:pt x="5947410" y="2080259"/>
                  </a:lnTo>
                  <a:lnTo>
                    <a:pt x="5944362" y="2088641"/>
                  </a:lnTo>
                  <a:lnTo>
                    <a:pt x="5952744" y="2090927"/>
                  </a:lnTo>
                  <a:lnTo>
                    <a:pt x="5955030" y="2083307"/>
                  </a:lnTo>
                  <a:close/>
                </a:path>
                <a:path w="6916420" h="2428240">
                  <a:moveTo>
                    <a:pt x="5971032" y="2088641"/>
                  </a:moveTo>
                  <a:lnTo>
                    <a:pt x="5963412" y="2086355"/>
                  </a:lnTo>
                  <a:lnTo>
                    <a:pt x="5960364" y="2093975"/>
                  </a:lnTo>
                  <a:lnTo>
                    <a:pt x="5967984" y="2097023"/>
                  </a:lnTo>
                  <a:lnTo>
                    <a:pt x="5971032" y="2088641"/>
                  </a:lnTo>
                  <a:close/>
                </a:path>
                <a:path w="6916420" h="2428240">
                  <a:moveTo>
                    <a:pt x="5987034" y="2094737"/>
                  </a:moveTo>
                  <a:lnTo>
                    <a:pt x="5978652" y="2091689"/>
                  </a:lnTo>
                  <a:lnTo>
                    <a:pt x="5976366" y="2099310"/>
                  </a:lnTo>
                  <a:lnTo>
                    <a:pt x="5983986" y="2102357"/>
                  </a:lnTo>
                  <a:lnTo>
                    <a:pt x="5987034" y="2094737"/>
                  </a:lnTo>
                  <a:close/>
                </a:path>
                <a:path w="6916420" h="2428240">
                  <a:moveTo>
                    <a:pt x="6002274" y="2100072"/>
                  </a:moveTo>
                  <a:lnTo>
                    <a:pt x="5994654" y="2097023"/>
                  </a:lnTo>
                  <a:lnTo>
                    <a:pt x="5991606" y="2105405"/>
                  </a:lnTo>
                  <a:lnTo>
                    <a:pt x="5999988" y="2107691"/>
                  </a:lnTo>
                  <a:lnTo>
                    <a:pt x="6002274" y="2100072"/>
                  </a:lnTo>
                  <a:close/>
                </a:path>
                <a:path w="6916420" h="2428240">
                  <a:moveTo>
                    <a:pt x="6018276" y="2105405"/>
                  </a:moveTo>
                  <a:lnTo>
                    <a:pt x="6010656" y="2102357"/>
                  </a:lnTo>
                  <a:lnTo>
                    <a:pt x="6007608" y="2110739"/>
                  </a:lnTo>
                  <a:lnTo>
                    <a:pt x="6015228" y="2113025"/>
                  </a:lnTo>
                  <a:lnTo>
                    <a:pt x="6018276" y="2105405"/>
                  </a:lnTo>
                  <a:close/>
                </a:path>
                <a:path w="6916420" h="2428240">
                  <a:moveTo>
                    <a:pt x="6034278" y="2110739"/>
                  </a:moveTo>
                  <a:lnTo>
                    <a:pt x="6025896" y="2108454"/>
                  </a:lnTo>
                  <a:lnTo>
                    <a:pt x="6023610" y="2116073"/>
                  </a:lnTo>
                  <a:lnTo>
                    <a:pt x="6031230" y="2119122"/>
                  </a:lnTo>
                  <a:lnTo>
                    <a:pt x="6034278" y="2110739"/>
                  </a:lnTo>
                  <a:close/>
                </a:path>
                <a:path w="6916420" h="2428240">
                  <a:moveTo>
                    <a:pt x="6049518" y="2116835"/>
                  </a:moveTo>
                  <a:lnTo>
                    <a:pt x="6041898" y="2113787"/>
                  </a:lnTo>
                  <a:lnTo>
                    <a:pt x="6038850" y="2121407"/>
                  </a:lnTo>
                  <a:lnTo>
                    <a:pt x="6047232" y="2124455"/>
                  </a:lnTo>
                  <a:lnTo>
                    <a:pt x="6049518" y="2116835"/>
                  </a:lnTo>
                  <a:close/>
                </a:path>
                <a:path w="6916420" h="2428240">
                  <a:moveTo>
                    <a:pt x="6065520" y="2122169"/>
                  </a:moveTo>
                  <a:lnTo>
                    <a:pt x="6057900" y="2119122"/>
                  </a:lnTo>
                  <a:lnTo>
                    <a:pt x="6054852" y="2127504"/>
                  </a:lnTo>
                  <a:lnTo>
                    <a:pt x="6063234" y="2129789"/>
                  </a:lnTo>
                  <a:lnTo>
                    <a:pt x="6065520" y="2122169"/>
                  </a:lnTo>
                  <a:close/>
                </a:path>
                <a:path w="6916420" h="2428240">
                  <a:moveTo>
                    <a:pt x="6081522" y="2127504"/>
                  </a:moveTo>
                  <a:lnTo>
                    <a:pt x="6073140" y="2124455"/>
                  </a:lnTo>
                  <a:lnTo>
                    <a:pt x="6070854" y="2132837"/>
                  </a:lnTo>
                  <a:lnTo>
                    <a:pt x="6078474" y="2135123"/>
                  </a:lnTo>
                  <a:lnTo>
                    <a:pt x="6081522" y="2127504"/>
                  </a:lnTo>
                  <a:close/>
                </a:path>
                <a:path w="6916420" h="2428240">
                  <a:moveTo>
                    <a:pt x="6097524" y="2132837"/>
                  </a:moveTo>
                  <a:lnTo>
                    <a:pt x="6089142" y="2130551"/>
                  </a:lnTo>
                  <a:lnTo>
                    <a:pt x="6086856" y="2138172"/>
                  </a:lnTo>
                  <a:lnTo>
                    <a:pt x="6094476" y="2141219"/>
                  </a:lnTo>
                  <a:lnTo>
                    <a:pt x="6097524" y="2132837"/>
                  </a:lnTo>
                  <a:close/>
                </a:path>
                <a:path w="6916420" h="2428240">
                  <a:moveTo>
                    <a:pt x="6112764" y="2138933"/>
                  </a:moveTo>
                  <a:lnTo>
                    <a:pt x="6105144" y="2135885"/>
                  </a:lnTo>
                  <a:lnTo>
                    <a:pt x="6102096" y="2143505"/>
                  </a:lnTo>
                  <a:lnTo>
                    <a:pt x="6110478" y="2146554"/>
                  </a:lnTo>
                  <a:lnTo>
                    <a:pt x="6112764" y="2138933"/>
                  </a:lnTo>
                  <a:close/>
                </a:path>
                <a:path w="6916420" h="2428240">
                  <a:moveTo>
                    <a:pt x="6128766" y="2144267"/>
                  </a:moveTo>
                  <a:lnTo>
                    <a:pt x="6121146" y="2141219"/>
                  </a:lnTo>
                  <a:lnTo>
                    <a:pt x="6118098" y="2148839"/>
                  </a:lnTo>
                  <a:lnTo>
                    <a:pt x="6125718" y="2151887"/>
                  </a:lnTo>
                  <a:lnTo>
                    <a:pt x="6128766" y="2144267"/>
                  </a:lnTo>
                  <a:close/>
                </a:path>
                <a:path w="6916420" h="2428240">
                  <a:moveTo>
                    <a:pt x="6144768" y="2149601"/>
                  </a:moveTo>
                  <a:lnTo>
                    <a:pt x="6136386" y="2146554"/>
                  </a:lnTo>
                  <a:lnTo>
                    <a:pt x="6134100" y="2154935"/>
                  </a:lnTo>
                  <a:lnTo>
                    <a:pt x="6141720" y="2157222"/>
                  </a:lnTo>
                  <a:lnTo>
                    <a:pt x="6144768" y="2149601"/>
                  </a:lnTo>
                  <a:close/>
                </a:path>
                <a:path w="6916420" h="2428240">
                  <a:moveTo>
                    <a:pt x="6160008" y="2154935"/>
                  </a:moveTo>
                  <a:lnTo>
                    <a:pt x="6152388" y="2152649"/>
                  </a:lnTo>
                  <a:lnTo>
                    <a:pt x="6149340" y="2160269"/>
                  </a:lnTo>
                  <a:lnTo>
                    <a:pt x="6157722" y="2163317"/>
                  </a:lnTo>
                  <a:lnTo>
                    <a:pt x="6160008" y="2154935"/>
                  </a:lnTo>
                  <a:close/>
                </a:path>
                <a:path w="6916420" h="2428240">
                  <a:moveTo>
                    <a:pt x="6176010" y="2160269"/>
                  </a:moveTo>
                  <a:lnTo>
                    <a:pt x="6168390" y="2157983"/>
                  </a:lnTo>
                  <a:lnTo>
                    <a:pt x="6165342" y="2165604"/>
                  </a:lnTo>
                  <a:lnTo>
                    <a:pt x="6172962" y="2168651"/>
                  </a:lnTo>
                  <a:lnTo>
                    <a:pt x="6176010" y="2160269"/>
                  </a:lnTo>
                  <a:close/>
                </a:path>
                <a:path w="6916420" h="2428240">
                  <a:moveTo>
                    <a:pt x="6192012" y="2166366"/>
                  </a:moveTo>
                  <a:lnTo>
                    <a:pt x="6183630" y="2163317"/>
                  </a:lnTo>
                  <a:lnTo>
                    <a:pt x="6181344" y="2170937"/>
                  </a:lnTo>
                  <a:lnTo>
                    <a:pt x="6188964" y="2173985"/>
                  </a:lnTo>
                  <a:lnTo>
                    <a:pt x="6192012" y="2166366"/>
                  </a:lnTo>
                  <a:close/>
                </a:path>
                <a:path w="6916420" h="2428240">
                  <a:moveTo>
                    <a:pt x="6207252" y="2171699"/>
                  </a:moveTo>
                  <a:lnTo>
                    <a:pt x="6199632" y="2168651"/>
                  </a:lnTo>
                  <a:lnTo>
                    <a:pt x="6196584" y="2177033"/>
                  </a:lnTo>
                  <a:lnTo>
                    <a:pt x="6204966" y="2179319"/>
                  </a:lnTo>
                  <a:lnTo>
                    <a:pt x="6207252" y="2171699"/>
                  </a:lnTo>
                  <a:close/>
                </a:path>
                <a:path w="6916420" h="2428240">
                  <a:moveTo>
                    <a:pt x="6223254" y="2177033"/>
                  </a:moveTo>
                  <a:lnTo>
                    <a:pt x="6215634" y="2174747"/>
                  </a:lnTo>
                  <a:lnTo>
                    <a:pt x="6212586" y="2182367"/>
                  </a:lnTo>
                  <a:lnTo>
                    <a:pt x="6220206" y="2185416"/>
                  </a:lnTo>
                  <a:lnTo>
                    <a:pt x="6223254" y="2177033"/>
                  </a:lnTo>
                  <a:close/>
                </a:path>
                <a:path w="6916420" h="2428240">
                  <a:moveTo>
                    <a:pt x="6239256" y="2182367"/>
                  </a:moveTo>
                  <a:lnTo>
                    <a:pt x="6230874" y="2180081"/>
                  </a:lnTo>
                  <a:lnTo>
                    <a:pt x="6228588" y="2187701"/>
                  </a:lnTo>
                  <a:lnTo>
                    <a:pt x="6236208" y="2190749"/>
                  </a:lnTo>
                  <a:lnTo>
                    <a:pt x="6239256" y="2182367"/>
                  </a:lnTo>
                  <a:close/>
                </a:path>
                <a:path w="6916420" h="2428240">
                  <a:moveTo>
                    <a:pt x="6254496" y="2188463"/>
                  </a:moveTo>
                  <a:lnTo>
                    <a:pt x="6246876" y="2185416"/>
                  </a:lnTo>
                  <a:lnTo>
                    <a:pt x="6243828" y="2193035"/>
                  </a:lnTo>
                  <a:lnTo>
                    <a:pt x="6252210" y="2196083"/>
                  </a:lnTo>
                  <a:lnTo>
                    <a:pt x="6254496" y="2188463"/>
                  </a:lnTo>
                  <a:close/>
                </a:path>
                <a:path w="6916420" h="2428240">
                  <a:moveTo>
                    <a:pt x="6270498" y="2193797"/>
                  </a:moveTo>
                  <a:lnTo>
                    <a:pt x="6262878" y="2190749"/>
                  </a:lnTo>
                  <a:lnTo>
                    <a:pt x="6259830" y="2199131"/>
                  </a:lnTo>
                  <a:lnTo>
                    <a:pt x="6268212" y="2201417"/>
                  </a:lnTo>
                  <a:lnTo>
                    <a:pt x="6270498" y="2193797"/>
                  </a:lnTo>
                  <a:close/>
                </a:path>
                <a:path w="6916420" h="2428240">
                  <a:moveTo>
                    <a:pt x="6286500" y="2199131"/>
                  </a:moveTo>
                  <a:lnTo>
                    <a:pt x="6278880" y="2196845"/>
                  </a:lnTo>
                  <a:lnTo>
                    <a:pt x="6275832" y="2204466"/>
                  </a:lnTo>
                  <a:lnTo>
                    <a:pt x="6283452" y="2207513"/>
                  </a:lnTo>
                  <a:lnTo>
                    <a:pt x="6286500" y="2199131"/>
                  </a:lnTo>
                  <a:close/>
                </a:path>
                <a:path w="6916420" h="2428240">
                  <a:moveTo>
                    <a:pt x="6302502" y="2204466"/>
                  </a:moveTo>
                  <a:lnTo>
                    <a:pt x="6294120" y="2202179"/>
                  </a:lnTo>
                  <a:lnTo>
                    <a:pt x="6291834" y="2209799"/>
                  </a:lnTo>
                  <a:lnTo>
                    <a:pt x="6299454" y="2212847"/>
                  </a:lnTo>
                  <a:lnTo>
                    <a:pt x="6302502" y="2204466"/>
                  </a:lnTo>
                  <a:close/>
                </a:path>
                <a:path w="6916420" h="2428240">
                  <a:moveTo>
                    <a:pt x="6317742" y="2210561"/>
                  </a:moveTo>
                  <a:lnTo>
                    <a:pt x="6310122" y="2207513"/>
                  </a:lnTo>
                  <a:lnTo>
                    <a:pt x="6307074" y="2215133"/>
                  </a:lnTo>
                  <a:lnTo>
                    <a:pt x="6315456" y="2218181"/>
                  </a:lnTo>
                  <a:lnTo>
                    <a:pt x="6317742" y="2210561"/>
                  </a:lnTo>
                  <a:close/>
                </a:path>
                <a:path w="6916420" h="2428240">
                  <a:moveTo>
                    <a:pt x="6333744" y="2215895"/>
                  </a:moveTo>
                  <a:lnTo>
                    <a:pt x="6326124" y="2212847"/>
                  </a:lnTo>
                  <a:lnTo>
                    <a:pt x="6323076" y="2221229"/>
                  </a:lnTo>
                  <a:lnTo>
                    <a:pt x="6330696" y="2223516"/>
                  </a:lnTo>
                  <a:lnTo>
                    <a:pt x="6333744" y="2215895"/>
                  </a:lnTo>
                  <a:close/>
                </a:path>
                <a:path w="6916420" h="2428240">
                  <a:moveTo>
                    <a:pt x="6349746" y="2221229"/>
                  </a:moveTo>
                  <a:lnTo>
                    <a:pt x="6341364" y="2218943"/>
                  </a:lnTo>
                  <a:lnTo>
                    <a:pt x="6339078" y="2226563"/>
                  </a:lnTo>
                  <a:lnTo>
                    <a:pt x="6346698" y="2228849"/>
                  </a:lnTo>
                  <a:lnTo>
                    <a:pt x="6349746" y="2221229"/>
                  </a:lnTo>
                  <a:close/>
                </a:path>
                <a:path w="6916420" h="2428240">
                  <a:moveTo>
                    <a:pt x="6364986" y="2226563"/>
                  </a:moveTo>
                  <a:lnTo>
                    <a:pt x="6357366" y="2224277"/>
                  </a:lnTo>
                  <a:lnTo>
                    <a:pt x="6354318" y="2231897"/>
                  </a:lnTo>
                  <a:lnTo>
                    <a:pt x="6362700" y="2234945"/>
                  </a:lnTo>
                  <a:lnTo>
                    <a:pt x="6364986" y="2226563"/>
                  </a:lnTo>
                  <a:close/>
                </a:path>
                <a:path w="6916420" h="2428240">
                  <a:moveTo>
                    <a:pt x="6380988" y="2232660"/>
                  </a:moveTo>
                  <a:lnTo>
                    <a:pt x="6373368" y="2229611"/>
                  </a:lnTo>
                  <a:lnTo>
                    <a:pt x="6370320" y="2237231"/>
                  </a:lnTo>
                  <a:lnTo>
                    <a:pt x="6377940" y="2240279"/>
                  </a:lnTo>
                  <a:lnTo>
                    <a:pt x="6380988" y="2232660"/>
                  </a:lnTo>
                  <a:close/>
                </a:path>
                <a:path w="6916420" h="2428240">
                  <a:moveTo>
                    <a:pt x="6396990" y="2237993"/>
                  </a:moveTo>
                  <a:lnTo>
                    <a:pt x="6388608" y="2234945"/>
                  </a:lnTo>
                  <a:lnTo>
                    <a:pt x="6386322" y="2243327"/>
                  </a:lnTo>
                  <a:lnTo>
                    <a:pt x="6393942" y="2245613"/>
                  </a:lnTo>
                  <a:lnTo>
                    <a:pt x="6396990" y="2237993"/>
                  </a:lnTo>
                  <a:close/>
                </a:path>
                <a:path w="6916420" h="2428240">
                  <a:moveTo>
                    <a:pt x="6412230" y="2243327"/>
                  </a:moveTo>
                  <a:lnTo>
                    <a:pt x="6404610" y="2240279"/>
                  </a:lnTo>
                  <a:lnTo>
                    <a:pt x="6401562" y="2248661"/>
                  </a:lnTo>
                  <a:lnTo>
                    <a:pt x="6409944" y="2250947"/>
                  </a:lnTo>
                  <a:lnTo>
                    <a:pt x="6412230" y="2243327"/>
                  </a:lnTo>
                  <a:close/>
                </a:path>
                <a:path w="6916420" h="2428240">
                  <a:moveTo>
                    <a:pt x="6428232" y="2248661"/>
                  </a:moveTo>
                  <a:lnTo>
                    <a:pt x="6420612" y="2246375"/>
                  </a:lnTo>
                  <a:lnTo>
                    <a:pt x="6417564" y="2253995"/>
                  </a:lnTo>
                  <a:lnTo>
                    <a:pt x="6425184" y="2257043"/>
                  </a:lnTo>
                  <a:lnTo>
                    <a:pt x="6428232" y="2248661"/>
                  </a:lnTo>
                  <a:close/>
                </a:path>
                <a:path w="6916420" h="2428240">
                  <a:moveTo>
                    <a:pt x="6444234" y="2254757"/>
                  </a:moveTo>
                  <a:lnTo>
                    <a:pt x="6435852" y="2251710"/>
                  </a:lnTo>
                  <a:lnTo>
                    <a:pt x="6433566" y="2259329"/>
                  </a:lnTo>
                  <a:lnTo>
                    <a:pt x="6441186" y="2262377"/>
                  </a:lnTo>
                  <a:lnTo>
                    <a:pt x="6444234" y="2254757"/>
                  </a:lnTo>
                  <a:close/>
                </a:path>
                <a:path w="6916420" h="2428240">
                  <a:moveTo>
                    <a:pt x="6459474" y="2260091"/>
                  </a:moveTo>
                  <a:lnTo>
                    <a:pt x="6451854" y="2257043"/>
                  </a:lnTo>
                  <a:lnTo>
                    <a:pt x="6449568" y="2265425"/>
                  </a:lnTo>
                  <a:lnTo>
                    <a:pt x="6457188" y="2267711"/>
                  </a:lnTo>
                  <a:lnTo>
                    <a:pt x="6459474" y="2260091"/>
                  </a:lnTo>
                  <a:close/>
                </a:path>
                <a:path w="6916420" h="2428240">
                  <a:moveTo>
                    <a:pt x="6475476" y="2265425"/>
                  </a:moveTo>
                  <a:lnTo>
                    <a:pt x="6467856" y="2262377"/>
                  </a:lnTo>
                  <a:lnTo>
                    <a:pt x="6464808" y="2270760"/>
                  </a:lnTo>
                  <a:lnTo>
                    <a:pt x="6473190" y="2273045"/>
                  </a:lnTo>
                  <a:lnTo>
                    <a:pt x="6475476" y="2265425"/>
                  </a:lnTo>
                  <a:close/>
                </a:path>
                <a:path w="6916420" h="2428240">
                  <a:moveTo>
                    <a:pt x="6491478" y="2270760"/>
                  </a:moveTo>
                  <a:lnTo>
                    <a:pt x="6483858" y="2268473"/>
                  </a:lnTo>
                  <a:lnTo>
                    <a:pt x="6480810" y="2276093"/>
                  </a:lnTo>
                  <a:lnTo>
                    <a:pt x="6488430" y="2279141"/>
                  </a:lnTo>
                  <a:lnTo>
                    <a:pt x="6491478" y="2270760"/>
                  </a:lnTo>
                  <a:close/>
                </a:path>
                <a:path w="6916420" h="2428240">
                  <a:moveTo>
                    <a:pt x="6507480" y="2276855"/>
                  </a:moveTo>
                  <a:lnTo>
                    <a:pt x="6499098" y="2273807"/>
                  </a:lnTo>
                  <a:lnTo>
                    <a:pt x="6496812" y="2281427"/>
                  </a:lnTo>
                  <a:lnTo>
                    <a:pt x="6504432" y="2284475"/>
                  </a:lnTo>
                  <a:lnTo>
                    <a:pt x="6507480" y="2276855"/>
                  </a:lnTo>
                  <a:close/>
                </a:path>
                <a:path w="6916420" h="2428240">
                  <a:moveTo>
                    <a:pt x="6522720" y="2282189"/>
                  </a:moveTo>
                  <a:lnTo>
                    <a:pt x="6515100" y="2279141"/>
                  </a:lnTo>
                  <a:lnTo>
                    <a:pt x="6512052" y="2287523"/>
                  </a:lnTo>
                  <a:lnTo>
                    <a:pt x="6520433" y="2289810"/>
                  </a:lnTo>
                  <a:lnTo>
                    <a:pt x="6522720" y="2282189"/>
                  </a:lnTo>
                  <a:close/>
                </a:path>
                <a:path w="6916420" h="2428240">
                  <a:moveTo>
                    <a:pt x="6538722" y="2287523"/>
                  </a:moveTo>
                  <a:lnTo>
                    <a:pt x="6531102" y="2284475"/>
                  </a:lnTo>
                  <a:lnTo>
                    <a:pt x="6528054" y="2292857"/>
                  </a:lnTo>
                  <a:lnTo>
                    <a:pt x="6535674" y="2295143"/>
                  </a:lnTo>
                  <a:lnTo>
                    <a:pt x="6538722" y="2287523"/>
                  </a:lnTo>
                  <a:close/>
                </a:path>
                <a:path w="6916420" h="2428240">
                  <a:moveTo>
                    <a:pt x="6554724" y="2292857"/>
                  </a:moveTo>
                  <a:lnTo>
                    <a:pt x="6546342" y="2290572"/>
                  </a:lnTo>
                  <a:lnTo>
                    <a:pt x="6544056" y="2298191"/>
                  </a:lnTo>
                  <a:lnTo>
                    <a:pt x="6551676" y="2301239"/>
                  </a:lnTo>
                  <a:lnTo>
                    <a:pt x="6554724" y="2292857"/>
                  </a:lnTo>
                  <a:close/>
                </a:path>
                <a:path w="6916420" h="2428240">
                  <a:moveTo>
                    <a:pt x="6569964" y="2298954"/>
                  </a:moveTo>
                  <a:lnTo>
                    <a:pt x="6562344" y="2295905"/>
                  </a:lnTo>
                  <a:lnTo>
                    <a:pt x="6559296" y="2303525"/>
                  </a:lnTo>
                  <a:lnTo>
                    <a:pt x="6567678" y="2306573"/>
                  </a:lnTo>
                  <a:lnTo>
                    <a:pt x="6569964" y="2298954"/>
                  </a:lnTo>
                  <a:close/>
                </a:path>
                <a:path w="6916420" h="2428240">
                  <a:moveTo>
                    <a:pt x="6585966" y="2304287"/>
                  </a:moveTo>
                  <a:lnTo>
                    <a:pt x="6578346" y="2301239"/>
                  </a:lnTo>
                  <a:lnTo>
                    <a:pt x="6575298" y="2308860"/>
                  </a:lnTo>
                  <a:lnTo>
                    <a:pt x="6582918" y="2311907"/>
                  </a:lnTo>
                  <a:lnTo>
                    <a:pt x="6585966" y="2304287"/>
                  </a:lnTo>
                  <a:close/>
                </a:path>
                <a:path w="6916420" h="2428240">
                  <a:moveTo>
                    <a:pt x="6601968" y="2309622"/>
                  </a:moveTo>
                  <a:lnTo>
                    <a:pt x="6593586" y="2306573"/>
                  </a:lnTo>
                  <a:lnTo>
                    <a:pt x="6591300" y="2314955"/>
                  </a:lnTo>
                  <a:lnTo>
                    <a:pt x="6598920" y="2317241"/>
                  </a:lnTo>
                  <a:lnTo>
                    <a:pt x="6601968" y="2309622"/>
                  </a:lnTo>
                  <a:close/>
                </a:path>
                <a:path w="6916420" h="2428240">
                  <a:moveTo>
                    <a:pt x="6617208" y="2314955"/>
                  </a:moveTo>
                  <a:lnTo>
                    <a:pt x="6609588" y="2312669"/>
                  </a:lnTo>
                  <a:lnTo>
                    <a:pt x="6606540" y="2320289"/>
                  </a:lnTo>
                  <a:lnTo>
                    <a:pt x="6614922" y="2323337"/>
                  </a:lnTo>
                  <a:lnTo>
                    <a:pt x="6617208" y="2314955"/>
                  </a:lnTo>
                  <a:close/>
                </a:path>
                <a:path w="6916420" h="2428240">
                  <a:moveTo>
                    <a:pt x="6633209" y="2320289"/>
                  </a:moveTo>
                  <a:lnTo>
                    <a:pt x="6625590" y="2318004"/>
                  </a:lnTo>
                  <a:lnTo>
                    <a:pt x="6622542" y="2325623"/>
                  </a:lnTo>
                  <a:lnTo>
                    <a:pt x="6630162" y="2328672"/>
                  </a:lnTo>
                  <a:lnTo>
                    <a:pt x="6633209" y="2320289"/>
                  </a:lnTo>
                  <a:close/>
                </a:path>
                <a:path w="6916420" h="2428240">
                  <a:moveTo>
                    <a:pt x="6649212" y="2326385"/>
                  </a:moveTo>
                  <a:lnTo>
                    <a:pt x="6640830" y="2323337"/>
                  </a:lnTo>
                  <a:lnTo>
                    <a:pt x="6638544" y="2330957"/>
                  </a:lnTo>
                  <a:lnTo>
                    <a:pt x="6646164" y="2334005"/>
                  </a:lnTo>
                  <a:lnTo>
                    <a:pt x="6649212" y="2326385"/>
                  </a:lnTo>
                  <a:close/>
                </a:path>
                <a:path w="6916420" h="2428240">
                  <a:moveTo>
                    <a:pt x="6664452" y="2331719"/>
                  </a:moveTo>
                  <a:lnTo>
                    <a:pt x="6656832" y="2328672"/>
                  </a:lnTo>
                  <a:lnTo>
                    <a:pt x="6654546" y="2337054"/>
                  </a:lnTo>
                  <a:lnTo>
                    <a:pt x="6662166" y="2339339"/>
                  </a:lnTo>
                  <a:lnTo>
                    <a:pt x="6664452" y="2331719"/>
                  </a:lnTo>
                  <a:close/>
                </a:path>
                <a:path w="6916420" h="2428240">
                  <a:moveTo>
                    <a:pt x="6680454" y="2337054"/>
                  </a:moveTo>
                  <a:lnTo>
                    <a:pt x="6672833" y="2334767"/>
                  </a:lnTo>
                  <a:lnTo>
                    <a:pt x="6669786" y="2342387"/>
                  </a:lnTo>
                  <a:lnTo>
                    <a:pt x="6678168" y="2345435"/>
                  </a:lnTo>
                  <a:lnTo>
                    <a:pt x="6680454" y="2337054"/>
                  </a:lnTo>
                  <a:close/>
                </a:path>
                <a:path w="6916420" h="2428240">
                  <a:moveTo>
                    <a:pt x="6696456" y="2342387"/>
                  </a:moveTo>
                  <a:lnTo>
                    <a:pt x="6688836" y="2340101"/>
                  </a:lnTo>
                  <a:lnTo>
                    <a:pt x="6685788" y="2347722"/>
                  </a:lnTo>
                  <a:lnTo>
                    <a:pt x="6693408" y="2350769"/>
                  </a:lnTo>
                  <a:lnTo>
                    <a:pt x="6696456" y="2342387"/>
                  </a:lnTo>
                  <a:close/>
                </a:path>
                <a:path w="6916420" h="2428240">
                  <a:moveTo>
                    <a:pt x="6712458" y="2348483"/>
                  </a:moveTo>
                  <a:lnTo>
                    <a:pt x="6704076" y="2345435"/>
                  </a:lnTo>
                  <a:lnTo>
                    <a:pt x="6701790" y="2353055"/>
                  </a:lnTo>
                  <a:lnTo>
                    <a:pt x="6709409" y="2356104"/>
                  </a:lnTo>
                  <a:lnTo>
                    <a:pt x="6712458" y="2348483"/>
                  </a:lnTo>
                  <a:close/>
                </a:path>
                <a:path w="6916420" h="2428240">
                  <a:moveTo>
                    <a:pt x="6727698" y="2353817"/>
                  </a:moveTo>
                  <a:lnTo>
                    <a:pt x="6720078" y="2350769"/>
                  </a:lnTo>
                  <a:lnTo>
                    <a:pt x="6717030" y="2359151"/>
                  </a:lnTo>
                  <a:lnTo>
                    <a:pt x="6725412" y="2361437"/>
                  </a:lnTo>
                  <a:lnTo>
                    <a:pt x="6727698" y="2353817"/>
                  </a:lnTo>
                  <a:close/>
                </a:path>
                <a:path w="6916420" h="2428240">
                  <a:moveTo>
                    <a:pt x="6743700" y="2359151"/>
                  </a:moveTo>
                  <a:lnTo>
                    <a:pt x="6736080" y="2356866"/>
                  </a:lnTo>
                  <a:lnTo>
                    <a:pt x="6733032" y="2364485"/>
                  </a:lnTo>
                  <a:lnTo>
                    <a:pt x="6740652" y="2367533"/>
                  </a:lnTo>
                  <a:lnTo>
                    <a:pt x="6743700" y="2359151"/>
                  </a:lnTo>
                  <a:close/>
                </a:path>
                <a:path w="6916420" h="2428240">
                  <a:moveTo>
                    <a:pt x="6759702" y="2364485"/>
                  </a:moveTo>
                  <a:lnTo>
                    <a:pt x="6751320" y="2362199"/>
                  </a:lnTo>
                  <a:lnTo>
                    <a:pt x="6749033" y="2369819"/>
                  </a:lnTo>
                  <a:lnTo>
                    <a:pt x="6756654" y="2372867"/>
                  </a:lnTo>
                  <a:lnTo>
                    <a:pt x="6759702" y="2364485"/>
                  </a:lnTo>
                  <a:close/>
                </a:path>
                <a:path w="6916420" h="2428240">
                  <a:moveTo>
                    <a:pt x="6774942" y="2370581"/>
                  </a:moveTo>
                  <a:lnTo>
                    <a:pt x="6767322" y="2367533"/>
                  </a:lnTo>
                  <a:lnTo>
                    <a:pt x="6764274" y="2375154"/>
                  </a:lnTo>
                  <a:lnTo>
                    <a:pt x="6772656" y="2378201"/>
                  </a:lnTo>
                  <a:lnTo>
                    <a:pt x="6774942" y="2370581"/>
                  </a:lnTo>
                  <a:close/>
                </a:path>
                <a:path w="6916420" h="2428240">
                  <a:moveTo>
                    <a:pt x="6790944" y="2375916"/>
                  </a:moveTo>
                  <a:lnTo>
                    <a:pt x="6783324" y="2372867"/>
                  </a:lnTo>
                  <a:lnTo>
                    <a:pt x="6780276" y="2381249"/>
                  </a:lnTo>
                  <a:lnTo>
                    <a:pt x="6787896" y="2383535"/>
                  </a:lnTo>
                  <a:lnTo>
                    <a:pt x="6790944" y="2375916"/>
                  </a:lnTo>
                  <a:close/>
                </a:path>
                <a:path w="6916420" h="2428240">
                  <a:moveTo>
                    <a:pt x="6806946" y="2381249"/>
                  </a:moveTo>
                  <a:lnTo>
                    <a:pt x="6798564" y="2378963"/>
                  </a:lnTo>
                  <a:lnTo>
                    <a:pt x="6796278" y="2386583"/>
                  </a:lnTo>
                  <a:lnTo>
                    <a:pt x="6803898" y="2389631"/>
                  </a:lnTo>
                  <a:lnTo>
                    <a:pt x="6806946" y="2381249"/>
                  </a:lnTo>
                  <a:close/>
                </a:path>
                <a:path w="6916420" h="2428240">
                  <a:moveTo>
                    <a:pt x="6822186" y="2386583"/>
                  </a:moveTo>
                  <a:lnTo>
                    <a:pt x="6814566" y="2384297"/>
                  </a:lnTo>
                  <a:lnTo>
                    <a:pt x="6811518" y="2391917"/>
                  </a:lnTo>
                  <a:lnTo>
                    <a:pt x="6819900" y="2394966"/>
                  </a:lnTo>
                  <a:lnTo>
                    <a:pt x="6822186" y="2386583"/>
                  </a:lnTo>
                  <a:close/>
                </a:path>
                <a:path w="6916420" h="2428240">
                  <a:moveTo>
                    <a:pt x="6838188" y="2392679"/>
                  </a:moveTo>
                  <a:lnTo>
                    <a:pt x="6830568" y="2389631"/>
                  </a:lnTo>
                  <a:lnTo>
                    <a:pt x="6827520" y="2397251"/>
                  </a:lnTo>
                  <a:lnTo>
                    <a:pt x="6835140" y="2400299"/>
                  </a:lnTo>
                  <a:lnTo>
                    <a:pt x="6838188" y="2392679"/>
                  </a:lnTo>
                  <a:close/>
                </a:path>
                <a:path w="6916420" h="2428240">
                  <a:moveTo>
                    <a:pt x="6854190" y="2398013"/>
                  </a:moveTo>
                  <a:lnTo>
                    <a:pt x="6845808" y="2394966"/>
                  </a:lnTo>
                  <a:lnTo>
                    <a:pt x="6843522" y="2403347"/>
                  </a:lnTo>
                  <a:lnTo>
                    <a:pt x="6851142" y="2405633"/>
                  </a:lnTo>
                  <a:lnTo>
                    <a:pt x="6854190" y="2398013"/>
                  </a:lnTo>
                  <a:close/>
                </a:path>
                <a:path w="6916420" h="2428240">
                  <a:moveTo>
                    <a:pt x="6869430" y="2403347"/>
                  </a:moveTo>
                  <a:lnTo>
                    <a:pt x="6861809" y="2401061"/>
                  </a:lnTo>
                  <a:lnTo>
                    <a:pt x="6859524" y="2408681"/>
                  </a:lnTo>
                  <a:lnTo>
                    <a:pt x="6867144" y="2410967"/>
                  </a:lnTo>
                  <a:lnTo>
                    <a:pt x="6869430" y="2403347"/>
                  </a:lnTo>
                  <a:close/>
                </a:path>
                <a:path w="6916420" h="2428240">
                  <a:moveTo>
                    <a:pt x="6885432" y="2408681"/>
                  </a:moveTo>
                  <a:lnTo>
                    <a:pt x="6877812" y="2406395"/>
                  </a:lnTo>
                  <a:lnTo>
                    <a:pt x="6874764" y="2414016"/>
                  </a:lnTo>
                  <a:lnTo>
                    <a:pt x="6883146" y="2417063"/>
                  </a:lnTo>
                  <a:lnTo>
                    <a:pt x="6885432" y="2408681"/>
                  </a:lnTo>
                  <a:close/>
                </a:path>
                <a:path w="6916420" h="2428240">
                  <a:moveTo>
                    <a:pt x="6901433" y="2414777"/>
                  </a:moveTo>
                  <a:lnTo>
                    <a:pt x="6893814" y="2411729"/>
                  </a:lnTo>
                  <a:lnTo>
                    <a:pt x="6890766" y="2419349"/>
                  </a:lnTo>
                  <a:lnTo>
                    <a:pt x="6898386" y="2422397"/>
                  </a:lnTo>
                  <a:lnTo>
                    <a:pt x="6901433" y="2414777"/>
                  </a:lnTo>
                  <a:close/>
                </a:path>
                <a:path w="6916420" h="2428240">
                  <a:moveTo>
                    <a:pt x="6915912" y="2419349"/>
                  </a:moveTo>
                  <a:lnTo>
                    <a:pt x="6909054" y="2417063"/>
                  </a:lnTo>
                  <a:lnTo>
                    <a:pt x="6906768" y="2425445"/>
                  </a:lnTo>
                  <a:lnTo>
                    <a:pt x="6913626" y="2427731"/>
                  </a:lnTo>
                  <a:lnTo>
                    <a:pt x="6915912" y="2419349"/>
                  </a:lnTo>
                  <a:close/>
                </a:path>
              </a:pathLst>
            </a:custGeom>
            <a:solidFill>
              <a:srgbClr val="163794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7609603" y="3798560"/>
              <a:ext cx="134166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45" dirty="0">
                  <a:solidFill>
                    <a:srgbClr val="163794"/>
                  </a:solidFill>
                  <a:latin typeface="Arial"/>
                  <a:cs typeface="Arial"/>
                </a:rPr>
                <a:t>Λ</a:t>
              </a:r>
              <a:endParaRPr sz="1270">
                <a:latin typeface="Arial"/>
                <a:cs typeface="Arial"/>
              </a:endParaRPr>
            </a:p>
          </p:txBody>
        </p:sp>
      </p:grpSp>
      <p:sp>
        <p:nvSpPr>
          <p:cNvPr id="64" name="矩形 63">
            <a:extLst>
              <a:ext uri="{FF2B5EF4-FFF2-40B4-BE49-F238E27FC236}">
                <a16:creationId xmlns:a16="http://schemas.microsoft.com/office/drawing/2014/main" id="{94A1A137-81A9-D0B5-3EE7-4EA86B30C4B0}"/>
              </a:ext>
            </a:extLst>
          </p:cNvPr>
          <p:cNvSpPr/>
          <p:nvPr/>
        </p:nvSpPr>
        <p:spPr>
          <a:xfrm>
            <a:off x="3465523" y="6434222"/>
            <a:ext cx="3973550" cy="442331"/>
          </a:xfrm>
          <a:prstGeom prst="rect">
            <a:avLst/>
          </a:prstGeom>
          <a:solidFill>
            <a:srgbClr val="E6F7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 err="1">
                <a:solidFill>
                  <a:schemeClr val="tx1"/>
                </a:solidFill>
              </a:rPr>
              <a:t>rdt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 2.2</a:t>
            </a:r>
            <a:endParaRPr kumimoji="1" lang="zh-CN" alt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>
            <a:extLst>
              <a:ext uri="{FF2B5EF4-FFF2-40B4-BE49-F238E27FC236}">
                <a16:creationId xmlns:a16="http://schemas.microsoft.com/office/drawing/2014/main" id="{00E85AD6-2455-CC02-07CF-B300E626512C}"/>
              </a:ext>
            </a:extLst>
          </p:cNvPr>
          <p:cNvGrpSpPr/>
          <p:nvPr/>
        </p:nvGrpSpPr>
        <p:grpSpPr>
          <a:xfrm>
            <a:off x="1569522" y="597470"/>
            <a:ext cx="5851354" cy="3948057"/>
            <a:chOff x="3275761" y="1644072"/>
            <a:chExt cx="5851354" cy="3948057"/>
          </a:xfrm>
        </p:grpSpPr>
        <p:sp>
          <p:nvSpPr>
            <p:cNvPr id="7" name="object 7"/>
            <p:cNvSpPr txBox="1"/>
            <p:nvPr/>
          </p:nvSpPr>
          <p:spPr>
            <a:xfrm>
              <a:off x="5176654" y="1878319"/>
              <a:ext cx="2448957" cy="520550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>
                <a:lnSpc>
                  <a:spcPct val="102099"/>
                </a:lnSpc>
                <a:spcBef>
                  <a:spcPts val="9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sndpkt</a:t>
              </a:r>
              <a:r>
                <a:rPr sz="1088" spc="27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=</a:t>
              </a:r>
              <a:r>
                <a:rPr sz="1088" spc="36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make_pkt(0,</a:t>
              </a:r>
              <a:r>
                <a:rPr sz="1088" spc="32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data,</a:t>
              </a:r>
              <a:r>
                <a:rPr sz="1088" spc="18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checksum) udt_send(sndpkt)</a:t>
              </a:r>
              <a:endParaRPr sz="1088">
                <a:latin typeface="Arial"/>
                <a:cs typeface="Arial"/>
              </a:endParaRPr>
            </a:p>
            <a:p>
              <a:pPr marL="11516">
                <a:spcBef>
                  <a:spcPts val="27"/>
                </a:spcBef>
              </a:pPr>
              <a:r>
                <a:rPr sz="1088" spc="-9" dirty="0">
                  <a:solidFill>
                    <a:srgbClr val="FF0000"/>
                  </a:solidFill>
                  <a:latin typeface="Arial"/>
                  <a:cs typeface="Arial"/>
                </a:rPr>
                <a:t>start_timer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5209814" y="1644072"/>
              <a:ext cx="940888" cy="182535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rdt_send(data)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229634" y="1882236"/>
              <a:ext cx="787720" cy="22457"/>
            </a:xfrm>
            <a:custGeom>
              <a:avLst/>
              <a:gdLst/>
              <a:ahLst/>
              <a:cxnLst/>
              <a:rect l="l" t="t" r="r" b="b"/>
              <a:pathLst>
                <a:path w="868679" h="24764">
                  <a:moveTo>
                    <a:pt x="868680" y="24384"/>
                  </a:moveTo>
                  <a:lnTo>
                    <a:pt x="868680" y="0"/>
                  </a:lnTo>
                  <a:lnTo>
                    <a:pt x="0" y="0"/>
                  </a:lnTo>
                  <a:lnTo>
                    <a:pt x="0" y="24384"/>
                  </a:lnTo>
                  <a:lnTo>
                    <a:pt x="868680" y="243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grpSp>
          <p:nvGrpSpPr>
            <p:cNvPr id="10" name="object 10"/>
            <p:cNvGrpSpPr/>
            <p:nvPr/>
          </p:nvGrpSpPr>
          <p:grpSpPr>
            <a:xfrm>
              <a:off x="4890362" y="1982428"/>
              <a:ext cx="3020015" cy="2710032"/>
              <a:chOff x="4017149" y="2186177"/>
              <a:chExt cx="3330405" cy="2988563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4017149" y="2186177"/>
                <a:ext cx="166370" cy="509270"/>
              </a:xfrm>
              <a:custGeom>
                <a:avLst/>
                <a:gdLst/>
                <a:ahLst/>
                <a:cxnLst/>
                <a:rect l="l" t="t" r="r" b="b"/>
                <a:pathLst>
                  <a:path w="166370" h="509269">
                    <a:moveTo>
                      <a:pt x="50292" y="96774"/>
                    </a:moveTo>
                    <a:lnTo>
                      <a:pt x="24384" y="0"/>
                    </a:lnTo>
                    <a:lnTo>
                      <a:pt x="0" y="6858"/>
                    </a:lnTo>
                    <a:lnTo>
                      <a:pt x="26670" y="103632"/>
                    </a:lnTo>
                    <a:lnTo>
                      <a:pt x="50292" y="96774"/>
                    </a:lnTo>
                    <a:close/>
                  </a:path>
                  <a:path w="166370" h="509269">
                    <a:moveTo>
                      <a:pt x="96774" y="265938"/>
                    </a:moveTo>
                    <a:lnTo>
                      <a:pt x="70104" y="169164"/>
                    </a:lnTo>
                    <a:lnTo>
                      <a:pt x="46482" y="176022"/>
                    </a:lnTo>
                    <a:lnTo>
                      <a:pt x="72390" y="272796"/>
                    </a:lnTo>
                    <a:lnTo>
                      <a:pt x="96774" y="265938"/>
                    </a:lnTo>
                    <a:close/>
                  </a:path>
                  <a:path w="166370" h="509269">
                    <a:moveTo>
                      <a:pt x="142516" y="432416"/>
                    </a:moveTo>
                    <a:lnTo>
                      <a:pt x="116586" y="338328"/>
                    </a:lnTo>
                    <a:lnTo>
                      <a:pt x="92202" y="345186"/>
                    </a:lnTo>
                    <a:lnTo>
                      <a:pt x="118084" y="439103"/>
                    </a:lnTo>
                    <a:lnTo>
                      <a:pt x="142516" y="432416"/>
                    </a:lnTo>
                    <a:close/>
                  </a:path>
                  <a:path w="166370" h="509269">
                    <a:moveTo>
                      <a:pt x="143256" y="501323"/>
                    </a:moveTo>
                    <a:lnTo>
                      <a:pt x="143256" y="435102"/>
                    </a:lnTo>
                    <a:lnTo>
                      <a:pt x="118872" y="441959"/>
                    </a:lnTo>
                    <a:lnTo>
                      <a:pt x="118084" y="439103"/>
                    </a:lnTo>
                    <a:lnTo>
                      <a:pt x="93726" y="445770"/>
                    </a:lnTo>
                    <a:lnTo>
                      <a:pt x="143256" y="501323"/>
                    </a:lnTo>
                    <a:close/>
                  </a:path>
                  <a:path w="166370" h="509269">
                    <a:moveTo>
                      <a:pt x="143256" y="435102"/>
                    </a:moveTo>
                    <a:lnTo>
                      <a:pt x="142516" y="432416"/>
                    </a:lnTo>
                    <a:lnTo>
                      <a:pt x="118084" y="439103"/>
                    </a:lnTo>
                    <a:lnTo>
                      <a:pt x="118872" y="441959"/>
                    </a:lnTo>
                    <a:lnTo>
                      <a:pt x="143256" y="435102"/>
                    </a:lnTo>
                    <a:close/>
                  </a:path>
                  <a:path w="166370" h="509269">
                    <a:moveTo>
                      <a:pt x="166116" y="425958"/>
                    </a:moveTo>
                    <a:lnTo>
                      <a:pt x="142516" y="432416"/>
                    </a:lnTo>
                    <a:lnTo>
                      <a:pt x="143256" y="435102"/>
                    </a:lnTo>
                    <a:lnTo>
                      <a:pt x="143256" y="501323"/>
                    </a:lnTo>
                    <a:lnTo>
                      <a:pt x="150114" y="509016"/>
                    </a:lnTo>
                    <a:lnTo>
                      <a:pt x="166116" y="42595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12" name="object 12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573409" y="2539745"/>
                <a:ext cx="2774145" cy="2634995"/>
              </a:xfrm>
              <a:prstGeom prst="rect">
                <a:avLst/>
              </a:prstGeom>
            </p:spPr>
          </p:pic>
        </p:grpSp>
        <p:sp>
          <p:nvSpPr>
            <p:cNvPr id="13" name="object 13"/>
            <p:cNvSpPr txBox="1"/>
            <p:nvPr/>
          </p:nvSpPr>
          <p:spPr>
            <a:xfrm>
              <a:off x="7133505" y="2485694"/>
              <a:ext cx="393860" cy="512984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 indent="-576" algn="ctr">
                <a:lnSpc>
                  <a:spcPct val="102099"/>
                </a:lnSpc>
                <a:spcBef>
                  <a:spcPts val="91"/>
                </a:spcBef>
              </a:pPr>
              <a:r>
                <a:rPr sz="1088" spc="-18" dirty="0">
                  <a:solidFill>
                    <a:srgbClr val="163794"/>
                  </a:solidFill>
                  <a:latin typeface="Arial"/>
                  <a:cs typeface="Arial"/>
                </a:rPr>
                <a:t>Wait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for </a:t>
              </a:r>
              <a:r>
                <a:rPr sz="1088" spc="-18" dirty="0">
                  <a:solidFill>
                    <a:srgbClr val="163794"/>
                  </a:solidFill>
                  <a:latin typeface="Arial"/>
                  <a:cs typeface="Arial"/>
                </a:rPr>
                <a:t>ACK0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035714" y="2255365"/>
              <a:ext cx="1074478" cy="23033"/>
            </a:xfrm>
            <a:custGeom>
              <a:avLst/>
              <a:gdLst/>
              <a:ahLst/>
              <a:cxnLst/>
              <a:rect l="l" t="t" r="r" b="b"/>
              <a:pathLst>
                <a:path w="1184909" h="25400">
                  <a:moveTo>
                    <a:pt x="1184909" y="25145"/>
                  </a:moveTo>
                  <a:lnTo>
                    <a:pt x="1184909" y="0"/>
                  </a:lnTo>
                  <a:lnTo>
                    <a:pt x="0" y="0"/>
                  </a:lnTo>
                  <a:lnTo>
                    <a:pt x="0" y="25145"/>
                  </a:lnTo>
                  <a:lnTo>
                    <a:pt x="1184909" y="25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7186030" y="4012765"/>
              <a:ext cx="674859" cy="512984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 indent="-576" algn="ctr">
                <a:lnSpc>
                  <a:spcPct val="102099"/>
                </a:lnSpc>
                <a:spcBef>
                  <a:spcPts val="9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r>
                <a:rPr sz="1088" spc="-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for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call</a:t>
              </a:r>
              <a:r>
                <a:rPr sz="1088" spc="2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1</a:t>
              </a:r>
              <a:r>
                <a:rPr sz="1088" spc="36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18" dirty="0">
                  <a:solidFill>
                    <a:srgbClr val="163794"/>
                  </a:solidFill>
                  <a:latin typeface="Arial"/>
                  <a:cs typeface="Arial"/>
                </a:rPr>
                <a:t>from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above</a:t>
              </a:r>
              <a:endParaRPr sz="1088" dirty="0">
                <a:latin typeface="Arial"/>
                <a:cs typeface="Arial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880826" y="3024429"/>
              <a:ext cx="97312" cy="1004804"/>
            </a:xfrm>
            <a:custGeom>
              <a:avLst/>
              <a:gdLst/>
              <a:ahLst/>
              <a:cxnLst/>
              <a:rect l="l" t="t" r="r" b="b"/>
              <a:pathLst>
                <a:path w="107314" h="1108075">
                  <a:moveTo>
                    <a:pt x="69480" y="57347"/>
                  </a:moveTo>
                  <a:lnTo>
                    <a:pt x="56520" y="46515"/>
                  </a:lnTo>
                  <a:lnTo>
                    <a:pt x="52425" y="53340"/>
                  </a:lnTo>
                  <a:lnTo>
                    <a:pt x="50901" y="55626"/>
                  </a:lnTo>
                  <a:lnTo>
                    <a:pt x="47091" y="67818"/>
                  </a:lnTo>
                  <a:lnTo>
                    <a:pt x="47091" y="68580"/>
                  </a:lnTo>
                  <a:lnTo>
                    <a:pt x="43281" y="82296"/>
                  </a:lnTo>
                  <a:lnTo>
                    <a:pt x="42519" y="82296"/>
                  </a:lnTo>
                  <a:lnTo>
                    <a:pt x="38709" y="97536"/>
                  </a:lnTo>
                  <a:lnTo>
                    <a:pt x="35661" y="113538"/>
                  </a:lnTo>
                  <a:lnTo>
                    <a:pt x="31790" y="130667"/>
                  </a:lnTo>
                  <a:lnTo>
                    <a:pt x="23139" y="181714"/>
                  </a:lnTo>
                  <a:lnTo>
                    <a:pt x="16355" y="233409"/>
                  </a:lnTo>
                  <a:lnTo>
                    <a:pt x="11107" y="285305"/>
                  </a:lnTo>
                  <a:lnTo>
                    <a:pt x="7005" y="337323"/>
                  </a:lnTo>
                  <a:lnTo>
                    <a:pt x="3657" y="389382"/>
                  </a:lnTo>
                  <a:lnTo>
                    <a:pt x="3657" y="390144"/>
                  </a:lnTo>
                  <a:lnTo>
                    <a:pt x="701" y="488296"/>
                  </a:lnTo>
                  <a:lnTo>
                    <a:pt x="0" y="537077"/>
                  </a:lnTo>
                  <a:lnTo>
                    <a:pt x="0" y="582933"/>
                  </a:lnTo>
                  <a:lnTo>
                    <a:pt x="876" y="634903"/>
                  </a:lnTo>
                  <a:lnTo>
                    <a:pt x="2497" y="683845"/>
                  </a:lnTo>
                  <a:lnTo>
                    <a:pt x="4936" y="732736"/>
                  </a:lnTo>
                  <a:lnTo>
                    <a:pt x="8214" y="781524"/>
                  </a:lnTo>
                  <a:lnTo>
                    <a:pt x="12352" y="830158"/>
                  </a:lnTo>
                  <a:lnTo>
                    <a:pt x="16611" y="871236"/>
                  </a:lnTo>
                  <a:lnTo>
                    <a:pt x="16611" y="541020"/>
                  </a:lnTo>
                  <a:lnTo>
                    <a:pt x="17351" y="491490"/>
                  </a:lnTo>
                  <a:lnTo>
                    <a:pt x="18897" y="439674"/>
                  </a:lnTo>
                  <a:lnTo>
                    <a:pt x="18897" y="440436"/>
                  </a:lnTo>
                  <a:lnTo>
                    <a:pt x="20377" y="391623"/>
                  </a:lnTo>
                  <a:lnTo>
                    <a:pt x="20377" y="391250"/>
                  </a:lnTo>
                  <a:lnTo>
                    <a:pt x="23469" y="342138"/>
                  </a:lnTo>
                  <a:lnTo>
                    <a:pt x="27287" y="294348"/>
                  </a:lnTo>
                  <a:lnTo>
                    <a:pt x="31790" y="246611"/>
                  </a:lnTo>
                  <a:lnTo>
                    <a:pt x="37466" y="199012"/>
                  </a:lnTo>
                  <a:lnTo>
                    <a:pt x="44805" y="151638"/>
                  </a:lnTo>
                  <a:lnTo>
                    <a:pt x="47853" y="137007"/>
                  </a:lnTo>
                  <a:lnTo>
                    <a:pt x="47853" y="134112"/>
                  </a:lnTo>
                  <a:lnTo>
                    <a:pt x="59283" y="86868"/>
                  </a:lnTo>
                  <a:lnTo>
                    <a:pt x="66141" y="62788"/>
                  </a:lnTo>
                  <a:lnTo>
                    <a:pt x="66141" y="62484"/>
                  </a:lnTo>
                  <a:lnTo>
                    <a:pt x="66903" y="60198"/>
                  </a:lnTo>
                  <a:lnTo>
                    <a:pt x="66903" y="61311"/>
                  </a:lnTo>
                  <a:lnTo>
                    <a:pt x="69480" y="57347"/>
                  </a:lnTo>
                  <a:close/>
                </a:path>
                <a:path w="107314" h="1108075">
                  <a:moveTo>
                    <a:pt x="79095" y="1063752"/>
                  </a:moveTo>
                  <a:lnTo>
                    <a:pt x="73761" y="1053846"/>
                  </a:lnTo>
                  <a:lnTo>
                    <a:pt x="69189" y="1042416"/>
                  </a:lnTo>
                  <a:lnTo>
                    <a:pt x="69189" y="1043178"/>
                  </a:lnTo>
                  <a:lnTo>
                    <a:pt x="65379" y="1030224"/>
                  </a:lnTo>
                  <a:lnTo>
                    <a:pt x="65379" y="1030986"/>
                  </a:lnTo>
                  <a:lnTo>
                    <a:pt x="60807" y="1017270"/>
                  </a:lnTo>
                  <a:lnTo>
                    <a:pt x="56997" y="1002792"/>
                  </a:lnTo>
                  <a:lnTo>
                    <a:pt x="56997" y="1003554"/>
                  </a:lnTo>
                  <a:lnTo>
                    <a:pt x="53187" y="987552"/>
                  </a:lnTo>
                  <a:lnTo>
                    <a:pt x="45130" y="949435"/>
                  </a:lnTo>
                  <a:lnTo>
                    <a:pt x="38709" y="910273"/>
                  </a:lnTo>
                  <a:lnTo>
                    <a:pt x="38709" y="910084"/>
                  </a:lnTo>
                  <a:lnTo>
                    <a:pt x="33801" y="872359"/>
                  </a:lnTo>
                  <a:lnTo>
                    <a:pt x="24861" y="786582"/>
                  </a:lnTo>
                  <a:lnTo>
                    <a:pt x="21817" y="738635"/>
                  </a:lnTo>
                  <a:lnTo>
                    <a:pt x="19592" y="690439"/>
                  </a:lnTo>
                  <a:lnTo>
                    <a:pt x="18135" y="642366"/>
                  </a:lnTo>
                  <a:lnTo>
                    <a:pt x="16611" y="541020"/>
                  </a:lnTo>
                  <a:lnTo>
                    <a:pt x="16611" y="871236"/>
                  </a:lnTo>
                  <a:lnTo>
                    <a:pt x="17351" y="878366"/>
                  </a:lnTo>
                  <a:lnTo>
                    <a:pt x="23469" y="918972"/>
                  </a:lnTo>
                  <a:lnTo>
                    <a:pt x="23469" y="919734"/>
                  </a:lnTo>
                  <a:lnTo>
                    <a:pt x="30760" y="961973"/>
                  </a:lnTo>
                  <a:lnTo>
                    <a:pt x="44091" y="1019189"/>
                  </a:lnTo>
                  <a:lnTo>
                    <a:pt x="64828" y="1072969"/>
                  </a:lnTo>
                  <a:lnTo>
                    <a:pt x="78333" y="1087583"/>
                  </a:lnTo>
                  <a:lnTo>
                    <a:pt x="78333" y="1062990"/>
                  </a:lnTo>
                  <a:lnTo>
                    <a:pt x="79095" y="1063752"/>
                  </a:lnTo>
                  <a:close/>
                </a:path>
                <a:path w="107314" h="1108075">
                  <a:moveTo>
                    <a:pt x="105003" y="0"/>
                  </a:moveTo>
                  <a:lnTo>
                    <a:pt x="36423" y="29718"/>
                  </a:lnTo>
                  <a:lnTo>
                    <a:pt x="56520" y="46515"/>
                  </a:lnTo>
                  <a:lnTo>
                    <a:pt x="61569" y="38100"/>
                  </a:lnTo>
                  <a:lnTo>
                    <a:pt x="76047" y="47244"/>
                  </a:lnTo>
                  <a:lnTo>
                    <a:pt x="76047" y="62836"/>
                  </a:lnTo>
                  <a:lnTo>
                    <a:pt x="87477" y="72390"/>
                  </a:lnTo>
                  <a:lnTo>
                    <a:pt x="105003" y="0"/>
                  </a:lnTo>
                  <a:close/>
                </a:path>
                <a:path w="107314" h="1108075">
                  <a:moveTo>
                    <a:pt x="48615" y="133350"/>
                  </a:moveTo>
                  <a:lnTo>
                    <a:pt x="47853" y="134112"/>
                  </a:lnTo>
                  <a:lnTo>
                    <a:pt x="47853" y="137007"/>
                  </a:lnTo>
                  <a:lnTo>
                    <a:pt x="48615" y="133350"/>
                  </a:lnTo>
                  <a:close/>
                </a:path>
                <a:path w="107314" h="1108075">
                  <a:moveTo>
                    <a:pt x="76047" y="47244"/>
                  </a:moveTo>
                  <a:lnTo>
                    <a:pt x="61569" y="38100"/>
                  </a:lnTo>
                  <a:lnTo>
                    <a:pt x="56520" y="46515"/>
                  </a:lnTo>
                  <a:lnTo>
                    <a:pt x="69480" y="57347"/>
                  </a:lnTo>
                  <a:lnTo>
                    <a:pt x="76047" y="47244"/>
                  </a:lnTo>
                  <a:close/>
                </a:path>
                <a:path w="107314" h="1108075">
                  <a:moveTo>
                    <a:pt x="66903" y="60198"/>
                  </a:moveTo>
                  <a:lnTo>
                    <a:pt x="66141" y="62484"/>
                  </a:lnTo>
                  <a:lnTo>
                    <a:pt x="66305" y="62232"/>
                  </a:lnTo>
                  <a:lnTo>
                    <a:pt x="66903" y="60198"/>
                  </a:lnTo>
                  <a:close/>
                </a:path>
                <a:path w="107314" h="1108075">
                  <a:moveTo>
                    <a:pt x="66305" y="62232"/>
                  </a:moveTo>
                  <a:lnTo>
                    <a:pt x="66141" y="62484"/>
                  </a:lnTo>
                  <a:lnTo>
                    <a:pt x="66141" y="62788"/>
                  </a:lnTo>
                  <a:lnTo>
                    <a:pt x="66305" y="62232"/>
                  </a:lnTo>
                  <a:close/>
                </a:path>
                <a:path w="107314" h="1108075">
                  <a:moveTo>
                    <a:pt x="66903" y="61311"/>
                  </a:moveTo>
                  <a:lnTo>
                    <a:pt x="66903" y="60198"/>
                  </a:lnTo>
                  <a:lnTo>
                    <a:pt x="66305" y="62232"/>
                  </a:lnTo>
                  <a:lnTo>
                    <a:pt x="66903" y="61311"/>
                  </a:lnTo>
                  <a:close/>
                </a:path>
                <a:path w="107314" h="1108075">
                  <a:moveTo>
                    <a:pt x="76047" y="62836"/>
                  </a:moveTo>
                  <a:lnTo>
                    <a:pt x="76047" y="47244"/>
                  </a:lnTo>
                  <a:lnTo>
                    <a:pt x="69480" y="57347"/>
                  </a:lnTo>
                  <a:lnTo>
                    <a:pt x="76047" y="62836"/>
                  </a:lnTo>
                  <a:close/>
                </a:path>
                <a:path w="107314" h="1108075">
                  <a:moveTo>
                    <a:pt x="83667" y="1072134"/>
                  </a:moveTo>
                  <a:lnTo>
                    <a:pt x="78333" y="1062990"/>
                  </a:lnTo>
                  <a:lnTo>
                    <a:pt x="78333" y="1087583"/>
                  </a:lnTo>
                  <a:lnTo>
                    <a:pt x="82905" y="1092531"/>
                  </a:lnTo>
                  <a:lnTo>
                    <a:pt x="82905" y="1071372"/>
                  </a:lnTo>
                  <a:lnTo>
                    <a:pt x="83667" y="1072134"/>
                  </a:lnTo>
                  <a:close/>
                </a:path>
                <a:path w="107314" h="1108075">
                  <a:moveTo>
                    <a:pt x="98145" y="1088136"/>
                  </a:moveTo>
                  <a:lnTo>
                    <a:pt x="94335" y="1084870"/>
                  </a:lnTo>
                  <a:lnTo>
                    <a:pt x="93573" y="1084326"/>
                  </a:lnTo>
                  <a:lnTo>
                    <a:pt x="93192" y="1083945"/>
                  </a:lnTo>
                  <a:lnTo>
                    <a:pt x="92811" y="1083455"/>
                  </a:lnTo>
                  <a:lnTo>
                    <a:pt x="88239" y="1078230"/>
                  </a:lnTo>
                  <a:lnTo>
                    <a:pt x="88239" y="1078992"/>
                  </a:lnTo>
                  <a:lnTo>
                    <a:pt x="82905" y="1071372"/>
                  </a:lnTo>
                  <a:lnTo>
                    <a:pt x="82905" y="1092531"/>
                  </a:lnTo>
                  <a:lnTo>
                    <a:pt x="94335" y="1104900"/>
                  </a:lnTo>
                  <a:lnTo>
                    <a:pt x="96621" y="1105662"/>
                  </a:lnTo>
                  <a:lnTo>
                    <a:pt x="96621" y="1087374"/>
                  </a:lnTo>
                  <a:lnTo>
                    <a:pt x="98145" y="1088136"/>
                  </a:lnTo>
                  <a:close/>
                </a:path>
                <a:path w="107314" h="1108075">
                  <a:moveTo>
                    <a:pt x="102717" y="1107948"/>
                  </a:moveTo>
                  <a:lnTo>
                    <a:pt x="102717" y="1090422"/>
                  </a:lnTo>
                  <a:lnTo>
                    <a:pt x="96621" y="1087374"/>
                  </a:lnTo>
                  <a:lnTo>
                    <a:pt x="96621" y="1105662"/>
                  </a:lnTo>
                  <a:lnTo>
                    <a:pt x="102717" y="1107948"/>
                  </a:lnTo>
                  <a:close/>
                </a:path>
                <a:path w="107314" h="1108075">
                  <a:moveTo>
                    <a:pt x="107289" y="1091946"/>
                  </a:moveTo>
                  <a:lnTo>
                    <a:pt x="101193" y="1089660"/>
                  </a:lnTo>
                  <a:lnTo>
                    <a:pt x="102717" y="1090422"/>
                  </a:lnTo>
                  <a:lnTo>
                    <a:pt x="102717" y="1107948"/>
                  </a:lnTo>
                  <a:lnTo>
                    <a:pt x="107289" y="10919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5412970" y="4931770"/>
              <a:ext cx="2448957" cy="520550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>
                <a:lnSpc>
                  <a:spcPct val="102099"/>
                </a:lnSpc>
                <a:spcBef>
                  <a:spcPts val="9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sndpkt</a:t>
              </a:r>
              <a:r>
                <a:rPr sz="1088" spc="27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=</a:t>
              </a:r>
              <a:r>
                <a:rPr sz="1088" spc="36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make_pkt(1,</a:t>
              </a:r>
              <a:r>
                <a:rPr sz="1088" spc="32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data,</a:t>
              </a:r>
              <a:r>
                <a:rPr sz="1088" spc="18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checksum) udt_send(sndpkt)</a:t>
              </a:r>
              <a:endParaRPr sz="1088">
                <a:latin typeface="Arial"/>
                <a:cs typeface="Arial"/>
              </a:endParaRPr>
            </a:p>
            <a:p>
              <a:pPr marL="11516">
                <a:spcBef>
                  <a:spcPts val="27"/>
                </a:spcBef>
              </a:pPr>
              <a:r>
                <a:rPr sz="1088" spc="-9" dirty="0">
                  <a:solidFill>
                    <a:srgbClr val="FF0000"/>
                  </a:solidFill>
                  <a:latin typeface="Arial"/>
                  <a:cs typeface="Arial"/>
                </a:rPr>
                <a:t>start_timer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5412969" y="4706504"/>
              <a:ext cx="940888" cy="182535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rdt_send(data)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446603" y="4923249"/>
              <a:ext cx="2067189" cy="23033"/>
            </a:xfrm>
            <a:custGeom>
              <a:avLst/>
              <a:gdLst/>
              <a:ahLst/>
              <a:cxnLst/>
              <a:rect l="l" t="t" r="r" b="b"/>
              <a:pathLst>
                <a:path w="2279650" h="25400">
                  <a:moveTo>
                    <a:pt x="2279142" y="25146"/>
                  </a:moveTo>
                  <a:lnTo>
                    <a:pt x="2279142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2279142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7769910" y="3247848"/>
              <a:ext cx="1357205" cy="515960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endParaRPr sz="1088" dirty="0">
                <a:latin typeface="Arial"/>
                <a:cs typeface="Arial"/>
              </a:endParaRPr>
            </a:p>
            <a:p>
              <a:pPr marL="11516" marR="4607">
                <a:lnSpc>
                  <a:spcPts val="1342"/>
                </a:lnSpc>
                <a:spcBef>
                  <a:spcPts val="4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088" spc="27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notcorrupt(rcvpkt)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088" spc="36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isACK(rcvpkt,0)</a:t>
              </a:r>
              <a:endParaRPr sz="1088" dirty="0">
                <a:latin typeface="Arial"/>
                <a:cs typeface="Arial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7801470" y="3781746"/>
              <a:ext cx="1128605" cy="23033"/>
            </a:xfrm>
            <a:custGeom>
              <a:avLst/>
              <a:gdLst/>
              <a:ahLst/>
              <a:cxnLst/>
              <a:rect l="l" t="t" r="r" b="b"/>
              <a:pathLst>
                <a:path w="1244600" h="25400">
                  <a:moveTo>
                    <a:pt x="1244346" y="25146"/>
                  </a:moveTo>
                  <a:lnTo>
                    <a:pt x="1244346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1244346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3802289" y="4803249"/>
              <a:ext cx="1150486" cy="512984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 algn="just">
                <a:lnSpc>
                  <a:spcPct val="102099"/>
                </a:lnSpc>
                <a:spcBef>
                  <a:spcPts val="9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r>
                <a:rPr sz="1088" spc="5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&amp;&amp;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(</a:t>
              </a:r>
              <a:r>
                <a:rPr sz="1088" spc="41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corrupt(rcvpkt)</a:t>
              </a:r>
              <a:r>
                <a:rPr sz="1088" spc="27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||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isACK(rcvpkt,0)</a:t>
              </a:r>
              <a:r>
                <a:rPr sz="1088" spc="10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45" dirty="0">
                  <a:solidFill>
                    <a:srgbClr val="163794"/>
                  </a:solidFill>
                  <a:latin typeface="Arial"/>
                  <a:cs typeface="Arial"/>
                </a:rPr>
                <a:t>)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823485" y="5348202"/>
              <a:ext cx="997318" cy="23033"/>
            </a:xfrm>
            <a:custGeom>
              <a:avLst/>
              <a:gdLst/>
              <a:ahLst/>
              <a:cxnLst/>
              <a:rect l="l" t="t" r="r" b="b"/>
              <a:pathLst>
                <a:path w="1099820" h="25400">
                  <a:moveTo>
                    <a:pt x="1099566" y="25146"/>
                  </a:moveTo>
                  <a:lnTo>
                    <a:pt x="1099566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1099566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3497566" y="3056445"/>
              <a:ext cx="1357205" cy="515960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endParaRPr sz="1088">
                <a:latin typeface="Arial"/>
                <a:cs typeface="Arial"/>
              </a:endParaRPr>
            </a:p>
            <a:p>
              <a:pPr marL="11516" marR="4607">
                <a:lnSpc>
                  <a:spcPts val="1342"/>
                </a:lnSpc>
                <a:spcBef>
                  <a:spcPts val="4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088" spc="27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notcorrupt(rcvpkt)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088" spc="36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isACK(rcvpkt,1)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538109" y="3612455"/>
              <a:ext cx="1206916" cy="23033"/>
            </a:xfrm>
            <a:custGeom>
              <a:avLst/>
              <a:gdLst/>
              <a:ahLst/>
              <a:cxnLst/>
              <a:rect l="l" t="t" r="r" b="b"/>
              <a:pathLst>
                <a:path w="1330960" h="25400">
                  <a:moveTo>
                    <a:pt x="1330452" y="25146"/>
                  </a:moveTo>
                  <a:lnTo>
                    <a:pt x="1330452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1330452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7786494" y="3797869"/>
              <a:ext cx="682345" cy="182535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FF0000"/>
                  </a:solidFill>
                  <a:latin typeface="Arial"/>
                  <a:cs typeface="Arial"/>
                </a:rPr>
                <a:t>stop_timer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3491341" y="3622363"/>
              <a:ext cx="682345" cy="182535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FF0000"/>
                  </a:solidFill>
                  <a:latin typeface="Arial"/>
                  <a:cs typeface="Arial"/>
                </a:rPr>
                <a:t>stop_timer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7673628" y="2733422"/>
              <a:ext cx="397315" cy="1923810"/>
            </a:xfrm>
            <a:custGeom>
              <a:avLst/>
              <a:gdLst/>
              <a:ahLst/>
              <a:cxnLst/>
              <a:rect l="l" t="t" r="r" b="b"/>
              <a:pathLst>
                <a:path w="438150" h="2121535">
                  <a:moveTo>
                    <a:pt x="191262" y="275310"/>
                  </a:moveTo>
                  <a:lnTo>
                    <a:pt x="182118" y="276618"/>
                  </a:lnTo>
                  <a:lnTo>
                    <a:pt x="160782" y="276631"/>
                  </a:lnTo>
                  <a:lnTo>
                    <a:pt x="150114" y="275209"/>
                  </a:lnTo>
                  <a:lnTo>
                    <a:pt x="138684" y="272923"/>
                  </a:lnTo>
                  <a:lnTo>
                    <a:pt x="126492" y="269875"/>
                  </a:lnTo>
                  <a:lnTo>
                    <a:pt x="113538" y="266065"/>
                  </a:lnTo>
                  <a:lnTo>
                    <a:pt x="114300" y="266065"/>
                  </a:lnTo>
                  <a:lnTo>
                    <a:pt x="100584" y="260731"/>
                  </a:lnTo>
                  <a:lnTo>
                    <a:pt x="101346" y="260731"/>
                  </a:lnTo>
                  <a:lnTo>
                    <a:pt x="86868" y="254635"/>
                  </a:lnTo>
                  <a:lnTo>
                    <a:pt x="87630" y="255397"/>
                  </a:lnTo>
                  <a:lnTo>
                    <a:pt x="85204" y="253873"/>
                  </a:lnTo>
                  <a:lnTo>
                    <a:pt x="98298" y="232537"/>
                  </a:lnTo>
                  <a:lnTo>
                    <a:pt x="24384" y="226491"/>
                  </a:lnTo>
                  <a:lnTo>
                    <a:pt x="23622" y="226441"/>
                  </a:lnTo>
                  <a:lnTo>
                    <a:pt x="63246" y="289687"/>
                  </a:lnTo>
                  <a:lnTo>
                    <a:pt x="67056" y="283464"/>
                  </a:lnTo>
                  <a:lnTo>
                    <a:pt x="76454" y="268135"/>
                  </a:lnTo>
                  <a:lnTo>
                    <a:pt x="79248" y="269875"/>
                  </a:lnTo>
                  <a:lnTo>
                    <a:pt x="80010" y="269875"/>
                  </a:lnTo>
                  <a:lnTo>
                    <a:pt x="87630" y="273075"/>
                  </a:lnTo>
                  <a:lnTo>
                    <a:pt x="94259" y="275869"/>
                  </a:lnTo>
                  <a:lnTo>
                    <a:pt x="94488" y="275971"/>
                  </a:lnTo>
                  <a:lnTo>
                    <a:pt x="94488" y="276733"/>
                  </a:lnTo>
                  <a:lnTo>
                    <a:pt x="100584" y="278765"/>
                  </a:lnTo>
                  <a:lnTo>
                    <a:pt x="108204" y="281305"/>
                  </a:lnTo>
                  <a:lnTo>
                    <a:pt x="108966" y="282067"/>
                  </a:lnTo>
                  <a:lnTo>
                    <a:pt x="113538" y="283095"/>
                  </a:lnTo>
                  <a:lnTo>
                    <a:pt x="158940" y="293370"/>
                  </a:lnTo>
                  <a:lnTo>
                    <a:pt x="191262" y="290944"/>
                  </a:lnTo>
                  <a:lnTo>
                    <a:pt x="191262" y="275971"/>
                  </a:lnTo>
                  <a:lnTo>
                    <a:pt x="191262" y="275310"/>
                  </a:lnTo>
                  <a:close/>
                </a:path>
                <a:path w="438150" h="2121535">
                  <a:moveTo>
                    <a:pt x="223266" y="2073224"/>
                  </a:moveTo>
                  <a:lnTo>
                    <a:pt x="216408" y="2063623"/>
                  </a:lnTo>
                  <a:lnTo>
                    <a:pt x="217170" y="2064385"/>
                  </a:lnTo>
                  <a:lnTo>
                    <a:pt x="209550" y="2052193"/>
                  </a:lnTo>
                  <a:lnTo>
                    <a:pt x="210312" y="2052955"/>
                  </a:lnTo>
                  <a:lnTo>
                    <a:pt x="203454" y="2040001"/>
                  </a:lnTo>
                  <a:lnTo>
                    <a:pt x="196596" y="2025523"/>
                  </a:lnTo>
                  <a:lnTo>
                    <a:pt x="197358" y="2026285"/>
                  </a:lnTo>
                  <a:lnTo>
                    <a:pt x="193370" y="2013940"/>
                  </a:lnTo>
                  <a:lnTo>
                    <a:pt x="217170" y="2007235"/>
                  </a:lnTo>
                  <a:lnTo>
                    <a:pt x="166878" y="1951609"/>
                  </a:lnTo>
                  <a:lnTo>
                    <a:pt x="152400" y="2025523"/>
                  </a:lnTo>
                  <a:lnTo>
                    <a:pt x="173736" y="2019490"/>
                  </a:lnTo>
                  <a:lnTo>
                    <a:pt x="177228" y="2018499"/>
                  </a:lnTo>
                  <a:lnTo>
                    <a:pt x="181356" y="2030857"/>
                  </a:lnTo>
                  <a:lnTo>
                    <a:pt x="181356" y="2031619"/>
                  </a:lnTo>
                  <a:lnTo>
                    <a:pt x="194551" y="2059724"/>
                  </a:lnTo>
                  <a:lnTo>
                    <a:pt x="196596" y="2062822"/>
                  </a:lnTo>
                  <a:lnTo>
                    <a:pt x="209550" y="2082469"/>
                  </a:lnTo>
                  <a:lnTo>
                    <a:pt x="211937" y="2086102"/>
                  </a:lnTo>
                  <a:lnTo>
                    <a:pt x="216408" y="2090318"/>
                  </a:lnTo>
                  <a:lnTo>
                    <a:pt x="223266" y="2096795"/>
                  </a:lnTo>
                  <a:lnTo>
                    <a:pt x="223266" y="2073529"/>
                  </a:lnTo>
                  <a:lnTo>
                    <a:pt x="223266" y="2073224"/>
                  </a:lnTo>
                  <a:close/>
                </a:path>
                <a:path w="438150" h="2121535">
                  <a:moveTo>
                    <a:pt x="300990" y="151003"/>
                  </a:moveTo>
                  <a:lnTo>
                    <a:pt x="287591" y="91871"/>
                  </a:lnTo>
                  <a:lnTo>
                    <a:pt x="263194" y="52717"/>
                  </a:lnTo>
                  <a:lnTo>
                    <a:pt x="229044" y="24371"/>
                  </a:lnTo>
                  <a:lnTo>
                    <a:pt x="187185" y="6807"/>
                  </a:lnTo>
                  <a:lnTo>
                    <a:pt x="139623" y="0"/>
                  </a:lnTo>
                  <a:lnTo>
                    <a:pt x="88392" y="3937"/>
                  </a:lnTo>
                  <a:lnTo>
                    <a:pt x="87630" y="3937"/>
                  </a:lnTo>
                  <a:lnTo>
                    <a:pt x="71628" y="6985"/>
                  </a:lnTo>
                  <a:lnTo>
                    <a:pt x="71628" y="7747"/>
                  </a:lnTo>
                  <a:lnTo>
                    <a:pt x="54864" y="11557"/>
                  </a:lnTo>
                  <a:lnTo>
                    <a:pt x="54102" y="11557"/>
                  </a:lnTo>
                  <a:lnTo>
                    <a:pt x="37338" y="16891"/>
                  </a:lnTo>
                  <a:lnTo>
                    <a:pt x="36576" y="16891"/>
                  </a:lnTo>
                  <a:lnTo>
                    <a:pt x="19050" y="22987"/>
                  </a:lnTo>
                  <a:lnTo>
                    <a:pt x="18288" y="22987"/>
                  </a:lnTo>
                  <a:lnTo>
                    <a:pt x="0" y="30607"/>
                  </a:lnTo>
                  <a:lnTo>
                    <a:pt x="6096" y="45847"/>
                  </a:lnTo>
                  <a:lnTo>
                    <a:pt x="24384" y="38989"/>
                  </a:lnTo>
                  <a:lnTo>
                    <a:pt x="41910" y="32893"/>
                  </a:lnTo>
                  <a:lnTo>
                    <a:pt x="58674" y="27787"/>
                  </a:lnTo>
                  <a:lnTo>
                    <a:pt x="59436" y="27559"/>
                  </a:lnTo>
                  <a:lnTo>
                    <a:pt x="58674" y="27559"/>
                  </a:lnTo>
                  <a:lnTo>
                    <a:pt x="75438" y="23749"/>
                  </a:lnTo>
                  <a:lnTo>
                    <a:pt x="90678" y="20840"/>
                  </a:lnTo>
                  <a:lnTo>
                    <a:pt x="90678" y="20701"/>
                  </a:lnTo>
                  <a:lnTo>
                    <a:pt x="105918" y="18415"/>
                  </a:lnTo>
                  <a:lnTo>
                    <a:pt x="120396" y="16891"/>
                  </a:lnTo>
                  <a:lnTo>
                    <a:pt x="147066" y="16891"/>
                  </a:lnTo>
                  <a:lnTo>
                    <a:pt x="170014" y="19748"/>
                  </a:lnTo>
                  <a:lnTo>
                    <a:pt x="170688" y="19939"/>
                  </a:lnTo>
                  <a:lnTo>
                    <a:pt x="170942" y="19939"/>
                  </a:lnTo>
                  <a:lnTo>
                    <a:pt x="171450" y="20142"/>
                  </a:lnTo>
                  <a:lnTo>
                    <a:pt x="182118" y="22987"/>
                  </a:lnTo>
                  <a:lnTo>
                    <a:pt x="182118" y="22225"/>
                  </a:lnTo>
                  <a:lnTo>
                    <a:pt x="192024" y="25755"/>
                  </a:lnTo>
                  <a:lnTo>
                    <a:pt x="192786" y="26035"/>
                  </a:lnTo>
                  <a:lnTo>
                    <a:pt x="192024" y="25273"/>
                  </a:lnTo>
                  <a:lnTo>
                    <a:pt x="201930" y="29514"/>
                  </a:lnTo>
                  <a:lnTo>
                    <a:pt x="202692" y="29845"/>
                  </a:lnTo>
                  <a:lnTo>
                    <a:pt x="201930" y="29083"/>
                  </a:lnTo>
                  <a:lnTo>
                    <a:pt x="211836" y="33655"/>
                  </a:lnTo>
                  <a:lnTo>
                    <a:pt x="211074" y="33655"/>
                  </a:lnTo>
                  <a:lnTo>
                    <a:pt x="211836" y="34061"/>
                  </a:lnTo>
                  <a:lnTo>
                    <a:pt x="220218" y="38569"/>
                  </a:lnTo>
                  <a:lnTo>
                    <a:pt x="220980" y="38989"/>
                  </a:lnTo>
                  <a:lnTo>
                    <a:pt x="220218" y="38227"/>
                  </a:lnTo>
                  <a:lnTo>
                    <a:pt x="228600" y="44323"/>
                  </a:lnTo>
                  <a:lnTo>
                    <a:pt x="228600" y="43561"/>
                  </a:lnTo>
                  <a:lnTo>
                    <a:pt x="236220" y="49657"/>
                  </a:lnTo>
                  <a:lnTo>
                    <a:pt x="235458" y="49657"/>
                  </a:lnTo>
                  <a:lnTo>
                    <a:pt x="236220" y="50266"/>
                  </a:lnTo>
                  <a:lnTo>
                    <a:pt x="243078" y="55753"/>
                  </a:lnTo>
                  <a:lnTo>
                    <a:pt x="249936" y="62611"/>
                  </a:lnTo>
                  <a:lnTo>
                    <a:pt x="249174" y="62611"/>
                  </a:lnTo>
                  <a:lnTo>
                    <a:pt x="249936" y="63461"/>
                  </a:lnTo>
                  <a:lnTo>
                    <a:pt x="255270" y="69469"/>
                  </a:lnTo>
                  <a:lnTo>
                    <a:pt x="260604" y="77089"/>
                  </a:lnTo>
                  <a:lnTo>
                    <a:pt x="260604" y="76327"/>
                  </a:lnTo>
                  <a:lnTo>
                    <a:pt x="265176" y="84709"/>
                  </a:lnTo>
                  <a:lnTo>
                    <a:pt x="265176" y="83947"/>
                  </a:lnTo>
                  <a:lnTo>
                    <a:pt x="269748" y="92329"/>
                  </a:lnTo>
                  <a:lnTo>
                    <a:pt x="273558" y="100711"/>
                  </a:lnTo>
                  <a:lnTo>
                    <a:pt x="272796" y="99949"/>
                  </a:lnTo>
                  <a:lnTo>
                    <a:pt x="273558" y="101777"/>
                  </a:lnTo>
                  <a:lnTo>
                    <a:pt x="276606" y="109093"/>
                  </a:lnTo>
                  <a:lnTo>
                    <a:pt x="276606" y="108331"/>
                  </a:lnTo>
                  <a:lnTo>
                    <a:pt x="278892" y="117475"/>
                  </a:lnTo>
                  <a:lnTo>
                    <a:pt x="278892" y="116713"/>
                  </a:lnTo>
                  <a:lnTo>
                    <a:pt x="281178" y="125857"/>
                  </a:lnTo>
                  <a:lnTo>
                    <a:pt x="282575" y="134251"/>
                  </a:lnTo>
                  <a:lnTo>
                    <a:pt x="282752" y="135369"/>
                  </a:lnTo>
                  <a:lnTo>
                    <a:pt x="282752" y="134988"/>
                  </a:lnTo>
                  <a:lnTo>
                    <a:pt x="283464" y="143383"/>
                  </a:lnTo>
                  <a:lnTo>
                    <a:pt x="283464" y="142621"/>
                  </a:lnTo>
                  <a:lnTo>
                    <a:pt x="284226" y="152527"/>
                  </a:lnTo>
                  <a:lnTo>
                    <a:pt x="284226" y="160147"/>
                  </a:lnTo>
                  <a:lnTo>
                    <a:pt x="282752" y="177673"/>
                  </a:lnTo>
                  <a:lnTo>
                    <a:pt x="282752" y="177292"/>
                  </a:lnTo>
                  <a:lnTo>
                    <a:pt x="282575" y="178409"/>
                  </a:lnTo>
                  <a:lnTo>
                    <a:pt x="281559" y="184531"/>
                  </a:lnTo>
                  <a:lnTo>
                    <a:pt x="278892" y="195199"/>
                  </a:lnTo>
                  <a:lnTo>
                    <a:pt x="278892" y="194437"/>
                  </a:lnTo>
                  <a:lnTo>
                    <a:pt x="276606" y="202819"/>
                  </a:lnTo>
                  <a:lnTo>
                    <a:pt x="273558" y="211201"/>
                  </a:lnTo>
                  <a:lnTo>
                    <a:pt x="273558" y="210439"/>
                  </a:lnTo>
                  <a:lnTo>
                    <a:pt x="269748" y="218821"/>
                  </a:lnTo>
                  <a:lnTo>
                    <a:pt x="269748" y="218059"/>
                  </a:lnTo>
                  <a:lnTo>
                    <a:pt x="265938" y="225679"/>
                  </a:lnTo>
                  <a:lnTo>
                    <a:pt x="265938" y="224917"/>
                  </a:lnTo>
                  <a:lnTo>
                    <a:pt x="261366" y="232537"/>
                  </a:lnTo>
                  <a:lnTo>
                    <a:pt x="261366" y="231775"/>
                  </a:lnTo>
                  <a:lnTo>
                    <a:pt x="256070" y="239318"/>
                  </a:lnTo>
                  <a:lnTo>
                    <a:pt x="255714" y="239839"/>
                  </a:lnTo>
                  <a:lnTo>
                    <a:pt x="250698" y="245491"/>
                  </a:lnTo>
                  <a:lnTo>
                    <a:pt x="245364" y="250825"/>
                  </a:lnTo>
                  <a:lnTo>
                    <a:pt x="241439" y="253873"/>
                  </a:lnTo>
                  <a:lnTo>
                    <a:pt x="231648" y="260731"/>
                  </a:lnTo>
                  <a:lnTo>
                    <a:pt x="232410" y="260731"/>
                  </a:lnTo>
                  <a:lnTo>
                    <a:pt x="224790" y="265303"/>
                  </a:lnTo>
                  <a:lnTo>
                    <a:pt x="225552" y="264541"/>
                  </a:lnTo>
                  <a:lnTo>
                    <a:pt x="217170" y="268351"/>
                  </a:lnTo>
                  <a:lnTo>
                    <a:pt x="217932" y="268351"/>
                  </a:lnTo>
                  <a:lnTo>
                    <a:pt x="208788" y="271399"/>
                  </a:lnTo>
                  <a:lnTo>
                    <a:pt x="209550" y="271399"/>
                  </a:lnTo>
                  <a:lnTo>
                    <a:pt x="200406" y="273685"/>
                  </a:lnTo>
                  <a:lnTo>
                    <a:pt x="201168" y="273685"/>
                  </a:lnTo>
                  <a:lnTo>
                    <a:pt x="192024" y="275805"/>
                  </a:lnTo>
                  <a:lnTo>
                    <a:pt x="192024" y="290893"/>
                  </a:lnTo>
                  <a:lnTo>
                    <a:pt x="200406" y="290258"/>
                  </a:lnTo>
                  <a:lnTo>
                    <a:pt x="201168" y="290207"/>
                  </a:lnTo>
                  <a:lnTo>
                    <a:pt x="204571" y="289953"/>
                  </a:lnTo>
                  <a:lnTo>
                    <a:pt x="209550" y="287794"/>
                  </a:lnTo>
                  <a:lnTo>
                    <a:pt x="217932" y="284149"/>
                  </a:lnTo>
                  <a:lnTo>
                    <a:pt x="224790" y="281178"/>
                  </a:lnTo>
                  <a:lnTo>
                    <a:pt x="232410" y="277876"/>
                  </a:lnTo>
                  <a:lnTo>
                    <a:pt x="238506" y="275221"/>
                  </a:lnTo>
                  <a:lnTo>
                    <a:pt x="243725" y="272961"/>
                  </a:lnTo>
                  <a:lnTo>
                    <a:pt x="256794" y="260362"/>
                  </a:lnTo>
                  <a:lnTo>
                    <a:pt x="274269" y="243509"/>
                  </a:lnTo>
                  <a:lnTo>
                    <a:pt x="281178" y="229285"/>
                  </a:lnTo>
                  <a:lnTo>
                    <a:pt x="284226" y="223012"/>
                  </a:lnTo>
                  <a:lnTo>
                    <a:pt x="294068" y="202730"/>
                  </a:lnTo>
                  <a:lnTo>
                    <a:pt x="300990" y="151765"/>
                  </a:lnTo>
                  <a:lnTo>
                    <a:pt x="300990" y="151003"/>
                  </a:lnTo>
                  <a:close/>
                </a:path>
                <a:path w="438150" h="2121535">
                  <a:moveTo>
                    <a:pt x="438150" y="1903603"/>
                  </a:moveTo>
                  <a:lnTo>
                    <a:pt x="431952" y="1865744"/>
                  </a:lnTo>
                  <a:lnTo>
                    <a:pt x="422910" y="1847215"/>
                  </a:lnTo>
                  <a:lnTo>
                    <a:pt x="418338" y="1840357"/>
                  </a:lnTo>
                  <a:lnTo>
                    <a:pt x="417576" y="1839595"/>
                  </a:lnTo>
                  <a:lnTo>
                    <a:pt x="393865" y="1821154"/>
                  </a:lnTo>
                  <a:lnTo>
                    <a:pt x="366306" y="1812074"/>
                  </a:lnTo>
                  <a:lnTo>
                    <a:pt x="337566" y="1810131"/>
                  </a:lnTo>
                  <a:lnTo>
                    <a:pt x="335635" y="1810181"/>
                  </a:lnTo>
                  <a:lnTo>
                    <a:pt x="307086" y="1812925"/>
                  </a:lnTo>
                  <a:lnTo>
                    <a:pt x="306324" y="1812925"/>
                  </a:lnTo>
                  <a:lnTo>
                    <a:pt x="290322" y="1815973"/>
                  </a:lnTo>
                  <a:lnTo>
                    <a:pt x="290322" y="1816735"/>
                  </a:lnTo>
                  <a:lnTo>
                    <a:pt x="272796" y="1820545"/>
                  </a:lnTo>
                  <a:lnTo>
                    <a:pt x="272796" y="1821307"/>
                  </a:lnTo>
                  <a:lnTo>
                    <a:pt x="253746" y="1826641"/>
                  </a:lnTo>
                  <a:lnTo>
                    <a:pt x="233934" y="1833499"/>
                  </a:lnTo>
                  <a:lnTo>
                    <a:pt x="233934" y="1834261"/>
                  </a:lnTo>
                  <a:lnTo>
                    <a:pt x="212598" y="1842643"/>
                  </a:lnTo>
                  <a:lnTo>
                    <a:pt x="219456" y="1857883"/>
                  </a:lnTo>
                  <a:lnTo>
                    <a:pt x="259080" y="1842643"/>
                  </a:lnTo>
                  <a:lnTo>
                    <a:pt x="309372" y="1829828"/>
                  </a:lnTo>
                  <a:lnTo>
                    <a:pt x="309372" y="1829689"/>
                  </a:lnTo>
                  <a:lnTo>
                    <a:pt x="323862" y="1827466"/>
                  </a:lnTo>
                  <a:lnTo>
                    <a:pt x="324599" y="1827377"/>
                  </a:lnTo>
                  <a:lnTo>
                    <a:pt x="325056" y="1827326"/>
                  </a:lnTo>
                  <a:lnTo>
                    <a:pt x="335635" y="1826742"/>
                  </a:lnTo>
                  <a:lnTo>
                    <a:pt x="349758" y="1826742"/>
                  </a:lnTo>
                  <a:lnTo>
                    <a:pt x="358406" y="1827885"/>
                  </a:lnTo>
                  <a:lnTo>
                    <a:pt x="359676" y="1828165"/>
                  </a:lnTo>
                  <a:lnTo>
                    <a:pt x="359968" y="1828165"/>
                  </a:lnTo>
                  <a:lnTo>
                    <a:pt x="360426" y="1828317"/>
                  </a:lnTo>
                  <a:lnTo>
                    <a:pt x="369570" y="1830285"/>
                  </a:lnTo>
                  <a:lnTo>
                    <a:pt x="370332" y="1830451"/>
                  </a:lnTo>
                  <a:lnTo>
                    <a:pt x="369570" y="1829689"/>
                  </a:lnTo>
                  <a:lnTo>
                    <a:pt x="379476" y="1832737"/>
                  </a:lnTo>
                  <a:lnTo>
                    <a:pt x="378714" y="1832737"/>
                  </a:lnTo>
                  <a:lnTo>
                    <a:pt x="379476" y="1833079"/>
                  </a:lnTo>
                  <a:lnTo>
                    <a:pt x="386334" y="1836191"/>
                  </a:lnTo>
                  <a:lnTo>
                    <a:pt x="387096" y="1836547"/>
                  </a:lnTo>
                  <a:lnTo>
                    <a:pt x="386334" y="1835785"/>
                  </a:lnTo>
                  <a:lnTo>
                    <a:pt x="393192" y="1840585"/>
                  </a:lnTo>
                  <a:lnTo>
                    <a:pt x="394716" y="1841652"/>
                  </a:lnTo>
                  <a:lnTo>
                    <a:pt x="393865" y="1840890"/>
                  </a:lnTo>
                  <a:lnTo>
                    <a:pt x="393446" y="1840611"/>
                  </a:lnTo>
                  <a:lnTo>
                    <a:pt x="393192" y="1840357"/>
                  </a:lnTo>
                  <a:lnTo>
                    <a:pt x="393865" y="1840890"/>
                  </a:lnTo>
                  <a:lnTo>
                    <a:pt x="399288" y="1845094"/>
                  </a:lnTo>
                  <a:lnTo>
                    <a:pt x="400050" y="1845691"/>
                  </a:lnTo>
                  <a:lnTo>
                    <a:pt x="404622" y="1850263"/>
                  </a:lnTo>
                  <a:lnTo>
                    <a:pt x="405384" y="1851406"/>
                  </a:lnTo>
                  <a:lnTo>
                    <a:pt x="409194" y="1857121"/>
                  </a:lnTo>
                  <a:lnTo>
                    <a:pt x="409194" y="1856359"/>
                  </a:lnTo>
                  <a:lnTo>
                    <a:pt x="413004" y="1863979"/>
                  </a:lnTo>
                  <a:lnTo>
                    <a:pt x="413004" y="1863217"/>
                  </a:lnTo>
                  <a:lnTo>
                    <a:pt x="416052" y="1870837"/>
                  </a:lnTo>
                  <a:lnTo>
                    <a:pt x="416052" y="1870075"/>
                  </a:lnTo>
                  <a:lnTo>
                    <a:pt x="418338" y="1879219"/>
                  </a:lnTo>
                  <a:lnTo>
                    <a:pt x="418338" y="1877695"/>
                  </a:lnTo>
                  <a:lnTo>
                    <a:pt x="420624" y="1886839"/>
                  </a:lnTo>
                  <a:lnTo>
                    <a:pt x="419862" y="1886077"/>
                  </a:lnTo>
                  <a:lnTo>
                    <a:pt x="420624" y="1892427"/>
                  </a:lnTo>
                  <a:lnTo>
                    <a:pt x="422148" y="1905127"/>
                  </a:lnTo>
                  <a:lnTo>
                    <a:pt x="421386" y="1904365"/>
                  </a:lnTo>
                  <a:lnTo>
                    <a:pt x="420624" y="1924177"/>
                  </a:lnTo>
                  <a:lnTo>
                    <a:pt x="420624" y="1923415"/>
                  </a:lnTo>
                  <a:lnTo>
                    <a:pt x="416814" y="1944751"/>
                  </a:lnTo>
                  <a:lnTo>
                    <a:pt x="417576" y="1943989"/>
                  </a:lnTo>
                  <a:lnTo>
                    <a:pt x="411480" y="1965325"/>
                  </a:lnTo>
                  <a:lnTo>
                    <a:pt x="411480" y="1964563"/>
                  </a:lnTo>
                  <a:lnTo>
                    <a:pt x="403860" y="1985899"/>
                  </a:lnTo>
                  <a:lnTo>
                    <a:pt x="393865" y="2006650"/>
                  </a:lnTo>
                  <a:lnTo>
                    <a:pt x="394716" y="2005711"/>
                  </a:lnTo>
                  <a:lnTo>
                    <a:pt x="382524" y="2026285"/>
                  </a:lnTo>
                  <a:lnTo>
                    <a:pt x="383286" y="2025523"/>
                  </a:lnTo>
                  <a:lnTo>
                    <a:pt x="356616" y="2061337"/>
                  </a:lnTo>
                  <a:lnTo>
                    <a:pt x="319278" y="2092579"/>
                  </a:lnTo>
                  <a:lnTo>
                    <a:pt x="320040" y="2092579"/>
                  </a:lnTo>
                  <a:lnTo>
                    <a:pt x="311658" y="2097151"/>
                  </a:lnTo>
                  <a:lnTo>
                    <a:pt x="312420" y="2096389"/>
                  </a:lnTo>
                  <a:lnTo>
                    <a:pt x="304038" y="2100199"/>
                  </a:lnTo>
                  <a:lnTo>
                    <a:pt x="304800" y="2100199"/>
                  </a:lnTo>
                  <a:lnTo>
                    <a:pt x="296418" y="2102485"/>
                  </a:lnTo>
                  <a:lnTo>
                    <a:pt x="297180" y="2102485"/>
                  </a:lnTo>
                  <a:lnTo>
                    <a:pt x="288798" y="2103996"/>
                  </a:lnTo>
                  <a:lnTo>
                    <a:pt x="288036" y="2104136"/>
                  </a:lnTo>
                  <a:lnTo>
                    <a:pt x="281940" y="2104694"/>
                  </a:lnTo>
                  <a:lnTo>
                    <a:pt x="272796" y="2104631"/>
                  </a:lnTo>
                  <a:lnTo>
                    <a:pt x="265938" y="2104009"/>
                  </a:lnTo>
                  <a:lnTo>
                    <a:pt x="267462" y="2104009"/>
                  </a:lnTo>
                  <a:lnTo>
                    <a:pt x="259080" y="2101723"/>
                  </a:lnTo>
                  <a:lnTo>
                    <a:pt x="259842" y="2101723"/>
                  </a:lnTo>
                  <a:lnTo>
                    <a:pt x="251460" y="2098675"/>
                  </a:lnTo>
                  <a:lnTo>
                    <a:pt x="252984" y="2098675"/>
                  </a:lnTo>
                  <a:lnTo>
                    <a:pt x="244017" y="2093798"/>
                  </a:lnTo>
                  <a:lnTo>
                    <a:pt x="237744" y="2088769"/>
                  </a:lnTo>
                  <a:lnTo>
                    <a:pt x="238506" y="2088769"/>
                  </a:lnTo>
                  <a:lnTo>
                    <a:pt x="230124" y="2081911"/>
                  </a:lnTo>
                  <a:lnTo>
                    <a:pt x="230886" y="2081911"/>
                  </a:lnTo>
                  <a:lnTo>
                    <a:pt x="224028" y="2074367"/>
                  </a:lnTo>
                  <a:lnTo>
                    <a:pt x="224028" y="2097519"/>
                  </a:lnTo>
                  <a:lnTo>
                    <a:pt x="230124" y="2103272"/>
                  </a:lnTo>
                  <a:lnTo>
                    <a:pt x="234416" y="2107336"/>
                  </a:lnTo>
                  <a:lnTo>
                    <a:pt x="237744" y="2108809"/>
                  </a:lnTo>
                  <a:lnTo>
                    <a:pt x="245364" y="2112200"/>
                  </a:lnTo>
                  <a:lnTo>
                    <a:pt x="251460" y="2114918"/>
                  </a:lnTo>
                  <a:lnTo>
                    <a:pt x="259080" y="2118309"/>
                  </a:lnTo>
                  <a:lnTo>
                    <a:pt x="262890" y="2120011"/>
                  </a:lnTo>
                  <a:lnTo>
                    <a:pt x="263652" y="2120011"/>
                  </a:lnTo>
                  <a:lnTo>
                    <a:pt x="265938" y="2120417"/>
                  </a:lnTo>
                  <a:lnTo>
                    <a:pt x="272034" y="2121535"/>
                  </a:lnTo>
                  <a:lnTo>
                    <a:pt x="288036" y="2119477"/>
                  </a:lnTo>
                  <a:lnTo>
                    <a:pt x="288798" y="2119388"/>
                  </a:lnTo>
                  <a:lnTo>
                    <a:pt x="289560" y="2119287"/>
                  </a:lnTo>
                  <a:lnTo>
                    <a:pt x="296418" y="2118410"/>
                  </a:lnTo>
                  <a:lnTo>
                    <a:pt x="297180" y="2118309"/>
                  </a:lnTo>
                  <a:lnTo>
                    <a:pt x="304038" y="2117433"/>
                  </a:lnTo>
                  <a:lnTo>
                    <a:pt x="304800" y="2117331"/>
                  </a:lnTo>
                  <a:lnTo>
                    <a:pt x="305396" y="2117255"/>
                  </a:lnTo>
                  <a:lnTo>
                    <a:pt x="311658" y="2114131"/>
                  </a:lnTo>
                  <a:lnTo>
                    <a:pt x="320040" y="2109927"/>
                  </a:lnTo>
                  <a:lnTo>
                    <a:pt x="326898" y="2106485"/>
                  </a:lnTo>
                  <a:lnTo>
                    <a:pt x="335635" y="2102104"/>
                  </a:lnTo>
                  <a:lnTo>
                    <a:pt x="342138" y="2096655"/>
                  </a:lnTo>
                  <a:lnTo>
                    <a:pt x="357378" y="2083854"/>
                  </a:lnTo>
                  <a:lnTo>
                    <a:pt x="362077" y="2079904"/>
                  </a:lnTo>
                  <a:lnTo>
                    <a:pt x="371094" y="2069465"/>
                  </a:lnTo>
                  <a:lnTo>
                    <a:pt x="383286" y="2055355"/>
                  </a:lnTo>
                  <a:lnTo>
                    <a:pt x="384048" y="2054479"/>
                  </a:lnTo>
                  <a:lnTo>
                    <a:pt x="384048" y="2053717"/>
                  </a:lnTo>
                  <a:lnTo>
                    <a:pt x="394716" y="2038019"/>
                  </a:lnTo>
                  <a:lnTo>
                    <a:pt x="397002" y="2034667"/>
                  </a:lnTo>
                  <a:lnTo>
                    <a:pt x="397764" y="2034667"/>
                  </a:lnTo>
                  <a:lnTo>
                    <a:pt x="409194" y="2014093"/>
                  </a:lnTo>
                  <a:lnTo>
                    <a:pt x="409194" y="2013331"/>
                  </a:lnTo>
                  <a:lnTo>
                    <a:pt x="417576" y="1995919"/>
                  </a:lnTo>
                  <a:lnTo>
                    <a:pt x="419100" y="1992757"/>
                  </a:lnTo>
                  <a:lnTo>
                    <a:pt x="419100" y="1991995"/>
                  </a:lnTo>
                  <a:lnTo>
                    <a:pt x="422148" y="1984235"/>
                  </a:lnTo>
                  <a:lnTo>
                    <a:pt x="427482" y="1970659"/>
                  </a:lnTo>
                  <a:lnTo>
                    <a:pt x="427482" y="1969897"/>
                  </a:lnTo>
                  <a:lnTo>
                    <a:pt x="433578" y="1948561"/>
                  </a:lnTo>
                  <a:lnTo>
                    <a:pt x="433578" y="1947799"/>
                  </a:lnTo>
                  <a:lnTo>
                    <a:pt x="437388" y="1926463"/>
                  </a:lnTo>
                  <a:lnTo>
                    <a:pt x="437388" y="1925701"/>
                  </a:lnTo>
                  <a:lnTo>
                    <a:pt x="438150" y="1905127"/>
                  </a:lnTo>
                  <a:lnTo>
                    <a:pt x="438150" y="19036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8000698" y="2569989"/>
              <a:ext cx="1114785" cy="550504"/>
            </a:xfrm>
            <a:prstGeom prst="rect">
              <a:avLst/>
            </a:prstGeom>
          </p:spPr>
          <p:txBody>
            <a:bodyPr vert="horz" wrap="square" lIns="0" tIns="21305" rIns="0" bIns="0" rtlCol="0">
              <a:spAutoFit/>
            </a:bodyPr>
            <a:lstStyle/>
            <a:p>
              <a:pPr marL="11516" marR="4607" indent="17850">
                <a:lnSpc>
                  <a:spcPct val="107900"/>
                </a:lnSpc>
                <a:spcBef>
                  <a:spcPts val="168"/>
                </a:spcBef>
                <a:tabLst>
                  <a:tab pos="814782" algn="l"/>
                </a:tabLst>
              </a:pPr>
              <a:r>
                <a:rPr sz="1088" u="heavy" spc="-9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timeout</a:t>
              </a:r>
              <a:r>
                <a:rPr sz="1088" u="heavy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	</a:t>
              </a:r>
              <a:r>
                <a:rPr sz="1088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udt_send(sndpkt) </a:t>
              </a:r>
              <a:r>
                <a:rPr sz="1088" spc="-9" dirty="0">
                  <a:solidFill>
                    <a:srgbClr val="FF0000"/>
                  </a:solidFill>
                  <a:latin typeface="Arial"/>
                  <a:cs typeface="Arial"/>
                </a:rPr>
                <a:t>start_timer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3275761" y="4325089"/>
              <a:ext cx="1114785" cy="342813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6" marR="4607">
                <a:lnSpc>
                  <a:spcPct val="101699"/>
                </a:lnSpc>
                <a:spcBef>
                  <a:spcPts val="95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udt_send(sndpkt) </a:t>
              </a:r>
              <a:r>
                <a:rPr sz="1088" spc="-9" dirty="0">
                  <a:solidFill>
                    <a:srgbClr val="FF0000"/>
                  </a:solidFill>
                  <a:latin typeface="Arial"/>
                  <a:cs typeface="Arial"/>
                </a:rPr>
                <a:t>start_timer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3286810" y="4121932"/>
              <a:ext cx="487718" cy="182535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FF0000"/>
                  </a:solidFill>
                  <a:latin typeface="Arial"/>
                  <a:cs typeface="Arial"/>
                </a:rPr>
                <a:t>timeout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3308012" y="4315876"/>
              <a:ext cx="787720" cy="23033"/>
            </a:xfrm>
            <a:custGeom>
              <a:avLst/>
              <a:gdLst/>
              <a:ahLst/>
              <a:cxnLst/>
              <a:rect l="l" t="t" r="r" b="b"/>
              <a:pathLst>
                <a:path w="868680" h="25400">
                  <a:moveTo>
                    <a:pt x="868680" y="25146"/>
                  </a:moveTo>
                  <a:lnTo>
                    <a:pt x="868680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868680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3599832" y="2268034"/>
              <a:ext cx="925916" cy="182535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endParaRPr sz="1088">
                <a:latin typeface="Arial"/>
                <a:cs typeface="Arial"/>
              </a:endParaRPr>
            </a:p>
          </p:txBody>
        </p:sp>
        <p:grpSp>
          <p:nvGrpSpPr>
            <p:cNvPr id="34" name="object 34"/>
            <p:cNvGrpSpPr/>
            <p:nvPr/>
          </p:nvGrpSpPr>
          <p:grpSpPr>
            <a:xfrm>
              <a:off x="4461262" y="2447341"/>
              <a:ext cx="1058930" cy="2329762"/>
              <a:chOff x="3543947" y="2698873"/>
              <a:chExt cx="1167765" cy="2569210"/>
            </a:xfrm>
          </p:grpSpPr>
          <p:pic>
            <p:nvPicPr>
              <p:cNvPr id="35" name="object 35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614783" y="2698873"/>
                <a:ext cx="1057177" cy="762980"/>
              </a:xfrm>
              <a:prstGeom prst="rect">
                <a:avLst/>
              </a:prstGeom>
            </p:spPr>
          </p:pic>
          <p:pic>
            <p:nvPicPr>
              <p:cNvPr id="36" name="object 36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543947" y="4325207"/>
                <a:ext cx="1167638" cy="942498"/>
              </a:xfrm>
              <a:prstGeom prst="rect">
                <a:avLst/>
              </a:prstGeom>
            </p:spPr>
          </p:pic>
        </p:grpSp>
        <p:sp>
          <p:nvSpPr>
            <p:cNvPr id="37" name="object 37"/>
            <p:cNvSpPr txBox="1"/>
            <p:nvPr/>
          </p:nvSpPr>
          <p:spPr>
            <a:xfrm>
              <a:off x="4792469" y="2525770"/>
              <a:ext cx="636280" cy="512984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0941" marR="4607" algn="ctr">
                <a:lnSpc>
                  <a:spcPct val="102099"/>
                </a:lnSpc>
                <a:spcBef>
                  <a:spcPts val="9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r>
                <a:rPr sz="1088" spc="-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for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call</a:t>
              </a:r>
              <a:r>
                <a:rPr sz="1088" spc="36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18" dirty="0">
                  <a:solidFill>
                    <a:srgbClr val="163794"/>
                  </a:solidFill>
                  <a:latin typeface="Arial"/>
                  <a:cs typeface="Arial"/>
                </a:rPr>
                <a:t>0from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above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3608590" y="2464043"/>
              <a:ext cx="876395" cy="23033"/>
            </a:xfrm>
            <a:custGeom>
              <a:avLst/>
              <a:gdLst/>
              <a:ahLst/>
              <a:cxnLst/>
              <a:rect l="l" t="t" r="r" b="b"/>
              <a:pathLst>
                <a:path w="966470" h="25400">
                  <a:moveTo>
                    <a:pt x="966216" y="25145"/>
                  </a:moveTo>
                  <a:lnTo>
                    <a:pt x="966216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966216" y="25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4961748" y="3995490"/>
              <a:ext cx="393860" cy="512984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 indent="-576" algn="ctr">
                <a:lnSpc>
                  <a:spcPct val="102099"/>
                </a:lnSpc>
                <a:spcBef>
                  <a:spcPts val="91"/>
                </a:spcBef>
              </a:pPr>
              <a:r>
                <a:rPr sz="1088" spc="-18" dirty="0">
                  <a:solidFill>
                    <a:srgbClr val="163794"/>
                  </a:solidFill>
                  <a:latin typeface="Arial"/>
                  <a:cs typeface="Arial"/>
                </a:rPr>
                <a:t>Wait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for </a:t>
              </a:r>
              <a:r>
                <a:rPr sz="1088" spc="-18" dirty="0">
                  <a:solidFill>
                    <a:srgbClr val="163794"/>
                  </a:solidFill>
                  <a:latin typeface="Arial"/>
                  <a:cs typeface="Arial"/>
                </a:rPr>
                <a:t>ACK1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8521699" y="4636721"/>
              <a:ext cx="134166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45" dirty="0">
                  <a:solidFill>
                    <a:srgbClr val="163794"/>
                  </a:solidFill>
                  <a:latin typeface="Arial"/>
                  <a:cs typeface="Arial"/>
                </a:rPr>
                <a:t>Λ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8149951" y="4437719"/>
              <a:ext cx="925916" cy="182535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8158697" y="4633727"/>
              <a:ext cx="875820" cy="23033"/>
            </a:xfrm>
            <a:custGeom>
              <a:avLst/>
              <a:gdLst/>
              <a:ahLst/>
              <a:cxnLst/>
              <a:rect l="l" t="t" r="r" b="b"/>
              <a:pathLst>
                <a:path w="965834" h="25400">
                  <a:moveTo>
                    <a:pt x="965453" y="25146"/>
                  </a:moveTo>
                  <a:lnTo>
                    <a:pt x="965453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965453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7930218" y="1729067"/>
              <a:ext cx="1150486" cy="714624"/>
            </a:xfrm>
            <a:prstGeom prst="rect">
              <a:avLst/>
            </a:prstGeom>
          </p:spPr>
          <p:txBody>
            <a:bodyPr vert="horz" wrap="square" lIns="0" tIns="9213" rIns="0" bIns="0" rtlCol="0">
              <a:spAutoFit/>
            </a:bodyPr>
            <a:lstStyle/>
            <a:p>
              <a:pPr marL="11516" marR="4607" algn="ctr">
                <a:lnSpc>
                  <a:spcPct val="103400"/>
                </a:lnSpc>
                <a:spcBef>
                  <a:spcPts val="73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r>
                <a:rPr sz="1088" spc="5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&amp;&amp;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(</a:t>
              </a:r>
              <a:r>
                <a:rPr sz="1088" spc="41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corrupt(rcvpkt)</a:t>
              </a:r>
              <a:r>
                <a:rPr sz="1088" spc="27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||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isACK(rcvpkt,1)</a:t>
              </a:r>
              <a:r>
                <a:rPr sz="1088" spc="10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45" dirty="0">
                  <a:solidFill>
                    <a:srgbClr val="163794"/>
                  </a:solidFill>
                  <a:latin typeface="Arial"/>
                  <a:cs typeface="Arial"/>
                </a:rPr>
                <a:t>) </a:t>
              </a:r>
              <a:r>
                <a:rPr sz="1270" spc="-45" dirty="0">
                  <a:solidFill>
                    <a:srgbClr val="163794"/>
                  </a:solidFill>
                  <a:latin typeface="Arial"/>
                  <a:cs typeface="Arial"/>
                </a:rPr>
                <a:t>Λ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3950155" y="2466350"/>
              <a:ext cx="134166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45" dirty="0">
                  <a:solidFill>
                    <a:srgbClr val="163794"/>
                  </a:solidFill>
                  <a:latin typeface="Arial"/>
                  <a:cs typeface="Arial"/>
                </a:rPr>
                <a:t>Λ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4270770" y="5385062"/>
              <a:ext cx="134166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45" dirty="0">
                  <a:solidFill>
                    <a:srgbClr val="163794"/>
                  </a:solidFill>
                  <a:latin typeface="Arial"/>
                  <a:cs typeface="Arial"/>
                </a:rPr>
                <a:t>Λ</a:t>
              </a:r>
              <a:endParaRPr sz="1270">
                <a:latin typeface="Arial"/>
                <a:cs typeface="Arial"/>
              </a:endParaRPr>
            </a:p>
          </p:txBody>
        </p:sp>
      </p:grpSp>
      <p:sp>
        <p:nvSpPr>
          <p:cNvPr id="87" name="矩形 86">
            <a:extLst>
              <a:ext uri="{FF2B5EF4-FFF2-40B4-BE49-F238E27FC236}">
                <a16:creationId xmlns:a16="http://schemas.microsoft.com/office/drawing/2014/main" id="{0B4C2677-3F3B-62DA-C45F-5233A3E28D42}"/>
              </a:ext>
            </a:extLst>
          </p:cNvPr>
          <p:cNvSpPr/>
          <p:nvPr/>
        </p:nvSpPr>
        <p:spPr>
          <a:xfrm>
            <a:off x="2508424" y="5818199"/>
            <a:ext cx="3973550" cy="442331"/>
          </a:xfrm>
          <a:prstGeom prst="rect">
            <a:avLst/>
          </a:prstGeom>
          <a:solidFill>
            <a:srgbClr val="E6F7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 err="1">
                <a:solidFill>
                  <a:schemeClr val="tx1"/>
                </a:solidFill>
              </a:rPr>
              <a:t>rdt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 3.0</a:t>
            </a:r>
            <a:endParaRPr kumimoji="1" lang="zh-CN" alt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object 3">
            <a:extLst>
              <a:ext uri="{FF2B5EF4-FFF2-40B4-BE49-F238E27FC236}">
                <a16:creationId xmlns:a16="http://schemas.microsoft.com/office/drawing/2014/main" id="{766AAC9D-02DE-8994-C355-08465C69ECF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40242" y="568451"/>
            <a:ext cx="8124444" cy="4230623"/>
          </a:xfrm>
          <a:prstGeom prst="rect">
            <a:avLst/>
          </a:prstGeom>
        </p:spPr>
      </p:pic>
      <p:sp>
        <p:nvSpPr>
          <p:cNvPr id="94" name="矩形 93">
            <a:extLst>
              <a:ext uri="{FF2B5EF4-FFF2-40B4-BE49-F238E27FC236}">
                <a16:creationId xmlns:a16="http://schemas.microsoft.com/office/drawing/2014/main" id="{3557CE70-B75E-F0B6-7746-58A9F8BA8F87}"/>
              </a:ext>
            </a:extLst>
          </p:cNvPr>
          <p:cNvSpPr/>
          <p:nvPr/>
        </p:nvSpPr>
        <p:spPr>
          <a:xfrm>
            <a:off x="6488054" y="5330614"/>
            <a:ext cx="3973550" cy="442331"/>
          </a:xfrm>
          <a:prstGeom prst="rect">
            <a:avLst/>
          </a:prstGeom>
          <a:solidFill>
            <a:srgbClr val="E6F7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 err="1">
                <a:solidFill>
                  <a:schemeClr val="tx1"/>
                </a:solidFill>
              </a:rPr>
              <a:t>rdt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 3.0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 时序</a:t>
            </a: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01237D97-14A9-1DF9-26EC-D2A10B8734F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41981" y="568451"/>
            <a:ext cx="7922956" cy="423062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组合 66">
            <a:extLst>
              <a:ext uri="{FF2B5EF4-FFF2-40B4-BE49-F238E27FC236}">
                <a16:creationId xmlns:a16="http://schemas.microsoft.com/office/drawing/2014/main" id="{8953D222-E987-98C8-5553-70E12C4ABBB8}"/>
              </a:ext>
            </a:extLst>
          </p:cNvPr>
          <p:cNvGrpSpPr/>
          <p:nvPr/>
        </p:nvGrpSpPr>
        <p:grpSpPr>
          <a:xfrm>
            <a:off x="2801056" y="1802081"/>
            <a:ext cx="6885639" cy="3540846"/>
            <a:chOff x="2801056" y="1802081"/>
            <a:chExt cx="6885639" cy="3540846"/>
          </a:xfrm>
        </p:grpSpPr>
        <p:grpSp>
          <p:nvGrpSpPr>
            <p:cNvPr id="3" name="object 3"/>
            <p:cNvGrpSpPr/>
            <p:nvPr/>
          </p:nvGrpSpPr>
          <p:grpSpPr>
            <a:xfrm>
              <a:off x="5023721" y="1802081"/>
              <a:ext cx="2239935" cy="2584274"/>
              <a:chOff x="4164215" y="1987295"/>
              <a:chExt cx="2470150" cy="2849880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4614557" y="2282964"/>
                <a:ext cx="2019300" cy="2554605"/>
              </a:xfrm>
              <a:custGeom>
                <a:avLst/>
                <a:gdLst/>
                <a:ahLst/>
                <a:cxnLst/>
                <a:rect l="l" t="t" r="r" b="b"/>
                <a:pathLst>
                  <a:path w="2019300" h="2554604">
                    <a:moveTo>
                      <a:pt x="67056" y="2487168"/>
                    </a:moveTo>
                    <a:lnTo>
                      <a:pt x="37998" y="2487498"/>
                    </a:lnTo>
                    <a:lnTo>
                      <a:pt x="17526" y="0"/>
                    </a:lnTo>
                    <a:lnTo>
                      <a:pt x="9144" y="0"/>
                    </a:lnTo>
                    <a:lnTo>
                      <a:pt x="29616" y="2487587"/>
                    </a:lnTo>
                    <a:lnTo>
                      <a:pt x="34480" y="2487536"/>
                    </a:lnTo>
                    <a:lnTo>
                      <a:pt x="17526" y="2487726"/>
                    </a:lnTo>
                    <a:lnTo>
                      <a:pt x="9144" y="2487815"/>
                    </a:lnTo>
                    <a:lnTo>
                      <a:pt x="0" y="2487930"/>
                    </a:lnTo>
                    <a:lnTo>
                      <a:pt x="29616" y="2545207"/>
                    </a:lnTo>
                    <a:lnTo>
                      <a:pt x="34290" y="2554224"/>
                    </a:lnTo>
                    <a:lnTo>
                      <a:pt x="37998" y="2546604"/>
                    </a:lnTo>
                    <a:lnTo>
                      <a:pt x="67056" y="2487168"/>
                    </a:lnTo>
                    <a:close/>
                  </a:path>
                  <a:path w="2019300" h="2554604">
                    <a:moveTo>
                      <a:pt x="2019287" y="2478786"/>
                    </a:moveTo>
                    <a:lnTo>
                      <a:pt x="1989480" y="2479116"/>
                    </a:lnTo>
                    <a:lnTo>
                      <a:pt x="1978088" y="996823"/>
                    </a:lnTo>
                    <a:lnTo>
                      <a:pt x="1978152" y="996696"/>
                    </a:lnTo>
                    <a:lnTo>
                      <a:pt x="1970519" y="10668"/>
                    </a:lnTo>
                    <a:lnTo>
                      <a:pt x="1962137" y="10668"/>
                    </a:lnTo>
                    <a:lnTo>
                      <a:pt x="1969681" y="993203"/>
                    </a:lnTo>
                    <a:lnTo>
                      <a:pt x="24384" y="188214"/>
                    </a:lnTo>
                    <a:lnTo>
                      <a:pt x="21336" y="195834"/>
                    </a:lnTo>
                    <a:lnTo>
                      <a:pt x="1969744" y="1002423"/>
                    </a:lnTo>
                    <a:lnTo>
                      <a:pt x="1981098" y="2479217"/>
                    </a:lnTo>
                    <a:lnTo>
                      <a:pt x="1970519" y="2479332"/>
                    </a:lnTo>
                    <a:lnTo>
                      <a:pt x="1962137" y="2479433"/>
                    </a:lnTo>
                    <a:lnTo>
                      <a:pt x="1952231" y="2479548"/>
                    </a:lnTo>
                    <a:lnTo>
                      <a:pt x="1981098" y="2536634"/>
                    </a:lnTo>
                    <a:lnTo>
                      <a:pt x="1985759" y="2545842"/>
                    </a:lnTo>
                    <a:lnTo>
                      <a:pt x="1989480" y="2538387"/>
                    </a:lnTo>
                    <a:lnTo>
                      <a:pt x="2019287" y="247878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4164215" y="1987295"/>
                <a:ext cx="777240" cy="307975"/>
              </a:xfrm>
              <a:custGeom>
                <a:avLst/>
                <a:gdLst/>
                <a:ahLst/>
                <a:cxnLst/>
                <a:rect l="l" t="t" r="r" b="b"/>
                <a:pathLst>
                  <a:path w="777239" h="307975">
                    <a:moveTo>
                      <a:pt x="777239" y="307848"/>
                    </a:moveTo>
                    <a:lnTo>
                      <a:pt x="777239" y="0"/>
                    </a:lnTo>
                    <a:lnTo>
                      <a:pt x="0" y="0"/>
                    </a:lnTo>
                    <a:lnTo>
                      <a:pt x="0" y="307848"/>
                    </a:lnTo>
                    <a:lnTo>
                      <a:pt x="777239" y="30784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6" name="object 6"/>
            <p:cNvSpPr txBox="1"/>
            <p:nvPr/>
          </p:nvSpPr>
          <p:spPr>
            <a:xfrm>
              <a:off x="5148323" y="1821660"/>
              <a:ext cx="517085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sender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848140" y="1821660"/>
              <a:ext cx="598276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receiver</a:t>
              </a:r>
              <a:endParaRPr sz="1270">
                <a:latin typeface="Arial"/>
                <a:cs typeface="Arial"/>
              </a:endParaRPr>
            </a:p>
          </p:txBody>
        </p:sp>
        <p:grpSp>
          <p:nvGrpSpPr>
            <p:cNvPr id="8" name="object 8"/>
            <p:cNvGrpSpPr/>
            <p:nvPr/>
          </p:nvGrpSpPr>
          <p:grpSpPr>
            <a:xfrm>
              <a:off x="5334663" y="2235328"/>
              <a:ext cx="1893292" cy="1688300"/>
              <a:chOff x="4507115" y="2465070"/>
              <a:chExt cx="2087880" cy="1861820"/>
            </a:xfrm>
          </p:grpSpPr>
          <p:sp>
            <p:nvSpPr>
              <p:cNvPr id="9" name="object 9"/>
              <p:cNvSpPr/>
              <p:nvPr/>
            </p:nvSpPr>
            <p:spPr>
              <a:xfrm>
                <a:off x="4648847" y="2471928"/>
                <a:ext cx="190436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04365">
                    <a:moveTo>
                      <a:pt x="0" y="0"/>
                    </a:moveTo>
                    <a:lnTo>
                      <a:pt x="1904225" y="0"/>
                    </a:lnTo>
                  </a:path>
                </a:pathLst>
              </a:custGeom>
              <a:ln w="10667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4652657" y="4322445"/>
                <a:ext cx="19050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>
                    <a:moveTo>
                      <a:pt x="0" y="0"/>
                    </a:moveTo>
                    <a:lnTo>
                      <a:pt x="1905000" y="0"/>
                    </a:lnTo>
                  </a:path>
                </a:pathLst>
              </a:custGeom>
              <a:ln w="8382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4651133" y="3491484"/>
                <a:ext cx="1941830" cy="817244"/>
              </a:xfrm>
              <a:custGeom>
                <a:avLst/>
                <a:gdLst/>
                <a:ahLst/>
                <a:cxnLst/>
                <a:rect l="l" t="t" r="r" b="b"/>
                <a:pathLst>
                  <a:path w="1941829" h="817245">
                    <a:moveTo>
                      <a:pt x="1941576" y="7619"/>
                    </a:moveTo>
                    <a:lnTo>
                      <a:pt x="1937766" y="0"/>
                    </a:lnTo>
                    <a:lnTo>
                      <a:pt x="0" y="808482"/>
                    </a:lnTo>
                    <a:lnTo>
                      <a:pt x="3810" y="816863"/>
                    </a:lnTo>
                    <a:lnTo>
                      <a:pt x="1941576" y="761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4633607" y="2469642"/>
                <a:ext cx="1957705" cy="1013460"/>
              </a:xfrm>
              <a:custGeom>
                <a:avLst/>
                <a:gdLst/>
                <a:ahLst/>
                <a:cxnLst/>
                <a:rect l="l" t="t" r="r" b="b"/>
                <a:pathLst>
                  <a:path w="1957704" h="1013460">
                    <a:moveTo>
                      <a:pt x="1957577" y="1013459"/>
                    </a:moveTo>
                    <a:lnTo>
                      <a:pt x="1952244" y="800861"/>
                    </a:lnTo>
                    <a:lnTo>
                      <a:pt x="0" y="0"/>
                    </a:lnTo>
                    <a:lnTo>
                      <a:pt x="0" y="211074"/>
                    </a:lnTo>
                    <a:lnTo>
                      <a:pt x="1957577" y="1013459"/>
                    </a:lnTo>
                    <a:close/>
                  </a:path>
                </a:pathLst>
              </a:custGeom>
              <a:solidFill>
                <a:srgbClr val="00CC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4507115" y="2465082"/>
                <a:ext cx="2087880" cy="1850389"/>
              </a:xfrm>
              <a:custGeom>
                <a:avLst/>
                <a:gdLst/>
                <a:ahLst/>
                <a:cxnLst/>
                <a:rect l="l" t="t" r="r" b="b"/>
                <a:pathLst>
                  <a:path w="2087879" h="1850389">
                    <a:moveTo>
                      <a:pt x="115062" y="211836"/>
                    </a:moveTo>
                    <a:lnTo>
                      <a:pt x="0" y="211836"/>
                    </a:lnTo>
                    <a:lnTo>
                      <a:pt x="0" y="220218"/>
                    </a:lnTo>
                    <a:lnTo>
                      <a:pt x="115062" y="220218"/>
                    </a:lnTo>
                    <a:lnTo>
                      <a:pt x="115062" y="211836"/>
                    </a:lnTo>
                    <a:close/>
                  </a:path>
                  <a:path w="2087879" h="1850389">
                    <a:moveTo>
                      <a:pt x="115062" y="0"/>
                    </a:moveTo>
                    <a:lnTo>
                      <a:pt x="0" y="0"/>
                    </a:lnTo>
                    <a:lnTo>
                      <a:pt x="0" y="8382"/>
                    </a:lnTo>
                    <a:lnTo>
                      <a:pt x="115062" y="8382"/>
                    </a:lnTo>
                    <a:lnTo>
                      <a:pt x="115062" y="0"/>
                    </a:lnTo>
                    <a:close/>
                  </a:path>
                  <a:path w="2087879" h="1850389">
                    <a:moveTo>
                      <a:pt x="126492" y="1841754"/>
                    </a:moveTo>
                    <a:lnTo>
                      <a:pt x="9144" y="1841754"/>
                    </a:lnTo>
                    <a:lnTo>
                      <a:pt x="9144" y="1850123"/>
                    </a:lnTo>
                    <a:lnTo>
                      <a:pt x="126492" y="1850123"/>
                    </a:lnTo>
                    <a:lnTo>
                      <a:pt x="126492" y="1841754"/>
                    </a:lnTo>
                    <a:close/>
                  </a:path>
                  <a:path w="2087879" h="1850389">
                    <a:moveTo>
                      <a:pt x="2087880" y="1017270"/>
                    </a:moveTo>
                    <a:lnTo>
                      <a:pt x="2083308" y="805434"/>
                    </a:lnTo>
                    <a:lnTo>
                      <a:pt x="2080260" y="801624"/>
                    </a:lnTo>
                    <a:lnTo>
                      <a:pt x="2079358" y="801255"/>
                    </a:lnTo>
                    <a:lnTo>
                      <a:pt x="2079358" y="1011656"/>
                    </a:lnTo>
                    <a:lnTo>
                      <a:pt x="128016" y="211836"/>
                    </a:lnTo>
                    <a:lnTo>
                      <a:pt x="130289" y="212763"/>
                    </a:lnTo>
                    <a:lnTo>
                      <a:pt x="130289" y="10566"/>
                    </a:lnTo>
                    <a:lnTo>
                      <a:pt x="2074926" y="808304"/>
                    </a:lnTo>
                    <a:lnTo>
                      <a:pt x="2074926" y="805434"/>
                    </a:lnTo>
                    <a:lnTo>
                      <a:pt x="2074976" y="808342"/>
                    </a:lnTo>
                    <a:lnTo>
                      <a:pt x="2077212" y="911733"/>
                    </a:lnTo>
                    <a:lnTo>
                      <a:pt x="2079358" y="1011656"/>
                    </a:lnTo>
                    <a:lnTo>
                      <a:pt x="2079358" y="801255"/>
                    </a:lnTo>
                    <a:lnTo>
                      <a:pt x="128016" y="0"/>
                    </a:lnTo>
                    <a:lnTo>
                      <a:pt x="121920" y="4572"/>
                    </a:lnTo>
                    <a:lnTo>
                      <a:pt x="121920" y="215646"/>
                    </a:lnTo>
                    <a:lnTo>
                      <a:pt x="124968" y="219456"/>
                    </a:lnTo>
                    <a:lnTo>
                      <a:pt x="128016" y="220700"/>
                    </a:lnTo>
                    <a:lnTo>
                      <a:pt x="130289" y="221640"/>
                    </a:lnTo>
                    <a:lnTo>
                      <a:pt x="2082546" y="1021842"/>
                    </a:lnTo>
                    <a:lnTo>
                      <a:pt x="2085594" y="1019225"/>
                    </a:lnTo>
                    <a:lnTo>
                      <a:pt x="2087880" y="101727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4" name="object 14"/>
            <p:cNvSpPr txBox="1"/>
            <p:nvPr/>
          </p:nvSpPr>
          <p:spPr>
            <a:xfrm>
              <a:off x="5092354" y="3032951"/>
              <a:ext cx="335126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23" dirty="0">
                  <a:solidFill>
                    <a:srgbClr val="FF0000"/>
                  </a:solidFill>
                  <a:latin typeface="Arial"/>
                  <a:cs typeface="Arial"/>
                </a:rPr>
                <a:t>RTT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338119" y="2448852"/>
              <a:ext cx="62188" cy="1454518"/>
            </a:xfrm>
            <a:custGeom>
              <a:avLst/>
              <a:gdLst/>
              <a:ahLst/>
              <a:cxnLst/>
              <a:rect l="l" t="t" r="r" b="b"/>
              <a:pathLst>
                <a:path w="68579" h="1604010">
                  <a:moveTo>
                    <a:pt x="66294" y="67056"/>
                  </a:moveTo>
                  <a:lnTo>
                    <a:pt x="33528" y="0"/>
                  </a:lnTo>
                  <a:lnTo>
                    <a:pt x="0" y="66294"/>
                  </a:lnTo>
                  <a:lnTo>
                    <a:pt x="26670" y="66598"/>
                  </a:lnTo>
                  <a:lnTo>
                    <a:pt x="28905" y="66624"/>
                  </a:lnTo>
                  <a:lnTo>
                    <a:pt x="26670" y="673608"/>
                  </a:lnTo>
                  <a:lnTo>
                    <a:pt x="35052" y="673608"/>
                  </a:lnTo>
                  <a:lnTo>
                    <a:pt x="37287" y="66713"/>
                  </a:lnTo>
                  <a:lnTo>
                    <a:pt x="66294" y="67056"/>
                  </a:lnTo>
                  <a:close/>
                </a:path>
                <a:path w="68579" h="1604010">
                  <a:moveTo>
                    <a:pt x="68580" y="1536192"/>
                  </a:moveTo>
                  <a:lnTo>
                    <a:pt x="39624" y="1536522"/>
                  </a:lnTo>
                  <a:lnTo>
                    <a:pt x="39624" y="1547622"/>
                  </a:lnTo>
                  <a:lnTo>
                    <a:pt x="31242" y="1548384"/>
                  </a:lnTo>
                  <a:lnTo>
                    <a:pt x="39458" y="1547634"/>
                  </a:lnTo>
                  <a:lnTo>
                    <a:pt x="39624" y="1547622"/>
                  </a:lnTo>
                  <a:lnTo>
                    <a:pt x="39624" y="1536522"/>
                  </a:lnTo>
                  <a:lnTo>
                    <a:pt x="39458" y="1536522"/>
                  </a:lnTo>
                  <a:lnTo>
                    <a:pt x="30480" y="892302"/>
                  </a:lnTo>
                  <a:lnTo>
                    <a:pt x="22098" y="892302"/>
                  </a:lnTo>
                  <a:lnTo>
                    <a:pt x="31076" y="1536611"/>
                  </a:lnTo>
                  <a:lnTo>
                    <a:pt x="2286" y="1536954"/>
                  </a:lnTo>
                  <a:lnTo>
                    <a:pt x="36576" y="1604010"/>
                  </a:lnTo>
                  <a:lnTo>
                    <a:pt x="39624" y="1597545"/>
                  </a:lnTo>
                  <a:lnTo>
                    <a:pt x="68580" y="1536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2801056" y="2074421"/>
              <a:ext cx="2517479" cy="438668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 indent="236661">
                <a:lnSpc>
                  <a:spcPct val="113900"/>
                </a:lnSpc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first</a:t>
              </a:r>
              <a:r>
                <a:rPr sz="1270" spc="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packet bit transmitted,</a:t>
              </a:r>
              <a:r>
                <a:rPr sz="1270" spc="18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t = </a:t>
              </a:r>
              <a:r>
                <a:rPr sz="1270" spc="-45" dirty="0">
                  <a:solidFill>
                    <a:srgbClr val="163794"/>
                  </a:solidFill>
                  <a:latin typeface="Arial"/>
                  <a:cs typeface="Arial"/>
                </a:rPr>
                <a:t>0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last packet bit transmitted,</a:t>
              </a:r>
              <a:r>
                <a:rPr sz="1270" spc="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t</a:t>
              </a:r>
              <a:r>
                <a:rPr sz="1270" spc="9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= L</a:t>
              </a:r>
              <a:r>
                <a:rPr sz="1270" spc="-45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/</a:t>
              </a:r>
              <a:r>
                <a:rPr sz="1270" spc="9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spc="-45" dirty="0">
                  <a:solidFill>
                    <a:srgbClr val="FF0000"/>
                  </a:solidFill>
                  <a:latin typeface="Arial"/>
                  <a:cs typeface="Arial"/>
                </a:rPr>
                <a:t>R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7205131" y="2962253"/>
              <a:ext cx="120346" cy="206142"/>
            </a:xfrm>
            <a:custGeom>
              <a:avLst/>
              <a:gdLst/>
              <a:ahLst/>
              <a:cxnLst/>
              <a:rect l="l" t="t" r="r" b="b"/>
              <a:pathLst>
                <a:path w="132715" h="227329">
                  <a:moveTo>
                    <a:pt x="117360" y="0"/>
                  </a:moveTo>
                  <a:lnTo>
                    <a:pt x="0" y="0"/>
                  </a:lnTo>
                  <a:lnTo>
                    <a:pt x="0" y="8382"/>
                  </a:lnTo>
                  <a:lnTo>
                    <a:pt x="117360" y="8382"/>
                  </a:lnTo>
                  <a:lnTo>
                    <a:pt x="117360" y="0"/>
                  </a:lnTo>
                  <a:close/>
                </a:path>
                <a:path w="132715" h="227329">
                  <a:moveTo>
                    <a:pt x="132600" y="218694"/>
                  </a:moveTo>
                  <a:lnTo>
                    <a:pt x="21348" y="218694"/>
                  </a:lnTo>
                  <a:lnTo>
                    <a:pt x="21348" y="227076"/>
                  </a:lnTo>
                  <a:lnTo>
                    <a:pt x="132600" y="227076"/>
                  </a:lnTo>
                  <a:lnTo>
                    <a:pt x="132600" y="2186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7330445" y="2845004"/>
              <a:ext cx="2356250" cy="415329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first</a:t>
              </a:r>
              <a:r>
                <a:rPr sz="1270" spc="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packet bit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arrives</a:t>
              </a:r>
              <a:endParaRPr sz="1270">
                <a:latin typeface="Arial"/>
                <a:cs typeface="Arial"/>
              </a:endParaRPr>
            </a:p>
            <a:p>
              <a:pPr marL="16123">
                <a:spcBef>
                  <a:spcPts val="63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last</a:t>
              </a:r>
              <a:r>
                <a:rPr sz="1270" spc="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packet</a:t>
              </a:r>
              <a:r>
                <a:rPr sz="1270" spc="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bit</a:t>
              </a:r>
              <a:r>
                <a:rPr sz="1270" spc="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arrives,</a:t>
              </a:r>
              <a:r>
                <a:rPr sz="1270" spc="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send</a:t>
              </a:r>
              <a:r>
                <a:rPr sz="1270" spc="-7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ACK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3677906" y="3668650"/>
              <a:ext cx="1675632" cy="402505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36852" marR="4607" indent="-25912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ACK</a:t>
              </a:r>
              <a:r>
                <a:rPr sz="1270" spc="-27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arrives,</a:t>
              </a:r>
              <a:r>
                <a:rPr sz="1270" spc="-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send</a:t>
              </a:r>
              <a:r>
                <a:rPr sz="1270" spc="-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18" dirty="0">
                  <a:solidFill>
                    <a:srgbClr val="163794"/>
                  </a:solidFill>
                  <a:latin typeface="Arial"/>
                  <a:cs typeface="Arial"/>
                </a:rPr>
                <a:t>next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packet,</a:t>
              </a:r>
              <a:r>
                <a:rPr sz="1270" spc="-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t</a:t>
              </a:r>
              <a:r>
                <a:rPr sz="1270" spc="5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= RTT</a:t>
              </a:r>
              <a:r>
                <a:rPr sz="1270" spc="-41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+ L</a:t>
              </a:r>
              <a:r>
                <a:rPr sz="1270" spc="-54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/ </a:t>
              </a:r>
              <a:r>
                <a:rPr sz="1270" spc="-45" dirty="0">
                  <a:solidFill>
                    <a:srgbClr val="FF0000"/>
                  </a:solidFill>
                  <a:latin typeface="Arial"/>
                  <a:cs typeface="Arial"/>
                </a:rPr>
                <a:t>R</a:t>
              </a:r>
              <a:endParaRPr sz="1270" dirty="0">
                <a:latin typeface="Arial"/>
                <a:cs typeface="Arial"/>
              </a:endParaRPr>
            </a:p>
          </p:txBody>
        </p:sp>
        <p:grpSp>
          <p:nvGrpSpPr>
            <p:cNvPr id="20" name="object 20"/>
            <p:cNvGrpSpPr/>
            <p:nvPr/>
          </p:nvGrpSpPr>
          <p:grpSpPr>
            <a:xfrm>
              <a:off x="5456968" y="3906123"/>
              <a:ext cx="1134939" cy="481384"/>
              <a:chOff x="4641989" y="4307585"/>
              <a:chExt cx="1251585" cy="530860"/>
            </a:xfrm>
          </p:grpSpPr>
          <p:pic>
            <p:nvPicPr>
              <p:cNvPr id="21" name="object 21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648847" y="4318253"/>
                <a:ext cx="1244346" cy="506730"/>
              </a:xfrm>
              <a:prstGeom prst="rect">
                <a:avLst/>
              </a:prstGeom>
            </p:spPr>
          </p:pic>
          <p:sp>
            <p:nvSpPr>
              <p:cNvPr id="22" name="object 22"/>
              <p:cNvSpPr/>
              <p:nvPr/>
            </p:nvSpPr>
            <p:spPr>
              <a:xfrm>
                <a:off x="4641989" y="4307598"/>
                <a:ext cx="1126490" cy="530860"/>
              </a:xfrm>
              <a:custGeom>
                <a:avLst/>
                <a:gdLst/>
                <a:ahLst/>
                <a:cxnLst/>
                <a:rect l="l" t="t" r="r" b="b"/>
                <a:pathLst>
                  <a:path w="1126489" h="530860">
                    <a:moveTo>
                      <a:pt x="281178" y="320040"/>
                    </a:moveTo>
                    <a:lnTo>
                      <a:pt x="3048" y="211074"/>
                    </a:lnTo>
                    <a:lnTo>
                      <a:pt x="0" y="218694"/>
                    </a:lnTo>
                    <a:lnTo>
                      <a:pt x="278130" y="327660"/>
                    </a:lnTo>
                    <a:lnTo>
                      <a:pt x="281178" y="320040"/>
                    </a:lnTo>
                    <a:close/>
                  </a:path>
                  <a:path w="1126489" h="530860">
                    <a:moveTo>
                      <a:pt x="294894" y="323088"/>
                    </a:moveTo>
                    <a:lnTo>
                      <a:pt x="287274" y="320040"/>
                    </a:lnTo>
                    <a:lnTo>
                      <a:pt x="283464" y="327660"/>
                    </a:lnTo>
                    <a:lnTo>
                      <a:pt x="291084" y="330708"/>
                    </a:lnTo>
                    <a:lnTo>
                      <a:pt x="294894" y="323088"/>
                    </a:lnTo>
                    <a:close/>
                  </a:path>
                  <a:path w="1126489" h="530860">
                    <a:moveTo>
                      <a:pt x="310134" y="329946"/>
                    </a:moveTo>
                    <a:lnTo>
                      <a:pt x="302514" y="326898"/>
                    </a:lnTo>
                    <a:lnTo>
                      <a:pt x="298704" y="334518"/>
                    </a:lnTo>
                    <a:lnTo>
                      <a:pt x="306324" y="337566"/>
                    </a:lnTo>
                    <a:lnTo>
                      <a:pt x="310134" y="329946"/>
                    </a:lnTo>
                    <a:close/>
                  </a:path>
                  <a:path w="1126489" h="530860">
                    <a:moveTo>
                      <a:pt x="325374" y="336804"/>
                    </a:moveTo>
                    <a:lnTo>
                      <a:pt x="317754" y="332994"/>
                    </a:lnTo>
                    <a:lnTo>
                      <a:pt x="313944" y="340614"/>
                    </a:lnTo>
                    <a:lnTo>
                      <a:pt x="321564" y="344424"/>
                    </a:lnTo>
                    <a:lnTo>
                      <a:pt x="325374" y="336804"/>
                    </a:lnTo>
                    <a:close/>
                  </a:path>
                  <a:path w="1126489" h="530860">
                    <a:moveTo>
                      <a:pt x="340614" y="342900"/>
                    </a:moveTo>
                    <a:lnTo>
                      <a:pt x="332994" y="339852"/>
                    </a:lnTo>
                    <a:lnTo>
                      <a:pt x="329184" y="347472"/>
                    </a:lnTo>
                    <a:lnTo>
                      <a:pt x="337566" y="350520"/>
                    </a:lnTo>
                    <a:lnTo>
                      <a:pt x="340614" y="342900"/>
                    </a:lnTo>
                    <a:close/>
                  </a:path>
                  <a:path w="1126489" h="530860">
                    <a:moveTo>
                      <a:pt x="355854" y="349758"/>
                    </a:moveTo>
                    <a:lnTo>
                      <a:pt x="348234" y="346710"/>
                    </a:lnTo>
                    <a:lnTo>
                      <a:pt x="345186" y="354330"/>
                    </a:lnTo>
                    <a:lnTo>
                      <a:pt x="352806" y="357378"/>
                    </a:lnTo>
                    <a:lnTo>
                      <a:pt x="355854" y="349758"/>
                    </a:lnTo>
                    <a:close/>
                  </a:path>
                  <a:path w="1126489" h="530860">
                    <a:moveTo>
                      <a:pt x="371094" y="356616"/>
                    </a:moveTo>
                    <a:lnTo>
                      <a:pt x="363474" y="352806"/>
                    </a:lnTo>
                    <a:lnTo>
                      <a:pt x="360426" y="361188"/>
                    </a:lnTo>
                    <a:lnTo>
                      <a:pt x="368046" y="364236"/>
                    </a:lnTo>
                    <a:lnTo>
                      <a:pt x="371094" y="356616"/>
                    </a:lnTo>
                    <a:close/>
                  </a:path>
                  <a:path w="1126489" h="530860">
                    <a:moveTo>
                      <a:pt x="386334" y="363474"/>
                    </a:moveTo>
                    <a:lnTo>
                      <a:pt x="378714" y="359664"/>
                    </a:lnTo>
                    <a:lnTo>
                      <a:pt x="375666" y="367284"/>
                    </a:lnTo>
                    <a:lnTo>
                      <a:pt x="383286" y="371094"/>
                    </a:lnTo>
                    <a:lnTo>
                      <a:pt x="386334" y="363474"/>
                    </a:lnTo>
                    <a:close/>
                  </a:path>
                  <a:path w="1126489" h="530860">
                    <a:moveTo>
                      <a:pt x="401574" y="369570"/>
                    </a:moveTo>
                    <a:lnTo>
                      <a:pt x="393954" y="366522"/>
                    </a:lnTo>
                    <a:lnTo>
                      <a:pt x="390906" y="374142"/>
                    </a:lnTo>
                    <a:lnTo>
                      <a:pt x="398526" y="377190"/>
                    </a:lnTo>
                    <a:lnTo>
                      <a:pt x="401574" y="369570"/>
                    </a:lnTo>
                    <a:close/>
                  </a:path>
                  <a:path w="1126489" h="530860">
                    <a:moveTo>
                      <a:pt x="416814" y="376428"/>
                    </a:moveTo>
                    <a:lnTo>
                      <a:pt x="409194" y="373380"/>
                    </a:lnTo>
                    <a:lnTo>
                      <a:pt x="406146" y="381000"/>
                    </a:lnTo>
                    <a:lnTo>
                      <a:pt x="413766" y="384048"/>
                    </a:lnTo>
                    <a:lnTo>
                      <a:pt x="416814" y="376428"/>
                    </a:lnTo>
                    <a:close/>
                  </a:path>
                  <a:path w="1126489" h="530860">
                    <a:moveTo>
                      <a:pt x="432816" y="383286"/>
                    </a:moveTo>
                    <a:lnTo>
                      <a:pt x="425196" y="379476"/>
                    </a:lnTo>
                    <a:lnTo>
                      <a:pt x="421386" y="387096"/>
                    </a:lnTo>
                    <a:lnTo>
                      <a:pt x="429006" y="390906"/>
                    </a:lnTo>
                    <a:lnTo>
                      <a:pt x="432816" y="383286"/>
                    </a:lnTo>
                    <a:close/>
                  </a:path>
                  <a:path w="1126489" h="530860">
                    <a:moveTo>
                      <a:pt x="448056" y="389382"/>
                    </a:moveTo>
                    <a:lnTo>
                      <a:pt x="440436" y="386334"/>
                    </a:lnTo>
                    <a:lnTo>
                      <a:pt x="436626" y="393954"/>
                    </a:lnTo>
                    <a:lnTo>
                      <a:pt x="444246" y="397764"/>
                    </a:lnTo>
                    <a:lnTo>
                      <a:pt x="448056" y="389382"/>
                    </a:lnTo>
                    <a:close/>
                  </a:path>
                  <a:path w="1126489" h="530860">
                    <a:moveTo>
                      <a:pt x="463296" y="396240"/>
                    </a:moveTo>
                    <a:lnTo>
                      <a:pt x="455676" y="393192"/>
                    </a:lnTo>
                    <a:lnTo>
                      <a:pt x="451866" y="400812"/>
                    </a:lnTo>
                    <a:lnTo>
                      <a:pt x="459486" y="403860"/>
                    </a:lnTo>
                    <a:lnTo>
                      <a:pt x="463296" y="396240"/>
                    </a:lnTo>
                    <a:close/>
                  </a:path>
                  <a:path w="1126489" h="530860">
                    <a:moveTo>
                      <a:pt x="478536" y="403098"/>
                    </a:moveTo>
                    <a:lnTo>
                      <a:pt x="470916" y="400050"/>
                    </a:lnTo>
                    <a:lnTo>
                      <a:pt x="467106" y="407670"/>
                    </a:lnTo>
                    <a:lnTo>
                      <a:pt x="475488" y="410718"/>
                    </a:lnTo>
                    <a:lnTo>
                      <a:pt x="478536" y="403098"/>
                    </a:lnTo>
                    <a:close/>
                  </a:path>
                  <a:path w="1126489" h="530860">
                    <a:moveTo>
                      <a:pt x="493776" y="409956"/>
                    </a:moveTo>
                    <a:lnTo>
                      <a:pt x="486156" y="406146"/>
                    </a:lnTo>
                    <a:lnTo>
                      <a:pt x="483108" y="413766"/>
                    </a:lnTo>
                    <a:lnTo>
                      <a:pt x="490728" y="417576"/>
                    </a:lnTo>
                    <a:lnTo>
                      <a:pt x="493776" y="409956"/>
                    </a:lnTo>
                    <a:close/>
                  </a:path>
                  <a:path w="1126489" h="530860">
                    <a:moveTo>
                      <a:pt x="509016" y="416052"/>
                    </a:moveTo>
                    <a:lnTo>
                      <a:pt x="501396" y="413004"/>
                    </a:lnTo>
                    <a:lnTo>
                      <a:pt x="498348" y="420624"/>
                    </a:lnTo>
                    <a:lnTo>
                      <a:pt x="505968" y="423672"/>
                    </a:lnTo>
                    <a:lnTo>
                      <a:pt x="509016" y="416052"/>
                    </a:lnTo>
                    <a:close/>
                  </a:path>
                  <a:path w="1126489" h="530860">
                    <a:moveTo>
                      <a:pt x="524256" y="422910"/>
                    </a:moveTo>
                    <a:lnTo>
                      <a:pt x="516636" y="419862"/>
                    </a:lnTo>
                    <a:lnTo>
                      <a:pt x="513588" y="427482"/>
                    </a:lnTo>
                    <a:lnTo>
                      <a:pt x="521208" y="430530"/>
                    </a:lnTo>
                    <a:lnTo>
                      <a:pt x="524256" y="422910"/>
                    </a:lnTo>
                    <a:close/>
                  </a:path>
                  <a:path w="1126489" h="530860">
                    <a:moveTo>
                      <a:pt x="539496" y="429768"/>
                    </a:moveTo>
                    <a:lnTo>
                      <a:pt x="531876" y="426720"/>
                    </a:lnTo>
                    <a:lnTo>
                      <a:pt x="528828" y="434340"/>
                    </a:lnTo>
                    <a:lnTo>
                      <a:pt x="536448" y="437388"/>
                    </a:lnTo>
                    <a:lnTo>
                      <a:pt x="539496" y="429768"/>
                    </a:lnTo>
                    <a:close/>
                  </a:path>
                  <a:path w="1126489" h="530860">
                    <a:moveTo>
                      <a:pt x="554736" y="436626"/>
                    </a:moveTo>
                    <a:lnTo>
                      <a:pt x="547116" y="432816"/>
                    </a:lnTo>
                    <a:lnTo>
                      <a:pt x="544068" y="440436"/>
                    </a:lnTo>
                    <a:lnTo>
                      <a:pt x="551688" y="444246"/>
                    </a:lnTo>
                    <a:lnTo>
                      <a:pt x="554736" y="436626"/>
                    </a:lnTo>
                    <a:close/>
                  </a:path>
                  <a:path w="1126489" h="530860">
                    <a:moveTo>
                      <a:pt x="570738" y="442722"/>
                    </a:moveTo>
                    <a:lnTo>
                      <a:pt x="563118" y="439674"/>
                    </a:lnTo>
                    <a:lnTo>
                      <a:pt x="559308" y="447294"/>
                    </a:lnTo>
                    <a:lnTo>
                      <a:pt x="566928" y="450342"/>
                    </a:lnTo>
                    <a:lnTo>
                      <a:pt x="570738" y="442722"/>
                    </a:lnTo>
                    <a:close/>
                  </a:path>
                  <a:path w="1126489" h="530860">
                    <a:moveTo>
                      <a:pt x="585978" y="449580"/>
                    </a:moveTo>
                    <a:lnTo>
                      <a:pt x="578358" y="446532"/>
                    </a:lnTo>
                    <a:lnTo>
                      <a:pt x="574548" y="454152"/>
                    </a:lnTo>
                    <a:lnTo>
                      <a:pt x="582168" y="457200"/>
                    </a:lnTo>
                    <a:lnTo>
                      <a:pt x="585978" y="449580"/>
                    </a:lnTo>
                    <a:close/>
                  </a:path>
                  <a:path w="1126489" h="530860">
                    <a:moveTo>
                      <a:pt x="601218" y="456438"/>
                    </a:moveTo>
                    <a:lnTo>
                      <a:pt x="593598" y="452628"/>
                    </a:lnTo>
                    <a:lnTo>
                      <a:pt x="589788" y="460248"/>
                    </a:lnTo>
                    <a:lnTo>
                      <a:pt x="597408" y="464058"/>
                    </a:lnTo>
                    <a:lnTo>
                      <a:pt x="601218" y="456438"/>
                    </a:lnTo>
                    <a:close/>
                  </a:path>
                  <a:path w="1126489" h="530860">
                    <a:moveTo>
                      <a:pt x="616458" y="463296"/>
                    </a:moveTo>
                    <a:lnTo>
                      <a:pt x="608838" y="459486"/>
                    </a:lnTo>
                    <a:lnTo>
                      <a:pt x="605028" y="467106"/>
                    </a:lnTo>
                    <a:lnTo>
                      <a:pt x="613410" y="470916"/>
                    </a:lnTo>
                    <a:lnTo>
                      <a:pt x="616458" y="463296"/>
                    </a:lnTo>
                    <a:close/>
                  </a:path>
                  <a:path w="1126489" h="530860">
                    <a:moveTo>
                      <a:pt x="631698" y="469392"/>
                    </a:moveTo>
                    <a:lnTo>
                      <a:pt x="624078" y="466344"/>
                    </a:lnTo>
                    <a:lnTo>
                      <a:pt x="621030" y="473964"/>
                    </a:lnTo>
                    <a:lnTo>
                      <a:pt x="628650" y="477012"/>
                    </a:lnTo>
                    <a:lnTo>
                      <a:pt x="631698" y="469392"/>
                    </a:lnTo>
                    <a:close/>
                  </a:path>
                  <a:path w="1126489" h="530860">
                    <a:moveTo>
                      <a:pt x="645414" y="263652"/>
                    </a:moveTo>
                    <a:lnTo>
                      <a:pt x="3048" y="0"/>
                    </a:lnTo>
                    <a:lnTo>
                      <a:pt x="0" y="7620"/>
                    </a:lnTo>
                    <a:lnTo>
                      <a:pt x="642366" y="271272"/>
                    </a:lnTo>
                    <a:lnTo>
                      <a:pt x="645414" y="263652"/>
                    </a:lnTo>
                    <a:close/>
                  </a:path>
                  <a:path w="1126489" h="530860">
                    <a:moveTo>
                      <a:pt x="646938" y="476250"/>
                    </a:moveTo>
                    <a:lnTo>
                      <a:pt x="639318" y="473202"/>
                    </a:lnTo>
                    <a:lnTo>
                      <a:pt x="636270" y="480822"/>
                    </a:lnTo>
                    <a:lnTo>
                      <a:pt x="643890" y="483870"/>
                    </a:lnTo>
                    <a:lnTo>
                      <a:pt x="646938" y="476250"/>
                    </a:lnTo>
                    <a:close/>
                  </a:path>
                  <a:path w="1126489" h="530860">
                    <a:moveTo>
                      <a:pt x="658368" y="265938"/>
                    </a:moveTo>
                    <a:lnTo>
                      <a:pt x="650748" y="262890"/>
                    </a:lnTo>
                    <a:lnTo>
                      <a:pt x="647700" y="270510"/>
                    </a:lnTo>
                    <a:lnTo>
                      <a:pt x="655320" y="273558"/>
                    </a:lnTo>
                    <a:lnTo>
                      <a:pt x="658368" y="265938"/>
                    </a:lnTo>
                    <a:close/>
                  </a:path>
                  <a:path w="1126489" h="530860">
                    <a:moveTo>
                      <a:pt x="662178" y="483108"/>
                    </a:moveTo>
                    <a:lnTo>
                      <a:pt x="654558" y="479298"/>
                    </a:lnTo>
                    <a:lnTo>
                      <a:pt x="651510" y="486918"/>
                    </a:lnTo>
                    <a:lnTo>
                      <a:pt x="659130" y="490728"/>
                    </a:lnTo>
                    <a:lnTo>
                      <a:pt x="662178" y="483108"/>
                    </a:lnTo>
                    <a:close/>
                  </a:path>
                  <a:path w="1126489" h="530860">
                    <a:moveTo>
                      <a:pt x="673608" y="272796"/>
                    </a:moveTo>
                    <a:lnTo>
                      <a:pt x="665988" y="269748"/>
                    </a:lnTo>
                    <a:lnTo>
                      <a:pt x="662940" y="277368"/>
                    </a:lnTo>
                    <a:lnTo>
                      <a:pt x="670560" y="280416"/>
                    </a:lnTo>
                    <a:lnTo>
                      <a:pt x="673608" y="272796"/>
                    </a:lnTo>
                    <a:close/>
                  </a:path>
                  <a:path w="1126489" h="530860">
                    <a:moveTo>
                      <a:pt x="677418" y="489204"/>
                    </a:moveTo>
                    <a:lnTo>
                      <a:pt x="669798" y="486156"/>
                    </a:lnTo>
                    <a:lnTo>
                      <a:pt x="666750" y="493776"/>
                    </a:lnTo>
                    <a:lnTo>
                      <a:pt x="674370" y="496824"/>
                    </a:lnTo>
                    <a:lnTo>
                      <a:pt x="677418" y="489204"/>
                    </a:lnTo>
                    <a:close/>
                  </a:path>
                  <a:path w="1126489" h="530860">
                    <a:moveTo>
                      <a:pt x="688848" y="279654"/>
                    </a:moveTo>
                    <a:lnTo>
                      <a:pt x="681228" y="275844"/>
                    </a:lnTo>
                    <a:lnTo>
                      <a:pt x="678180" y="283464"/>
                    </a:lnTo>
                    <a:lnTo>
                      <a:pt x="685800" y="287274"/>
                    </a:lnTo>
                    <a:lnTo>
                      <a:pt x="688848" y="279654"/>
                    </a:lnTo>
                    <a:close/>
                  </a:path>
                  <a:path w="1126489" h="530860">
                    <a:moveTo>
                      <a:pt x="692658" y="496062"/>
                    </a:moveTo>
                    <a:lnTo>
                      <a:pt x="685038" y="493014"/>
                    </a:lnTo>
                    <a:lnTo>
                      <a:pt x="681990" y="500634"/>
                    </a:lnTo>
                    <a:lnTo>
                      <a:pt x="689610" y="503682"/>
                    </a:lnTo>
                    <a:lnTo>
                      <a:pt x="692658" y="496062"/>
                    </a:lnTo>
                    <a:close/>
                  </a:path>
                  <a:path w="1126489" h="530860">
                    <a:moveTo>
                      <a:pt x="704088" y="285750"/>
                    </a:moveTo>
                    <a:lnTo>
                      <a:pt x="696468" y="282702"/>
                    </a:lnTo>
                    <a:lnTo>
                      <a:pt x="693420" y="290322"/>
                    </a:lnTo>
                    <a:lnTo>
                      <a:pt x="701040" y="293370"/>
                    </a:lnTo>
                    <a:lnTo>
                      <a:pt x="704088" y="285750"/>
                    </a:lnTo>
                    <a:close/>
                  </a:path>
                  <a:path w="1126489" h="530860">
                    <a:moveTo>
                      <a:pt x="708660" y="502920"/>
                    </a:moveTo>
                    <a:lnTo>
                      <a:pt x="701040" y="499872"/>
                    </a:lnTo>
                    <a:lnTo>
                      <a:pt x="697230" y="507492"/>
                    </a:lnTo>
                    <a:lnTo>
                      <a:pt x="704850" y="510540"/>
                    </a:lnTo>
                    <a:lnTo>
                      <a:pt x="708660" y="502920"/>
                    </a:lnTo>
                    <a:close/>
                  </a:path>
                  <a:path w="1126489" h="530860">
                    <a:moveTo>
                      <a:pt x="719328" y="292608"/>
                    </a:moveTo>
                    <a:lnTo>
                      <a:pt x="711708" y="289560"/>
                    </a:lnTo>
                    <a:lnTo>
                      <a:pt x="708660" y="297180"/>
                    </a:lnTo>
                    <a:lnTo>
                      <a:pt x="716280" y="300228"/>
                    </a:lnTo>
                    <a:lnTo>
                      <a:pt x="719328" y="292608"/>
                    </a:lnTo>
                    <a:close/>
                  </a:path>
                  <a:path w="1126489" h="530860">
                    <a:moveTo>
                      <a:pt x="723900" y="509778"/>
                    </a:moveTo>
                    <a:lnTo>
                      <a:pt x="716280" y="505968"/>
                    </a:lnTo>
                    <a:lnTo>
                      <a:pt x="712470" y="513588"/>
                    </a:lnTo>
                    <a:lnTo>
                      <a:pt x="720090" y="517398"/>
                    </a:lnTo>
                    <a:lnTo>
                      <a:pt x="723900" y="509778"/>
                    </a:lnTo>
                    <a:close/>
                  </a:path>
                  <a:path w="1126489" h="530860">
                    <a:moveTo>
                      <a:pt x="735330" y="299466"/>
                    </a:moveTo>
                    <a:lnTo>
                      <a:pt x="726948" y="295656"/>
                    </a:lnTo>
                    <a:lnTo>
                      <a:pt x="723900" y="304038"/>
                    </a:lnTo>
                    <a:lnTo>
                      <a:pt x="731520" y="307086"/>
                    </a:lnTo>
                    <a:lnTo>
                      <a:pt x="735330" y="299466"/>
                    </a:lnTo>
                    <a:close/>
                  </a:path>
                  <a:path w="1126489" h="530860">
                    <a:moveTo>
                      <a:pt x="739140" y="515874"/>
                    </a:moveTo>
                    <a:lnTo>
                      <a:pt x="731520" y="512826"/>
                    </a:lnTo>
                    <a:lnTo>
                      <a:pt x="727710" y="520446"/>
                    </a:lnTo>
                    <a:lnTo>
                      <a:pt x="735330" y="523494"/>
                    </a:lnTo>
                    <a:lnTo>
                      <a:pt x="739140" y="515874"/>
                    </a:lnTo>
                    <a:close/>
                  </a:path>
                  <a:path w="1126489" h="530860">
                    <a:moveTo>
                      <a:pt x="750570" y="306324"/>
                    </a:moveTo>
                    <a:lnTo>
                      <a:pt x="742950" y="302514"/>
                    </a:lnTo>
                    <a:lnTo>
                      <a:pt x="739140" y="310134"/>
                    </a:lnTo>
                    <a:lnTo>
                      <a:pt x="746760" y="313944"/>
                    </a:lnTo>
                    <a:lnTo>
                      <a:pt x="750570" y="306324"/>
                    </a:lnTo>
                    <a:close/>
                  </a:path>
                  <a:path w="1126489" h="530860">
                    <a:moveTo>
                      <a:pt x="754380" y="522732"/>
                    </a:moveTo>
                    <a:lnTo>
                      <a:pt x="746760" y="519684"/>
                    </a:lnTo>
                    <a:lnTo>
                      <a:pt x="743712" y="527304"/>
                    </a:lnTo>
                    <a:lnTo>
                      <a:pt x="751332" y="530352"/>
                    </a:lnTo>
                    <a:lnTo>
                      <a:pt x="754380" y="522732"/>
                    </a:lnTo>
                    <a:close/>
                  </a:path>
                  <a:path w="1126489" h="530860">
                    <a:moveTo>
                      <a:pt x="765810" y="312420"/>
                    </a:moveTo>
                    <a:lnTo>
                      <a:pt x="758190" y="309372"/>
                    </a:lnTo>
                    <a:lnTo>
                      <a:pt x="754380" y="316992"/>
                    </a:lnTo>
                    <a:lnTo>
                      <a:pt x="762000" y="320040"/>
                    </a:lnTo>
                    <a:lnTo>
                      <a:pt x="765810" y="312420"/>
                    </a:lnTo>
                    <a:close/>
                  </a:path>
                  <a:path w="1126489" h="530860">
                    <a:moveTo>
                      <a:pt x="781050" y="319278"/>
                    </a:moveTo>
                    <a:lnTo>
                      <a:pt x="773430" y="316230"/>
                    </a:lnTo>
                    <a:lnTo>
                      <a:pt x="769620" y="323850"/>
                    </a:lnTo>
                    <a:lnTo>
                      <a:pt x="778002" y="326898"/>
                    </a:lnTo>
                    <a:lnTo>
                      <a:pt x="781050" y="319278"/>
                    </a:lnTo>
                    <a:close/>
                  </a:path>
                  <a:path w="1126489" h="530860">
                    <a:moveTo>
                      <a:pt x="796290" y="326136"/>
                    </a:moveTo>
                    <a:lnTo>
                      <a:pt x="788670" y="322326"/>
                    </a:lnTo>
                    <a:lnTo>
                      <a:pt x="785622" y="329946"/>
                    </a:lnTo>
                    <a:lnTo>
                      <a:pt x="793242" y="333756"/>
                    </a:lnTo>
                    <a:lnTo>
                      <a:pt x="796290" y="326136"/>
                    </a:lnTo>
                    <a:close/>
                  </a:path>
                  <a:path w="1126489" h="530860">
                    <a:moveTo>
                      <a:pt x="811530" y="332232"/>
                    </a:moveTo>
                    <a:lnTo>
                      <a:pt x="803910" y="329184"/>
                    </a:lnTo>
                    <a:lnTo>
                      <a:pt x="800862" y="336804"/>
                    </a:lnTo>
                    <a:lnTo>
                      <a:pt x="808482" y="339852"/>
                    </a:lnTo>
                    <a:lnTo>
                      <a:pt x="811530" y="332232"/>
                    </a:lnTo>
                    <a:close/>
                  </a:path>
                  <a:path w="1126489" h="530860">
                    <a:moveTo>
                      <a:pt x="826770" y="339090"/>
                    </a:moveTo>
                    <a:lnTo>
                      <a:pt x="819150" y="336042"/>
                    </a:lnTo>
                    <a:lnTo>
                      <a:pt x="816102" y="343662"/>
                    </a:lnTo>
                    <a:lnTo>
                      <a:pt x="823722" y="346710"/>
                    </a:lnTo>
                    <a:lnTo>
                      <a:pt x="826770" y="339090"/>
                    </a:lnTo>
                    <a:close/>
                  </a:path>
                  <a:path w="1126489" h="530860">
                    <a:moveTo>
                      <a:pt x="842010" y="345948"/>
                    </a:moveTo>
                    <a:lnTo>
                      <a:pt x="834390" y="342138"/>
                    </a:lnTo>
                    <a:lnTo>
                      <a:pt x="831342" y="350520"/>
                    </a:lnTo>
                    <a:lnTo>
                      <a:pt x="838962" y="353568"/>
                    </a:lnTo>
                    <a:lnTo>
                      <a:pt x="842010" y="345948"/>
                    </a:lnTo>
                    <a:close/>
                  </a:path>
                  <a:path w="1126489" h="530860">
                    <a:moveTo>
                      <a:pt x="857250" y="352806"/>
                    </a:moveTo>
                    <a:lnTo>
                      <a:pt x="849630" y="348996"/>
                    </a:lnTo>
                    <a:lnTo>
                      <a:pt x="846582" y="356616"/>
                    </a:lnTo>
                    <a:lnTo>
                      <a:pt x="854202" y="360426"/>
                    </a:lnTo>
                    <a:lnTo>
                      <a:pt x="857250" y="352806"/>
                    </a:lnTo>
                    <a:close/>
                  </a:path>
                  <a:path w="1126489" h="530860">
                    <a:moveTo>
                      <a:pt x="873252" y="358902"/>
                    </a:moveTo>
                    <a:lnTo>
                      <a:pt x="865632" y="355854"/>
                    </a:lnTo>
                    <a:lnTo>
                      <a:pt x="861822" y="363474"/>
                    </a:lnTo>
                    <a:lnTo>
                      <a:pt x="869442" y="366522"/>
                    </a:lnTo>
                    <a:lnTo>
                      <a:pt x="873252" y="358902"/>
                    </a:lnTo>
                    <a:close/>
                  </a:path>
                  <a:path w="1126489" h="530860">
                    <a:moveTo>
                      <a:pt x="888492" y="365760"/>
                    </a:moveTo>
                    <a:lnTo>
                      <a:pt x="880872" y="362712"/>
                    </a:lnTo>
                    <a:lnTo>
                      <a:pt x="877062" y="370332"/>
                    </a:lnTo>
                    <a:lnTo>
                      <a:pt x="884682" y="373380"/>
                    </a:lnTo>
                    <a:lnTo>
                      <a:pt x="888492" y="365760"/>
                    </a:lnTo>
                    <a:close/>
                  </a:path>
                  <a:path w="1126489" h="530860">
                    <a:moveTo>
                      <a:pt x="903732" y="372618"/>
                    </a:moveTo>
                    <a:lnTo>
                      <a:pt x="896112" y="368808"/>
                    </a:lnTo>
                    <a:lnTo>
                      <a:pt x="892302" y="376428"/>
                    </a:lnTo>
                    <a:lnTo>
                      <a:pt x="899922" y="380238"/>
                    </a:lnTo>
                    <a:lnTo>
                      <a:pt x="903732" y="372618"/>
                    </a:lnTo>
                    <a:close/>
                  </a:path>
                  <a:path w="1126489" h="530860">
                    <a:moveTo>
                      <a:pt x="918972" y="378714"/>
                    </a:moveTo>
                    <a:lnTo>
                      <a:pt x="911352" y="375666"/>
                    </a:lnTo>
                    <a:lnTo>
                      <a:pt x="908304" y="383286"/>
                    </a:lnTo>
                    <a:lnTo>
                      <a:pt x="915924" y="386334"/>
                    </a:lnTo>
                    <a:lnTo>
                      <a:pt x="918972" y="378714"/>
                    </a:lnTo>
                    <a:close/>
                  </a:path>
                  <a:path w="1126489" h="530860">
                    <a:moveTo>
                      <a:pt x="934212" y="385572"/>
                    </a:moveTo>
                    <a:lnTo>
                      <a:pt x="926592" y="382524"/>
                    </a:lnTo>
                    <a:lnTo>
                      <a:pt x="923544" y="390144"/>
                    </a:lnTo>
                    <a:lnTo>
                      <a:pt x="931164" y="393192"/>
                    </a:lnTo>
                    <a:lnTo>
                      <a:pt x="934212" y="385572"/>
                    </a:lnTo>
                    <a:close/>
                  </a:path>
                  <a:path w="1126489" h="530860">
                    <a:moveTo>
                      <a:pt x="949452" y="392430"/>
                    </a:moveTo>
                    <a:lnTo>
                      <a:pt x="941832" y="388620"/>
                    </a:lnTo>
                    <a:lnTo>
                      <a:pt x="938784" y="397002"/>
                    </a:lnTo>
                    <a:lnTo>
                      <a:pt x="946404" y="400050"/>
                    </a:lnTo>
                    <a:lnTo>
                      <a:pt x="949452" y="392430"/>
                    </a:lnTo>
                    <a:close/>
                  </a:path>
                  <a:path w="1126489" h="530860">
                    <a:moveTo>
                      <a:pt x="964692" y="399288"/>
                    </a:moveTo>
                    <a:lnTo>
                      <a:pt x="957072" y="395478"/>
                    </a:lnTo>
                    <a:lnTo>
                      <a:pt x="954024" y="403098"/>
                    </a:lnTo>
                    <a:lnTo>
                      <a:pt x="961644" y="406908"/>
                    </a:lnTo>
                    <a:lnTo>
                      <a:pt x="964692" y="399288"/>
                    </a:lnTo>
                    <a:close/>
                  </a:path>
                  <a:path w="1126489" h="530860">
                    <a:moveTo>
                      <a:pt x="979932" y="405384"/>
                    </a:moveTo>
                    <a:lnTo>
                      <a:pt x="972312" y="402336"/>
                    </a:lnTo>
                    <a:lnTo>
                      <a:pt x="969264" y="409956"/>
                    </a:lnTo>
                    <a:lnTo>
                      <a:pt x="976884" y="413004"/>
                    </a:lnTo>
                    <a:lnTo>
                      <a:pt x="979932" y="405384"/>
                    </a:lnTo>
                    <a:close/>
                  </a:path>
                  <a:path w="1126489" h="530860">
                    <a:moveTo>
                      <a:pt x="995934" y="412242"/>
                    </a:moveTo>
                    <a:lnTo>
                      <a:pt x="987552" y="409194"/>
                    </a:lnTo>
                    <a:lnTo>
                      <a:pt x="984504" y="416814"/>
                    </a:lnTo>
                    <a:lnTo>
                      <a:pt x="992124" y="419862"/>
                    </a:lnTo>
                    <a:lnTo>
                      <a:pt x="995934" y="412242"/>
                    </a:lnTo>
                    <a:close/>
                  </a:path>
                  <a:path w="1126489" h="530860">
                    <a:moveTo>
                      <a:pt x="1011174" y="419100"/>
                    </a:moveTo>
                    <a:lnTo>
                      <a:pt x="1003554" y="415290"/>
                    </a:lnTo>
                    <a:lnTo>
                      <a:pt x="999744" y="422910"/>
                    </a:lnTo>
                    <a:lnTo>
                      <a:pt x="1007364" y="426720"/>
                    </a:lnTo>
                    <a:lnTo>
                      <a:pt x="1011174" y="419100"/>
                    </a:lnTo>
                    <a:close/>
                  </a:path>
                  <a:path w="1126489" h="530860">
                    <a:moveTo>
                      <a:pt x="1026414" y="425196"/>
                    </a:moveTo>
                    <a:lnTo>
                      <a:pt x="1018794" y="422148"/>
                    </a:lnTo>
                    <a:lnTo>
                      <a:pt x="1014984" y="429768"/>
                    </a:lnTo>
                    <a:lnTo>
                      <a:pt x="1022604" y="432816"/>
                    </a:lnTo>
                    <a:lnTo>
                      <a:pt x="1026414" y="425196"/>
                    </a:lnTo>
                    <a:close/>
                  </a:path>
                  <a:path w="1126489" h="530860">
                    <a:moveTo>
                      <a:pt x="1041654" y="432054"/>
                    </a:moveTo>
                    <a:lnTo>
                      <a:pt x="1034034" y="429006"/>
                    </a:lnTo>
                    <a:lnTo>
                      <a:pt x="1030224" y="436626"/>
                    </a:lnTo>
                    <a:lnTo>
                      <a:pt x="1038606" y="439674"/>
                    </a:lnTo>
                    <a:lnTo>
                      <a:pt x="1041654" y="432054"/>
                    </a:lnTo>
                    <a:close/>
                  </a:path>
                  <a:path w="1126489" h="530860">
                    <a:moveTo>
                      <a:pt x="1056894" y="438912"/>
                    </a:moveTo>
                    <a:lnTo>
                      <a:pt x="1049274" y="435102"/>
                    </a:lnTo>
                    <a:lnTo>
                      <a:pt x="1046226" y="443484"/>
                    </a:lnTo>
                    <a:lnTo>
                      <a:pt x="1053846" y="446532"/>
                    </a:lnTo>
                    <a:lnTo>
                      <a:pt x="1056894" y="438912"/>
                    </a:lnTo>
                    <a:close/>
                  </a:path>
                  <a:path w="1126489" h="530860">
                    <a:moveTo>
                      <a:pt x="1072134" y="445770"/>
                    </a:moveTo>
                    <a:lnTo>
                      <a:pt x="1064514" y="441960"/>
                    </a:lnTo>
                    <a:lnTo>
                      <a:pt x="1061466" y="449580"/>
                    </a:lnTo>
                    <a:lnTo>
                      <a:pt x="1069086" y="453390"/>
                    </a:lnTo>
                    <a:lnTo>
                      <a:pt x="1072134" y="445770"/>
                    </a:lnTo>
                    <a:close/>
                  </a:path>
                  <a:path w="1126489" h="530860">
                    <a:moveTo>
                      <a:pt x="1087374" y="451866"/>
                    </a:moveTo>
                    <a:lnTo>
                      <a:pt x="1079754" y="448818"/>
                    </a:lnTo>
                    <a:lnTo>
                      <a:pt x="1076706" y="456438"/>
                    </a:lnTo>
                    <a:lnTo>
                      <a:pt x="1084326" y="459486"/>
                    </a:lnTo>
                    <a:lnTo>
                      <a:pt x="1087374" y="451866"/>
                    </a:lnTo>
                    <a:close/>
                  </a:path>
                  <a:path w="1126489" h="530860">
                    <a:moveTo>
                      <a:pt x="1102614" y="458724"/>
                    </a:moveTo>
                    <a:lnTo>
                      <a:pt x="1094994" y="455676"/>
                    </a:lnTo>
                    <a:lnTo>
                      <a:pt x="1091946" y="463296"/>
                    </a:lnTo>
                    <a:lnTo>
                      <a:pt x="1099566" y="466344"/>
                    </a:lnTo>
                    <a:lnTo>
                      <a:pt x="1102614" y="458724"/>
                    </a:lnTo>
                    <a:close/>
                  </a:path>
                  <a:path w="1126489" h="530860">
                    <a:moveTo>
                      <a:pt x="1117854" y="465582"/>
                    </a:moveTo>
                    <a:lnTo>
                      <a:pt x="1110234" y="461772"/>
                    </a:lnTo>
                    <a:lnTo>
                      <a:pt x="1107186" y="469392"/>
                    </a:lnTo>
                    <a:lnTo>
                      <a:pt x="1114806" y="473202"/>
                    </a:lnTo>
                    <a:lnTo>
                      <a:pt x="1117854" y="465582"/>
                    </a:lnTo>
                    <a:close/>
                  </a:path>
                  <a:path w="1126489" h="530860">
                    <a:moveTo>
                      <a:pt x="1126236" y="468630"/>
                    </a:moveTo>
                    <a:lnTo>
                      <a:pt x="1122426" y="476250"/>
                    </a:lnTo>
                    <a:lnTo>
                      <a:pt x="1123188" y="476250"/>
                    </a:lnTo>
                    <a:lnTo>
                      <a:pt x="1126236" y="46863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23" name="object 23"/>
            <p:cNvSpPr txBox="1"/>
            <p:nvPr/>
          </p:nvSpPr>
          <p:spPr>
            <a:xfrm>
              <a:off x="4114614" y="4845922"/>
              <a:ext cx="176776" cy="263369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6">
                <a:spcBef>
                  <a:spcPts val="95"/>
                </a:spcBef>
              </a:pPr>
              <a:r>
                <a:rPr sz="1632" spc="-45" dirty="0">
                  <a:latin typeface="Comic Sans MS"/>
                  <a:cs typeface="Comic Sans MS"/>
                </a:rPr>
                <a:t>U</a:t>
              </a:r>
              <a:endParaRPr sz="1632">
                <a:latin typeface="Comic Sans MS"/>
                <a:cs typeface="Comic Sans MS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4292887" y="5008573"/>
              <a:ext cx="570060" cy="219754"/>
            </a:xfrm>
            <a:prstGeom prst="rect">
              <a:avLst/>
            </a:prstGeom>
          </p:spPr>
          <p:txBody>
            <a:bodyPr vert="horz" wrap="square" lIns="0" tIns="10365" rIns="0" bIns="0" rtlCol="0">
              <a:spAutoFit/>
            </a:bodyPr>
            <a:lstStyle/>
            <a:p>
              <a:pPr marL="11516">
                <a:spcBef>
                  <a:spcPts val="82"/>
                </a:spcBef>
              </a:pPr>
              <a:r>
                <a:rPr sz="1360" spc="-9" dirty="0">
                  <a:latin typeface="Comic Sans MS"/>
                  <a:cs typeface="Comic Sans MS"/>
                </a:rPr>
                <a:t>sender</a:t>
              </a:r>
              <a:endParaRPr sz="1360">
                <a:latin typeface="Comic Sans MS"/>
                <a:cs typeface="Comic Sans MS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6598689" y="4610142"/>
              <a:ext cx="591942" cy="630798"/>
            </a:xfrm>
            <a:prstGeom prst="rect">
              <a:avLst/>
            </a:prstGeom>
          </p:spPr>
          <p:txBody>
            <a:bodyPr vert="horz" wrap="square" lIns="0" tIns="31670" rIns="0" bIns="0" rtlCol="0">
              <a:spAutoFit/>
            </a:bodyPr>
            <a:lstStyle/>
            <a:p>
              <a:pPr marL="11516" marR="4607" indent="54127">
                <a:lnSpc>
                  <a:spcPct val="135800"/>
                </a:lnSpc>
                <a:spcBef>
                  <a:spcPts val="249"/>
                </a:spcBef>
              </a:pPr>
              <a:r>
                <a:rPr sz="1632" u="heavy" spc="-172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632" u="heavy" spc="-18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.</a:t>
              </a:r>
              <a:r>
                <a:rPr sz="1360" u="heavy" spc="-18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008</a:t>
              </a:r>
              <a:r>
                <a:rPr sz="1360" spc="-18" dirty="0">
                  <a:latin typeface="Comic Sans MS"/>
                  <a:cs typeface="Comic Sans MS"/>
                </a:rPr>
                <a:t> </a:t>
              </a:r>
              <a:r>
                <a:rPr sz="1360" spc="-9" dirty="0">
                  <a:latin typeface="Comic Sans MS"/>
                  <a:cs typeface="Comic Sans MS"/>
                </a:rPr>
                <a:t>30.008</a:t>
              </a:r>
              <a:endParaRPr sz="1360">
                <a:latin typeface="Comic Sans MS"/>
                <a:cs typeface="Comic Sans MS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7445839" y="4868034"/>
              <a:ext cx="140500" cy="263369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6">
                <a:spcBef>
                  <a:spcPts val="95"/>
                </a:spcBef>
              </a:pPr>
              <a:r>
                <a:rPr sz="1632" spc="-45" dirty="0">
                  <a:latin typeface="Times New Roman"/>
                  <a:cs typeface="Times New Roman"/>
                </a:rPr>
                <a:t>=</a:t>
              </a:r>
              <a:endParaRPr sz="1632">
                <a:latin typeface="Times New Roman"/>
                <a:cs typeface="Times New Roman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7751254" y="4886269"/>
              <a:ext cx="697892" cy="219754"/>
            </a:xfrm>
            <a:prstGeom prst="rect">
              <a:avLst/>
            </a:prstGeom>
          </p:spPr>
          <p:txBody>
            <a:bodyPr vert="horz" wrap="square" lIns="0" tIns="10365" rIns="0" bIns="0" rtlCol="0">
              <a:spAutoFit/>
            </a:bodyPr>
            <a:lstStyle/>
            <a:p>
              <a:pPr marL="11516">
                <a:spcBef>
                  <a:spcPts val="82"/>
                </a:spcBef>
              </a:pPr>
              <a:r>
                <a:rPr sz="1360" spc="-9" dirty="0">
                  <a:latin typeface="Comic Sans MS"/>
                  <a:cs typeface="Comic Sans MS"/>
                </a:rPr>
                <a:t>0.00027</a:t>
              </a:r>
              <a:endParaRPr sz="1360">
                <a:latin typeface="Comic Sans MS"/>
                <a:cs typeface="Comic Sans MS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4830241" y="4670054"/>
              <a:ext cx="1708454" cy="672873"/>
            </a:xfrm>
            <a:prstGeom prst="rect">
              <a:avLst/>
            </a:prstGeom>
          </p:spPr>
          <p:txBody>
            <a:bodyPr vert="horz" wrap="square" lIns="0" tIns="92707" rIns="0" bIns="0" rtlCol="0">
              <a:spAutoFit/>
            </a:bodyPr>
            <a:lstStyle/>
            <a:p>
              <a:pPr algn="ctr">
                <a:spcBef>
                  <a:spcPts val="730"/>
                </a:spcBef>
                <a:tabLst>
                  <a:tab pos="578121" algn="l"/>
                  <a:tab pos="1462002" algn="l"/>
                </a:tabLst>
              </a:pPr>
              <a:r>
                <a:rPr sz="2448" baseline="-30864" dirty="0">
                  <a:latin typeface="Times New Roman"/>
                  <a:cs typeface="Times New Roman"/>
                </a:rPr>
                <a:t>= </a:t>
              </a:r>
              <a:r>
                <a:rPr sz="1632" u="heavy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	L</a:t>
              </a:r>
              <a:r>
                <a:rPr sz="1632" u="heavy" spc="9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 </a:t>
              </a:r>
              <a:r>
                <a:rPr sz="1632" u="heavy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/</a:t>
              </a:r>
              <a:r>
                <a:rPr sz="1632" u="heavy" spc="-5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 </a:t>
              </a:r>
              <a:r>
                <a:rPr sz="1632" u="heavy" spc="-45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R</a:t>
              </a:r>
              <a:r>
                <a:rPr sz="1632" u="heavy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	</a:t>
              </a:r>
              <a:r>
                <a:rPr sz="1632" dirty="0">
                  <a:latin typeface="Comic Sans MS"/>
                  <a:cs typeface="Comic Sans MS"/>
                </a:rPr>
                <a:t> </a:t>
              </a:r>
              <a:r>
                <a:rPr sz="2448" baseline="-35493" dirty="0">
                  <a:latin typeface="Times New Roman"/>
                  <a:cs typeface="Times New Roman"/>
                </a:rPr>
                <a:t>=</a:t>
              </a:r>
            </a:p>
            <a:p>
              <a:pPr marL="36277" algn="ctr">
                <a:spcBef>
                  <a:spcPts val="644"/>
                </a:spcBef>
              </a:pPr>
              <a:r>
                <a:rPr sz="1632" dirty="0">
                  <a:latin typeface="Comic Sans MS"/>
                  <a:cs typeface="Comic Sans MS"/>
                </a:rPr>
                <a:t>RTT</a:t>
              </a:r>
              <a:r>
                <a:rPr sz="1632" spc="18" dirty="0">
                  <a:latin typeface="Comic Sans MS"/>
                  <a:cs typeface="Comic Sans MS"/>
                </a:rPr>
                <a:t> </a:t>
              </a:r>
              <a:r>
                <a:rPr sz="1632" dirty="0">
                  <a:latin typeface="Comic Sans MS"/>
                  <a:cs typeface="Comic Sans MS"/>
                </a:rPr>
                <a:t>+</a:t>
              </a:r>
              <a:r>
                <a:rPr sz="1632" spc="-14" dirty="0">
                  <a:latin typeface="Comic Sans MS"/>
                  <a:cs typeface="Comic Sans MS"/>
                </a:rPr>
                <a:t> </a:t>
              </a:r>
              <a:r>
                <a:rPr sz="1632" dirty="0">
                  <a:latin typeface="Comic Sans MS"/>
                  <a:cs typeface="Comic Sans MS"/>
                </a:rPr>
                <a:t>L</a:t>
              </a:r>
              <a:r>
                <a:rPr sz="1632" spc="14" dirty="0">
                  <a:latin typeface="Comic Sans MS"/>
                  <a:cs typeface="Comic Sans MS"/>
                </a:rPr>
                <a:t> </a:t>
              </a:r>
              <a:r>
                <a:rPr sz="1632" dirty="0">
                  <a:latin typeface="Comic Sans MS"/>
                  <a:cs typeface="Comic Sans MS"/>
                </a:rPr>
                <a:t>/</a:t>
              </a:r>
              <a:r>
                <a:rPr sz="1632" spc="9" dirty="0">
                  <a:latin typeface="Comic Sans MS"/>
                  <a:cs typeface="Comic Sans MS"/>
                </a:rPr>
                <a:t> </a:t>
              </a:r>
              <a:r>
                <a:rPr sz="1632" spc="-45" dirty="0">
                  <a:latin typeface="Comic Sans MS"/>
                  <a:cs typeface="Comic Sans MS"/>
                </a:rPr>
                <a:t>R</a:t>
              </a:r>
              <a:endParaRPr sz="1632" dirty="0">
                <a:latin typeface="Comic Sans MS"/>
                <a:cs typeface="Comic Sans MS"/>
              </a:endParaRP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C3EFFDE1-2494-44BB-D25D-2B6A2465EDC5}"/>
              </a:ext>
            </a:extLst>
          </p:cNvPr>
          <p:cNvSpPr/>
          <p:nvPr/>
        </p:nvSpPr>
        <p:spPr>
          <a:xfrm>
            <a:off x="4358911" y="5618673"/>
            <a:ext cx="3973550" cy="442331"/>
          </a:xfrm>
          <a:prstGeom prst="rect">
            <a:avLst/>
          </a:prstGeom>
          <a:solidFill>
            <a:srgbClr val="E6F7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 err="1">
                <a:solidFill>
                  <a:schemeClr val="tx1"/>
                </a:solidFill>
              </a:rPr>
              <a:t>rdt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 3.0 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的性能分析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>
            <a:extLst>
              <a:ext uri="{FF2B5EF4-FFF2-40B4-BE49-F238E27FC236}">
                <a16:creationId xmlns:a16="http://schemas.microsoft.com/office/drawing/2014/main" id="{F3248167-602D-9A31-D547-0BC75BD62495}"/>
              </a:ext>
            </a:extLst>
          </p:cNvPr>
          <p:cNvGrpSpPr/>
          <p:nvPr/>
        </p:nvGrpSpPr>
        <p:grpSpPr>
          <a:xfrm>
            <a:off x="446643" y="2199719"/>
            <a:ext cx="5512010" cy="3772828"/>
            <a:chOff x="4114614" y="1802081"/>
            <a:chExt cx="4827782" cy="3540846"/>
          </a:xfrm>
        </p:grpSpPr>
        <p:grpSp>
          <p:nvGrpSpPr>
            <p:cNvPr id="9" name="object 9"/>
            <p:cNvGrpSpPr/>
            <p:nvPr/>
          </p:nvGrpSpPr>
          <p:grpSpPr>
            <a:xfrm>
              <a:off x="5023721" y="1802081"/>
              <a:ext cx="2239935" cy="2584274"/>
              <a:chOff x="4164215" y="1987295"/>
              <a:chExt cx="2470150" cy="2849880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4614557" y="2282964"/>
                <a:ext cx="2019300" cy="2554605"/>
              </a:xfrm>
              <a:custGeom>
                <a:avLst/>
                <a:gdLst/>
                <a:ahLst/>
                <a:cxnLst/>
                <a:rect l="l" t="t" r="r" b="b"/>
                <a:pathLst>
                  <a:path w="2019300" h="2554604">
                    <a:moveTo>
                      <a:pt x="67056" y="2487168"/>
                    </a:moveTo>
                    <a:lnTo>
                      <a:pt x="37998" y="2487498"/>
                    </a:lnTo>
                    <a:lnTo>
                      <a:pt x="17526" y="0"/>
                    </a:lnTo>
                    <a:lnTo>
                      <a:pt x="9144" y="0"/>
                    </a:lnTo>
                    <a:lnTo>
                      <a:pt x="29616" y="2487587"/>
                    </a:lnTo>
                    <a:lnTo>
                      <a:pt x="34480" y="2487536"/>
                    </a:lnTo>
                    <a:lnTo>
                      <a:pt x="17526" y="2487726"/>
                    </a:lnTo>
                    <a:lnTo>
                      <a:pt x="9144" y="2487815"/>
                    </a:lnTo>
                    <a:lnTo>
                      <a:pt x="0" y="2487930"/>
                    </a:lnTo>
                    <a:lnTo>
                      <a:pt x="29616" y="2545207"/>
                    </a:lnTo>
                    <a:lnTo>
                      <a:pt x="34290" y="2554224"/>
                    </a:lnTo>
                    <a:lnTo>
                      <a:pt x="37998" y="2546604"/>
                    </a:lnTo>
                    <a:lnTo>
                      <a:pt x="67056" y="2487168"/>
                    </a:lnTo>
                    <a:close/>
                  </a:path>
                  <a:path w="2019300" h="2554604">
                    <a:moveTo>
                      <a:pt x="2019287" y="2478786"/>
                    </a:moveTo>
                    <a:lnTo>
                      <a:pt x="1989480" y="2479116"/>
                    </a:lnTo>
                    <a:lnTo>
                      <a:pt x="1978088" y="996823"/>
                    </a:lnTo>
                    <a:lnTo>
                      <a:pt x="1978152" y="996696"/>
                    </a:lnTo>
                    <a:lnTo>
                      <a:pt x="1970519" y="10668"/>
                    </a:lnTo>
                    <a:lnTo>
                      <a:pt x="1962137" y="10668"/>
                    </a:lnTo>
                    <a:lnTo>
                      <a:pt x="1969681" y="993203"/>
                    </a:lnTo>
                    <a:lnTo>
                      <a:pt x="24384" y="188214"/>
                    </a:lnTo>
                    <a:lnTo>
                      <a:pt x="21336" y="195834"/>
                    </a:lnTo>
                    <a:lnTo>
                      <a:pt x="1969744" y="1002423"/>
                    </a:lnTo>
                    <a:lnTo>
                      <a:pt x="1981098" y="2479217"/>
                    </a:lnTo>
                    <a:lnTo>
                      <a:pt x="1970519" y="2479332"/>
                    </a:lnTo>
                    <a:lnTo>
                      <a:pt x="1962137" y="2479433"/>
                    </a:lnTo>
                    <a:lnTo>
                      <a:pt x="1952231" y="2479548"/>
                    </a:lnTo>
                    <a:lnTo>
                      <a:pt x="1981098" y="2536634"/>
                    </a:lnTo>
                    <a:lnTo>
                      <a:pt x="1985759" y="2545842"/>
                    </a:lnTo>
                    <a:lnTo>
                      <a:pt x="1989480" y="2538387"/>
                    </a:lnTo>
                    <a:lnTo>
                      <a:pt x="2019287" y="247878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4164215" y="1987295"/>
                <a:ext cx="777240" cy="307975"/>
              </a:xfrm>
              <a:custGeom>
                <a:avLst/>
                <a:gdLst/>
                <a:ahLst/>
                <a:cxnLst/>
                <a:rect l="l" t="t" r="r" b="b"/>
                <a:pathLst>
                  <a:path w="777239" h="307975">
                    <a:moveTo>
                      <a:pt x="777239" y="307848"/>
                    </a:moveTo>
                    <a:lnTo>
                      <a:pt x="777239" y="0"/>
                    </a:lnTo>
                    <a:lnTo>
                      <a:pt x="0" y="0"/>
                    </a:lnTo>
                    <a:lnTo>
                      <a:pt x="0" y="307848"/>
                    </a:lnTo>
                    <a:lnTo>
                      <a:pt x="777239" y="30784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5148323" y="1821660"/>
              <a:ext cx="517085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sender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6848140" y="1821660"/>
              <a:ext cx="598276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receiver</a:t>
              </a:r>
              <a:endParaRPr sz="1270">
                <a:latin typeface="Arial"/>
                <a:cs typeface="Arial"/>
              </a:endParaRPr>
            </a:p>
          </p:txBody>
        </p:sp>
        <p:grpSp>
          <p:nvGrpSpPr>
            <p:cNvPr id="14" name="object 14"/>
            <p:cNvGrpSpPr/>
            <p:nvPr/>
          </p:nvGrpSpPr>
          <p:grpSpPr>
            <a:xfrm>
              <a:off x="5334663" y="2235328"/>
              <a:ext cx="1893292" cy="1688300"/>
              <a:chOff x="4507115" y="2465070"/>
              <a:chExt cx="2087880" cy="1861820"/>
            </a:xfrm>
          </p:grpSpPr>
          <p:sp>
            <p:nvSpPr>
              <p:cNvPr id="15" name="object 15"/>
              <p:cNvSpPr/>
              <p:nvPr/>
            </p:nvSpPr>
            <p:spPr>
              <a:xfrm>
                <a:off x="4648847" y="2471928"/>
                <a:ext cx="190436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04365">
                    <a:moveTo>
                      <a:pt x="0" y="0"/>
                    </a:moveTo>
                    <a:lnTo>
                      <a:pt x="1904225" y="0"/>
                    </a:lnTo>
                  </a:path>
                </a:pathLst>
              </a:custGeom>
              <a:ln w="10667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4652657" y="4322445"/>
                <a:ext cx="19050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>
                    <a:moveTo>
                      <a:pt x="0" y="0"/>
                    </a:moveTo>
                    <a:lnTo>
                      <a:pt x="1905000" y="0"/>
                    </a:lnTo>
                  </a:path>
                </a:pathLst>
              </a:custGeom>
              <a:ln w="8382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4651133" y="3491484"/>
                <a:ext cx="1941830" cy="817244"/>
              </a:xfrm>
              <a:custGeom>
                <a:avLst/>
                <a:gdLst/>
                <a:ahLst/>
                <a:cxnLst/>
                <a:rect l="l" t="t" r="r" b="b"/>
                <a:pathLst>
                  <a:path w="1941829" h="817245">
                    <a:moveTo>
                      <a:pt x="1941576" y="7619"/>
                    </a:moveTo>
                    <a:lnTo>
                      <a:pt x="1937766" y="0"/>
                    </a:lnTo>
                    <a:lnTo>
                      <a:pt x="0" y="808482"/>
                    </a:lnTo>
                    <a:lnTo>
                      <a:pt x="3810" y="816863"/>
                    </a:lnTo>
                    <a:lnTo>
                      <a:pt x="1941576" y="761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4633607" y="2469642"/>
                <a:ext cx="1957705" cy="1013460"/>
              </a:xfrm>
              <a:custGeom>
                <a:avLst/>
                <a:gdLst/>
                <a:ahLst/>
                <a:cxnLst/>
                <a:rect l="l" t="t" r="r" b="b"/>
                <a:pathLst>
                  <a:path w="1957704" h="1013460">
                    <a:moveTo>
                      <a:pt x="1957577" y="1013459"/>
                    </a:moveTo>
                    <a:lnTo>
                      <a:pt x="1952244" y="800861"/>
                    </a:lnTo>
                    <a:lnTo>
                      <a:pt x="0" y="0"/>
                    </a:lnTo>
                    <a:lnTo>
                      <a:pt x="0" y="211074"/>
                    </a:lnTo>
                    <a:lnTo>
                      <a:pt x="1957577" y="1013459"/>
                    </a:lnTo>
                    <a:close/>
                  </a:path>
                </a:pathLst>
              </a:custGeom>
              <a:solidFill>
                <a:srgbClr val="00CC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4507115" y="2465082"/>
                <a:ext cx="2087880" cy="1850389"/>
              </a:xfrm>
              <a:custGeom>
                <a:avLst/>
                <a:gdLst/>
                <a:ahLst/>
                <a:cxnLst/>
                <a:rect l="l" t="t" r="r" b="b"/>
                <a:pathLst>
                  <a:path w="2087879" h="1850389">
                    <a:moveTo>
                      <a:pt x="115062" y="211836"/>
                    </a:moveTo>
                    <a:lnTo>
                      <a:pt x="0" y="211836"/>
                    </a:lnTo>
                    <a:lnTo>
                      <a:pt x="0" y="220218"/>
                    </a:lnTo>
                    <a:lnTo>
                      <a:pt x="115062" y="220218"/>
                    </a:lnTo>
                    <a:lnTo>
                      <a:pt x="115062" y="211836"/>
                    </a:lnTo>
                    <a:close/>
                  </a:path>
                  <a:path w="2087879" h="1850389">
                    <a:moveTo>
                      <a:pt x="115062" y="0"/>
                    </a:moveTo>
                    <a:lnTo>
                      <a:pt x="0" y="0"/>
                    </a:lnTo>
                    <a:lnTo>
                      <a:pt x="0" y="8382"/>
                    </a:lnTo>
                    <a:lnTo>
                      <a:pt x="115062" y="8382"/>
                    </a:lnTo>
                    <a:lnTo>
                      <a:pt x="115062" y="0"/>
                    </a:lnTo>
                    <a:close/>
                  </a:path>
                  <a:path w="2087879" h="1850389">
                    <a:moveTo>
                      <a:pt x="126492" y="1841754"/>
                    </a:moveTo>
                    <a:lnTo>
                      <a:pt x="9144" y="1841754"/>
                    </a:lnTo>
                    <a:lnTo>
                      <a:pt x="9144" y="1850123"/>
                    </a:lnTo>
                    <a:lnTo>
                      <a:pt x="126492" y="1850123"/>
                    </a:lnTo>
                    <a:lnTo>
                      <a:pt x="126492" y="1841754"/>
                    </a:lnTo>
                    <a:close/>
                  </a:path>
                  <a:path w="2087879" h="1850389">
                    <a:moveTo>
                      <a:pt x="2087880" y="1017270"/>
                    </a:moveTo>
                    <a:lnTo>
                      <a:pt x="2083308" y="805434"/>
                    </a:lnTo>
                    <a:lnTo>
                      <a:pt x="2080260" y="801624"/>
                    </a:lnTo>
                    <a:lnTo>
                      <a:pt x="2079358" y="801255"/>
                    </a:lnTo>
                    <a:lnTo>
                      <a:pt x="2079358" y="1011656"/>
                    </a:lnTo>
                    <a:lnTo>
                      <a:pt x="128016" y="211836"/>
                    </a:lnTo>
                    <a:lnTo>
                      <a:pt x="130289" y="212763"/>
                    </a:lnTo>
                    <a:lnTo>
                      <a:pt x="130289" y="10566"/>
                    </a:lnTo>
                    <a:lnTo>
                      <a:pt x="2074926" y="808304"/>
                    </a:lnTo>
                    <a:lnTo>
                      <a:pt x="2074926" y="805434"/>
                    </a:lnTo>
                    <a:lnTo>
                      <a:pt x="2074976" y="808342"/>
                    </a:lnTo>
                    <a:lnTo>
                      <a:pt x="2077212" y="911733"/>
                    </a:lnTo>
                    <a:lnTo>
                      <a:pt x="2079358" y="1011656"/>
                    </a:lnTo>
                    <a:lnTo>
                      <a:pt x="2079358" y="801255"/>
                    </a:lnTo>
                    <a:lnTo>
                      <a:pt x="128016" y="0"/>
                    </a:lnTo>
                    <a:lnTo>
                      <a:pt x="121920" y="4572"/>
                    </a:lnTo>
                    <a:lnTo>
                      <a:pt x="121920" y="215646"/>
                    </a:lnTo>
                    <a:lnTo>
                      <a:pt x="124968" y="219456"/>
                    </a:lnTo>
                    <a:lnTo>
                      <a:pt x="128016" y="220700"/>
                    </a:lnTo>
                    <a:lnTo>
                      <a:pt x="130289" y="221640"/>
                    </a:lnTo>
                    <a:lnTo>
                      <a:pt x="2082546" y="1021842"/>
                    </a:lnTo>
                    <a:lnTo>
                      <a:pt x="2085594" y="1019225"/>
                    </a:lnTo>
                    <a:lnTo>
                      <a:pt x="2087880" y="101727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20" name="object 20"/>
            <p:cNvSpPr txBox="1"/>
            <p:nvPr/>
          </p:nvSpPr>
          <p:spPr>
            <a:xfrm>
              <a:off x="5092354" y="3032951"/>
              <a:ext cx="335126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23" dirty="0">
                  <a:solidFill>
                    <a:srgbClr val="FF0000"/>
                  </a:solidFill>
                  <a:latin typeface="Arial"/>
                  <a:cs typeface="Arial"/>
                </a:rPr>
                <a:t>RTT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338119" y="2448852"/>
              <a:ext cx="62188" cy="1454518"/>
            </a:xfrm>
            <a:custGeom>
              <a:avLst/>
              <a:gdLst/>
              <a:ahLst/>
              <a:cxnLst/>
              <a:rect l="l" t="t" r="r" b="b"/>
              <a:pathLst>
                <a:path w="68579" h="1604010">
                  <a:moveTo>
                    <a:pt x="66294" y="67056"/>
                  </a:moveTo>
                  <a:lnTo>
                    <a:pt x="33528" y="0"/>
                  </a:lnTo>
                  <a:lnTo>
                    <a:pt x="0" y="66294"/>
                  </a:lnTo>
                  <a:lnTo>
                    <a:pt x="26670" y="66598"/>
                  </a:lnTo>
                  <a:lnTo>
                    <a:pt x="28905" y="66624"/>
                  </a:lnTo>
                  <a:lnTo>
                    <a:pt x="26670" y="673608"/>
                  </a:lnTo>
                  <a:lnTo>
                    <a:pt x="35052" y="673608"/>
                  </a:lnTo>
                  <a:lnTo>
                    <a:pt x="37287" y="66713"/>
                  </a:lnTo>
                  <a:lnTo>
                    <a:pt x="66294" y="67056"/>
                  </a:lnTo>
                  <a:close/>
                </a:path>
                <a:path w="68579" h="1604010">
                  <a:moveTo>
                    <a:pt x="68580" y="1536192"/>
                  </a:moveTo>
                  <a:lnTo>
                    <a:pt x="39624" y="1536522"/>
                  </a:lnTo>
                  <a:lnTo>
                    <a:pt x="39624" y="1547622"/>
                  </a:lnTo>
                  <a:lnTo>
                    <a:pt x="31242" y="1548384"/>
                  </a:lnTo>
                  <a:lnTo>
                    <a:pt x="39458" y="1547634"/>
                  </a:lnTo>
                  <a:lnTo>
                    <a:pt x="39624" y="1547622"/>
                  </a:lnTo>
                  <a:lnTo>
                    <a:pt x="39624" y="1536522"/>
                  </a:lnTo>
                  <a:lnTo>
                    <a:pt x="39458" y="1536522"/>
                  </a:lnTo>
                  <a:lnTo>
                    <a:pt x="30480" y="892302"/>
                  </a:lnTo>
                  <a:lnTo>
                    <a:pt x="22098" y="892302"/>
                  </a:lnTo>
                  <a:lnTo>
                    <a:pt x="31076" y="1536611"/>
                  </a:lnTo>
                  <a:lnTo>
                    <a:pt x="2286" y="1536954"/>
                  </a:lnTo>
                  <a:lnTo>
                    <a:pt x="36576" y="1604010"/>
                  </a:lnTo>
                  <a:lnTo>
                    <a:pt x="39624" y="1597545"/>
                  </a:lnTo>
                  <a:lnTo>
                    <a:pt x="68580" y="1536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4497676" y="2229015"/>
              <a:ext cx="855862" cy="215852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 indent="236661">
                <a:lnSpc>
                  <a:spcPct val="113900"/>
                </a:lnSpc>
                <a:spcBef>
                  <a:spcPts val="91"/>
                </a:spcBef>
              </a:pP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t</a:t>
              </a:r>
              <a:r>
                <a:rPr sz="1270" spc="9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= L</a:t>
              </a:r>
              <a:r>
                <a:rPr sz="1270" spc="-45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/</a:t>
              </a:r>
              <a:r>
                <a:rPr sz="1270" spc="9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spc="-45" dirty="0">
                  <a:solidFill>
                    <a:srgbClr val="FF0000"/>
                  </a:solidFill>
                  <a:latin typeface="Arial"/>
                  <a:cs typeface="Arial"/>
                </a:rPr>
                <a:t>R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205131" y="2962253"/>
              <a:ext cx="120346" cy="206142"/>
            </a:xfrm>
            <a:custGeom>
              <a:avLst/>
              <a:gdLst/>
              <a:ahLst/>
              <a:cxnLst/>
              <a:rect l="l" t="t" r="r" b="b"/>
              <a:pathLst>
                <a:path w="132715" h="227329">
                  <a:moveTo>
                    <a:pt x="117360" y="0"/>
                  </a:moveTo>
                  <a:lnTo>
                    <a:pt x="0" y="0"/>
                  </a:lnTo>
                  <a:lnTo>
                    <a:pt x="0" y="8382"/>
                  </a:lnTo>
                  <a:lnTo>
                    <a:pt x="117360" y="8382"/>
                  </a:lnTo>
                  <a:lnTo>
                    <a:pt x="117360" y="0"/>
                  </a:lnTo>
                  <a:close/>
                </a:path>
                <a:path w="132715" h="227329">
                  <a:moveTo>
                    <a:pt x="132600" y="218694"/>
                  </a:moveTo>
                  <a:lnTo>
                    <a:pt x="21348" y="218694"/>
                  </a:lnTo>
                  <a:lnTo>
                    <a:pt x="21348" y="227076"/>
                  </a:lnTo>
                  <a:lnTo>
                    <a:pt x="132600" y="227076"/>
                  </a:lnTo>
                  <a:lnTo>
                    <a:pt x="132600" y="2186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7330445" y="2845004"/>
              <a:ext cx="1611951" cy="415329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first</a:t>
              </a:r>
              <a:r>
                <a:rPr sz="1270" spc="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packet bit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arrives</a:t>
              </a:r>
              <a:endParaRPr sz="1270" dirty="0">
                <a:latin typeface="Arial"/>
                <a:cs typeface="Arial"/>
              </a:endParaRPr>
            </a:p>
            <a:p>
              <a:pPr marL="16123">
                <a:spcBef>
                  <a:spcPts val="63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send</a:t>
              </a:r>
              <a:r>
                <a:rPr sz="1270" spc="-7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ACK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4291390" y="3668650"/>
              <a:ext cx="1062148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36852" marR="4607" indent="-25912">
                <a:spcBef>
                  <a:spcPts val="91"/>
                </a:spcBef>
              </a:pP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t</a:t>
              </a:r>
              <a:r>
                <a:rPr sz="1270" spc="5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= RTT</a:t>
              </a:r>
              <a:r>
                <a:rPr sz="1270" spc="-41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+ L</a:t>
              </a:r>
              <a:r>
                <a:rPr sz="1270" spc="-54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/ </a:t>
              </a:r>
              <a:r>
                <a:rPr sz="1270" spc="-45" dirty="0">
                  <a:solidFill>
                    <a:srgbClr val="FF0000"/>
                  </a:solidFill>
                  <a:latin typeface="Arial"/>
                  <a:cs typeface="Arial"/>
                </a:rPr>
                <a:t>R</a:t>
              </a:r>
              <a:endParaRPr sz="1270" dirty="0">
                <a:latin typeface="Arial"/>
                <a:cs typeface="Arial"/>
              </a:endParaRPr>
            </a:p>
          </p:txBody>
        </p:sp>
        <p:grpSp>
          <p:nvGrpSpPr>
            <p:cNvPr id="26" name="object 26"/>
            <p:cNvGrpSpPr/>
            <p:nvPr/>
          </p:nvGrpSpPr>
          <p:grpSpPr>
            <a:xfrm>
              <a:off x="5456968" y="3906123"/>
              <a:ext cx="1134939" cy="481384"/>
              <a:chOff x="4641989" y="4307585"/>
              <a:chExt cx="1251585" cy="530860"/>
            </a:xfrm>
          </p:grpSpPr>
          <p:pic>
            <p:nvPicPr>
              <p:cNvPr id="27" name="object 27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648847" y="4318253"/>
                <a:ext cx="1244346" cy="506730"/>
              </a:xfrm>
              <a:prstGeom prst="rect">
                <a:avLst/>
              </a:prstGeom>
            </p:spPr>
          </p:pic>
          <p:sp>
            <p:nvSpPr>
              <p:cNvPr id="28" name="object 28"/>
              <p:cNvSpPr/>
              <p:nvPr/>
            </p:nvSpPr>
            <p:spPr>
              <a:xfrm>
                <a:off x="4641989" y="4307598"/>
                <a:ext cx="1126490" cy="530860"/>
              </a:xfrm>
              <a:custGeom>
                <a:avLst/>
                <a:gdLst/>
                <a:ahLst/>
                <a:cxnLst/>
                <a:rect l="l" t="t" r="r" b="b"/>
                <a:pathLst>
                  <a:path w="1126489" h="530860">
                    <a:moveTo>
                      <a:pt x="281178" y="320040"/>
                    </a:moveTo>
                    <a:lnTo>
                      <a:pt x="3048" y="211074"/>
                    </a:lnTo>
                    <a:lnTo>
                      <a:pt x="0" y="218694"/>
                    </a:lnTo>
                    <a:lnTo>
                      <a:pt x="278130" y="327660"/>
                    </a:lnTo>
                    <a:lnTo>
                      <a:pt x="281178" y="320040"/>
                    </a:lnTo>
                    <a:close/>
                  </a:path>
                  <a:path w="1126489" h="530860">
                    <a:moveTo>
                      <a:pt x="294894" y="323088"/>
                    </a:moveTo>
                    <a:lnTo>
                      <a:pt x="287274" y="320040"/>
                    </a:lnTo>
                    <a:lnTo>
                      <a:pt x="283464" y="327660"/>
                    </a:lnTo>
                    <a:lnTo>
                      <a:pt x="291084" y="330708"/>
                    </a:lnTo>
                    <a:lnTo>
                      <a:pt x="294894" y="323088"/>
                    </a:lnTo>
                    <a:close/>
                  </a:path>
                  <a:path w="1126489" h="530860">
                    <a:moveTo>
                      <a:pt x="310134" y="329946"/>
                    </a:moveTo>
                    <a:lnTo>
                      <a:pt x="302514" y="326898"/>
                    </a:lnTo>
                    <a:lnTo>
                      <a:pt x="298704" y="334518"/>
                    </a:lnTo>
                    <a:lnTo>
                      <a:pt x="306324" y="337566"/>
                    </a:lnTo>
                    <a:lnTo>
                      <a:pt x="310134" y="329946"/>
                    </a:lnTo>
                    <a:close/>
                  </a:path>
                  <a:path w="1126489" h="530860">
                    <a:moveTo>
                      <a:pt x="325374" y="336804"/>
                    </a:moveTo>
                    <a:lnTo>
                      <a:pt x="317754" y="332994"/>
                    </a:lnTo>
                    <a:lnTo>
                      <a:pt x="313944" y="340614"/>
                    </a:lnTo>
                    <a:lnTo>
                      <a:pt x="321564" y="344424"/>
                    </a:lnTo>
                    <a:lnTo>
                      <a:pt x="325374" y="336804"/>
                    </a:lnTo>
                    <a:close/>
                  </a:path>
                  <a:path w="1126489" h="530860">
                    <a:moveTo>
                      <a:pt x="340614" y="342900"/>
                    </a:moveTo>
                    <a:lnTo>
                      <a:pt x="332994" y="339852"/>
                    </a:lnTo>
                    <a:lnTo>
                      <a:pt x="329184" y="347472"/>
                    </a:lnTo>
                    <a:lnTo>
                      <a:pt x="337566" y="350520"/>
                    </a:lnTo>
                    <a:lnTo>
                      <a:pt x="340614" y="342900"/>
                    </a:lnTo>
                    <a:close/>
                  </a:path>
                  <a:path w="1126489" h="530860">
                    <a:moveTo>
                      <a:pt x="355854" y="349758"/>
                    </a:moveTo>
                    <a:lnTo>
                      <a:pt x="348234" y="346710"/>
                    </a:lnTo>
                    <a:lnTo>
                      <a:pt x="345186" y="354330"/>
                    </a:lnTo>
                    <a:lnTo>
                      <a:pt x="352806" y="357378"/>
                    </a:lnTo>
                    <a:lnTo>
                      <a:pt x="355854" y="349758"/>
                    </a:lnTo>
                    <a:close/>
                  </a:path>
                  <a:path w="1126489" h="530860">
                    <a:moveTo>
                      <a:pt x="371094" y="356616"/>
                    </a:moveTo>
                    <a:lnTo>
                      <a:pt x="363474" y="352806"/>
                    </a:lnTo>
                    <a:lnTo>
                      <a:pt x="360426" y="361188"/>
                    </a:lnTo>
                    <a:lnTo>
                      <a:pt x="368046" y="364236"/>
                    </a:lnTo>
                    <a:lnTo>
                      <a:pt x="371094" y="356616"/>
                    </a:lnTo>
                    <a:close/>
                  </a:path>
                  <a:path w="1126489" h="530860">
                    <a:moveTo>
                      <a:pt x="386334" y="363474"/>
                    </a:moveTo>
                    <a:lnTo>
                      <a:pt x="378714" y="359664"/>
                    </a:lnTo>
                    <a:lnTo>
                      <a:pt x="375666" y="367284"/>
                    </a:lnTo>
                    <a:lnTo>
                      <a:pt x="383286" y="371094"/>
                    </a:lnTo>
                    <a:lnTo>
                      <a:pt x="386334" y="363474"/>
                    </a:lnTo>
                    <a:close/>
                  </a:path>
                  <a:path w="1126489" h="530860">
                    <a:moveTo>
                      <a:pt x="401574" y="369570"/>
                    </a:moveTo>
                    <a:lnTo>
                      <a:pt x="393954" y="366522"/>
                    </a:lnTo>
                    <a:lnTo>
                      <a:pt x="390906" y="374142"/>
                    </a:lnTo>
                    <a:lnTo>
                      <a:pt x="398526" y="377190"/>
                    </a:lnTo>
                    <a:lnTo>
                      <a:pt x="401574" y="369570"/>
                    </a:lnTo>
                    <a:close/>
                  </a:path>
                  <a:path w="1126489" h="530860">
                    <a:moveTo>
                      <a:pt x="416814" y="376428"/>
                    </a:moveTo>
                    <a:lnTo>
                      <a:pt x="409194" y="373380"/>
                    </a:lnTo>
                    <a:lnTo>
                      <a:pt x="406146" y="381000"/>
                    </a:lnTo>
                    <a:lnTo>
                      <a:pt x="413766" y="384048"/>
                    </a:lnTo>
                    <a:lnTo>
                      <a:pt x="416814" y="376428"/>
                    </a:lnTo>
                    <a:close/>
                  </a:path>
                  <a:path w="1126489" h="530860">
                    <a:moveTo>
                      <a:pt x="432816" y="383286"/>
                    </a:moveTo>
                    <a:lnTo>
                      <a:pt x="425196" y="379476"/>
                    </a:lnTo>
                    <a:lnTo>
                      <a:pt x="421386" y="387096"/>
                    </a:lnTo>
                    <a:lnTo>
                      <a:pt x="429006" y="390906"/>
                    </a:lnTo>
                    <a:lnTo>
                      <a:pt x="432816" y="383286"/>
                    </a:lnTo>
                    <a:close/>
                  </a:path>
                  <a:path w="1126489" h="530860">
                    <a:moveTo>
                      <a:pt x="448056" y="389382"/>
                    </a:moveTo>
                    <a:lnTo>
                      <a:pt x="440436" y="386334"/>
                    </a:lnTo>
                    <a:lnTo>
                      <a:pt x="436626" y="393954"/>
                    </a:lnTo>
                    <a:lnTo>
                      <a:pt x="444246" y="397764"/>
                    </a:lnTo>
                    <a:lnTo>
                      <a:pt x="448056" y="389382"/>
                    </a:lnTo>
                    <a:close/>
                  </a:path>
                  <a:path w="1126489" h="530860">
                    <a:moveTo>
                      <a:pt x="463296" y="396240"/>
                    </a:moveTo>
                    <a:lnTo>
                      <a:pt x="455676" y="393192"/>
                    </a:lnTo>
                    <a:lnTo>
                      <a:pt x="451866" y="400812"/>
                    </a:lnTo>
                    <a:lnTo>
                      <a:pt x="459486" y="403860"/>
                    </a:lnTo>
                    <a:lnTo>
                      <a:pt x="463296" y="396240"/>
                    </a:lnTo>
                    <a:close/>
                  </a:path>
                  <a:path w="1126489" h="530860">
                    <a:moveTo>
                      <a:pt x="478536" y="403098"/>
                    </a:moveTo>
                    <a:lnTo>
                      <a:pt x="470916" y="400050"/>
                    </a:lnTo>
                    <a:lnTo>
                      <a:pt x="467106" y="407670"/>
                    </a:lnTo>
                    <a:lnTo>
                      <a:pt x="475488" y="410718"/>
                    </a:lnTo>
                    <a:lnTo>
                      <a:pt x="478536" y="403098"/>
                    </a:lnTo>
                    <a:close/>
                  </a:path>
                  <a:path w="1126489" h="530860">
                    <a:moveTo>
                      <a:pt x="493776" y="409956"/>
                    </a:moveTo>
                    <a:lnTo>
                      <a:pt x="486156" y="406146"/>
                    </a:lnTo>
                    <a:lnTo>
                      <a:pt x="483108" y="413766"/>
                    </a:lnTo>
                    <a:lnTo>
                      <a:pt x="490728" y="417576"/>
                    </a:lnTo>
                    <a:lnTo>
                      <a:pt x="493776" y="409956"/>
                    </a:lnTo>
                    <a:close/>
                  </a:path>
                  <a:path w="1126489" h="530860">
                    <a:moveTo>
                      <a:pt x="509016" y="416052"/>
                    </a:moveTo>
                    <a:lnTo>
                      <a:pt x="501396" y="413004"/>
                    </a:lnTo>
                    <a:lnTo>
                      <a:pt x="498348" y="420624"/>
                    </a:lnTo>
                    <a:lnTo>
                      <a:pt x="505968" y="423672"/>
                    </a:lnTo>
                    <a:lnTo>
                      <a:pt x="509016" y="416052"/>
                    </a:lnTo>
                    <a:close/>
                  </a:path>
                  <a:path w="1126489" h="530860">
                    <a:moveTo>
                      <a:pt x="524256" y="422910"/>
                    </a:moveTo>
                    <a:lnTo>
                      <a:pt x="516636" y="419862"/>
                    </a:lnTo>
                    <a:lnTo>
                      <a:pt x="513588" y="427482"/>
                    </a:lnTo>
                    <a:lnTo>
                      <a:pt x="521208" y="430530"/>
                    </a:lnTo>
                    <a:lnTo>
                      <a:pt x="524256" y="422910"/>
                    </a:lnTo>
                    <a:close/>
                  </a:path>
                  <a:path w="1126489" h="530860">
                    <a:moveTo>
                      <a:pt x="539496" y="429768"/>
                    </a:moveTo>
                    <a:lnTo>
                      <a:pt x="531876" y="426720"/>
                    </a:lnTo>
                    <a:lnTo>
                      <a:pt x="528828" y="434340"/>
                    </a:lnTo>
                    <a:lnTo>
                      <a:pt x="536448" y="437388"/>
                    </a:lnTo>
                    <a:lnTo>
                      <a:pt x="539496" y="429768"/>
                    </a:lnTo>
                    <a:close/>
                  </a:path>
                  <a:path w="1126489" h="530860">
                    <a:moveTo>
                      <a:pt x="554736" y="436626"/>
                    </a:moveTo>
                    <a:lnTo>
                      <a:pt x="547116" y="432816"/>
                    </a:lnTo>
                    <a:lnTo>
                      <a:pt x="544068" y="440436"/>
                    </a:lnTo>
                    <a:lnTo>
                      <a:pt x="551688" y="444246"/>
                    </a:lnTo>
                    <a:lnTo>
                      <a:pt x="554736" y="436626"/>
                    </a:lnTo>
                    <a:close/>
                  </a:path>
                  <a:path w="1126489" h="530860">
                    <a:moveTo>
                      <a:pt x="570738" y="442722"/>
                    </a:moveTo>
                    <a:lnTo>
                      <a:pt x="563118" y="439674"/>
                    </a:lnTo>
                    <a:lnTo>
                      <a:pt x="559308" y="447294"/>
                    </a:lnTo>
                    <a:lnTo>
                      <a:pt x="566928" y="450342"/>
                    </a:lnTo>
                    <a:lnTo>
                      <a:pt x="570738" y="442722"/>
                    </a:lnTo>
                    <a:close/>
                  </a:path>
                  <a:path w="1126489" h="530860">
                    <a:moveTo>
                      <a:pt x="585978" y="449580"/>
                    </a:moveTo>
                    <a:lnTo>
                      <a:pt x="578358" y="446532"/>
                    </a:lnTo>
                    <a:lnTo>
                      <a:pt x="574548" y="454152"/>
                    </a:lnTo>
                    <a:lnTo>
                      <a:pt x="582168" y="457200"/>
                    </a:lnTo>
                    <a:lnTo>
                      <a:pt x="585978" y="449580"/>
                    </a:lnTo>
                    <a:close/>
                  </a:path>
                  <a:path w="1126489" h="530860">
                    <a:moveTo>
                      <a:pt x="601218" y="456438"/>
                    </a:moveTo>
                    <a:lnTo>
                      <a:pt x="593598" y="452628"/>
                    </a:lnTo>
                    <a:lnTo>
                      <a:pt x="589788" y="460248"/>
                    </a:lnTo>
                    <a:lnTo>
                      <a:pt x="597408" y="464058"/>
                    </a:lnTo>
                    <a:lnTo>
                      <a:pt x="601218" y="456438"/>
                    </a:lnTo>
                    <a:close/>
                  </a:path>
                  <a:path w="1126489" h="530860">
                    <a:moveTo>
                      <a:pt x="616458" y="463296"/>
                    </a:moveTo>
                    <a:lnTo>
                      <a:pt x="608838" y="459486"/>
                    </a:lnTo>
                    <a:lnTo>
                      <a:pt x="605028" y="467106"/>
                    </a:lnTo>
                    <a:lnTo>
                      <a:pt x="613410" y="470916"/>
                    </a:lnTo>
                    <a:lnTo>
                      <a:pt x="616458" y="463296"/>
                    </a:lnTo>
                    <a:close/>
                  </a:path>
                  <a:path w="1126489" h="530860">
                    <a:moveTo>
                      <a:pt x="631698" y="469392"/>
                    </a:moveTo>
                    <a:lnTo>
                      <a:pt x="624078" y="466344"/>
                    </a:lnTo>
                    <a:lnTo>
                      <a:pt x="621030" y="473964"/>
                    </a:lnTo>
                    <a:lnTo>
                      <a:pt x="628650" y="477012"/>
                    </a:lnTo>
                    <a:lnTo>
                      <a:pt x="631698" y="469392"/>
                    </a:lnTo>
                    <a:close/>
                  </a:path>
                  <a:path w="1126489" h="530860">
                    <a:moveTo>
                      <a:pt x="645414" y="263652"/>
                    </a:moveTo>
                    <a:lnTo>
                      <a:pt x="3048" y="0"/>
                    </a:lnTo>
                    <a:lnTo>
                      <a:pt x="0" y="7620"/>
                    </a:lnTo>
                    <a:lnTo>
                      <a:pt x="642366" y="271272"/>
                    </a:lnTo>
                    <a:lnTo>
                      <a:pt x="645414" y="263652"/>
                    </a:lnTo>
                    <a:close/>
                  </a:path>
                  <a:path w="1126489" h="530860">
                    <a:moveTo>
                      <a:pt x="646938" y="476250"/>
                    </a:moveTo>
                    <a:lnTo>
                      <a:pt x="639318" y="473202"/>
                    </a:lnTo>
                    <a:lnTo>
                      <a:pt x="636270" y="480822"/>
                    </a:lnTo>
                    <a:lnTo>
                      <a:pt x="643890" y="483870"/>
                    </a:lnTo>
                    <a:lnTo>
                      <a:pt x="646938" y="476250"/>
                    </a:lnTo>
                    <a:close/>
                  </a:path>
                  <a:path w="1126489" h="530860">
                    <a:moveTo>
                      <a:pt x="658368" y="265938"/>
                    </a:moveTo>
                    <a:lnTo>
                      <a:pt x="650748" y="262890"/>
                    </a:lnTo>
                    <a:lnTo>
                      <a:pt x="647700" y="270510"/>
                    </a:lnTo>
                    <a:lnTo>
                      <a:pt x="655320" y="273558"/>
                    </a:lnTo>
                    <a:lnTo>
                      <a:pt x="658368" y="265938"/>
                    </a:lnTo>
                    <a:close/>
                  </a:path>
                  <a:path w="1126489" h="530860">
                    <a:moveTo>
                      <a:pt x="662178" y="483108"/>
                    </a:moveTo>
                    <a:lnTo>
                      <a:pt x="654558" y="479298"/>
                    </a:lnTo>
                    <a:lnTo>
                      <a:pt x="651510" y="486918"/>
                    </a:lnTo>
                    <a:lnTo>
                      <a:pt x="659130" y="490728"/>
                    </a:lnTo>
                    <a:lnTo>
                      <a:pt x="662178" y="483108"/>
                    </a:lnTo>
                    <a:close/>
                  </a:path>
                  <a:path w="1126489" h="530860">
                    <a:moveTo>
                      <a:pt x="673608" y="272796"/>
                    </a:moveTo>
                    <a:lnTo>
                      <a:pt x="665988" y="269748"/>
                    </a:lnTo>
                    <a:lnTo>
                      <a:pt x="662940" y="277368"/>
                    </a:lnTo>
                    <a:lnTo>
                      <a:pt x="670560" y="280416"/>
                    </a:lnTo>
                    <a:lnTo>
                      <a:pt x="673608" y="272796"/>
                    </a:lnTo>
                    <a:close/>
                  </a:path>
                  <a:path w="1126489" h="530860">
                    <a:moveTo>
                      <a:pt x="677418" y="489204"/>
                    </a:moveTo>
                    <a:lnTo>
                      <a:pt x="669798" y="486156"/>
                    </a:lnTo>
                    <a:lnTo>
                      <a:pt x="666750" y="493776"/>
                    </a:lnTo>
                    <a:lnTo>
                      <a:pt x="674370" y="496824"/>
                    </a:lnTo>
                    <a:lnTo>
                      <a:pt x="677418" y="489204"/>
                    </a:lnTo>
                    <a:close/>
                  </a:path>
                  <a:path w="1126489" h="530860">
                    <a:moveTo>
                      <a:pt x="688848" y="279654"/>
                    </a:moveTo>
                    <a:lnTo>
                      <a:pt x="681228" y="275844"/>
                    </a:lnTo>
                    <a:lnTo>
                      <a:pt x="678180" y="283464"/>
                    </a:lnTo>
                    <a:lnTo>
                      <a:pt x="685800" y="287274"/>
                    </a:lnTo>
                    <a:lnTo>
                      <a:pt x="688848" y="279654"/>
                    </a:lnTo>
                    <a:close/>
                  </a:path>
                  <a:path w="1126489" h="530860">
                    <a:moveTo>
                      <a:pt x="692658" y="496062"/>
                    </a:moveTo>
                    <a:lnTo>
                      <a:pt x="685038" y="493014"/>
                    </a:lnTo>
                    <a:lnTo>
                      <a:pt x="681990" y="500634"/>
                    </a:lnTo>
                    <a:lnTo>
                      <a:pt x="689610" y="503682"/>
                    </a:lnTo>
                    <a:lnTo>
                      <a:pt x="692658" y="496062"/>
                    </a:lnTo>
                    <a:close/>
                  </a:path>
                  <a:path w="1126489" h="530860">
                    <a:moveTo>
                      <a:pt x="704088" y="285750"/>
                    </a:moveTo>
                    <a:lnTo>
                      <a:pt x="696468" y="282702"/>
                    </a:lnTo>
                    <a:lnTo>
                      <a:pt x="693420" y="290322"/>
                    </a:lnTo>
                    <a:lnTo>
                      <a:pt x="701040" y="293370"/>
                    </a:lnTo>
                    <a:lnTo>
                      <a:pt x="704088" y="285750"/>
                    </a:lnTo>
                    <a:close/>
                  </a:path>
                  <a:path w="1126489" h="530860">
                    <a:moveTo>
                      <a:pt x="708660" y="502920"/>
                    </a:moveTo>
                    <a:lnTo>
                      <a:pt x="701040" y="499872"/>
                    </a:lnTo>
                    <a:lnTo>
                      <a:pt x="697230" y="507492"/>
                    </a:lnTo>
                    <a:lnTo>
                      <a:pt x="704850" y="510540"/>
                    </a:lnTo>
                    <a:lnTo>
                      <a:pt x="708660" y="502920"/>
                    </a:lnTo>
                    <a:close/>
                  </a:path>
                  <a:path w="1126489" h="530860">
                    <a:moveTo>
                      <a:pt x="719328" y="292608"/>
                    </a:moveTo>
                    <a:lnTo>
                      <a:pt x="711708" y="289560"/>
                    </a:lnTo>
                    <a:lnTo>
                      <a:pt x="708660" y="297180"/>
                    </a:lnTo>
                    <a:lnTo>
                      <a:pt x="716280" y="300228"/>
                    </a:lnTo>
                    <a:lnTo>
                      <a:pt x="719328" y="292608"/>
                    </a:lnTo>
                    <a:close/>
                  </a:path>
                  <a:path w="1126489" h="530860">
                    <a:moveTo>
                      <a:pt x="723900" y="509778"/>
                    </a:moveTo>
                    <a:lnTo>
                      <a:pt x="716280" y="505968"/>
                    </a:lnTo>
                    <a:lnTo>
                      <a:pt x="712470" y="513588"/>
                    </a:lnTo>
                    <a:lnTo>
                      <a:pt x="720090" y="517398"/>
                    </a:lnTo>
                    <a:lnTo>
                      <a:pt x="723900" y="509778"/>
                    </a:lnTo>
                    <a:close/>
                  </a:path>
                  <a:path w="1126489" h="530860">
                    <a:moveTo>
                      <a:pt x="735330" y="299466"/>
                    </a:moveTo>
                    <a:lnTo>
                      <a:pt x="726948" y="295656"/>
                    </a:lnTo>
                    <a:lnTo>
                      <a:pt x="723900" y="304038"/>
                    </a:lnTo>
                    <a:lnTo>
                      <a:pt x="731520" y="307086"/>
                    </a:lnTo>
                    <a:lnTo>
                      <a:pt x="735330" y="299466"/>
                    </a:lnTo>
                    <a:close/>
                  </a:path>
                  <a:path w="1126489" h="530860">
                    <a:moveTo>
                      <a:pt x="739140" y="515874"/>
                    </a:moveTo>
                    <a:lnTo>
                      <a:pt x="731520" y="512826"/>
                    </a:lnTo>
                    <a:lnTo>
                      <a:pt x="727710" y="520446"/>
                    </a:lnTo>
                    <a:lnTo>
                      <a:pt x="735330" y="523494"/>
                    </a:lnTo>
                    <a:lnTo>
                      <a:pt x="739140" y="515874"/>
                    </a:lnTo>
                    <a:close/>
                  </a:path>
                  <a:path w="1126489" h="530860">
                    <a:moveTo>
                      <a:pt x="750570" y="306324"/>
                    </a:moveTo>
                    <a:lnTo>
                      <a:pt x="742950" y="302514"/>
                    </a:lnTo>
                    <a:lnTo>
                      <a:pt x="739140" y="310134"/>
                    </a:lnTo>
                    <a:lnTo>
                      <a:pt x="746760" y="313944"/>
                    </a:lnTo>
                    <a:lnTo>
                      <a:pt x="750570" y="306324"/>
                    </a:lnTo>
                    <a:close/>
                  </a:path>
                  <a:path w="1126489" h="530860">
                    <a:moveTo>
                      <a:pt x="754380" y="522732"/>
                    </a:moveTo>
                    <a:lnTo>
                      <a:pt x="746760" y="519684"/>
                    </a:lnTo>
                    <a:lnTo>
                      <a:pt x="743712" y="527304"/>
                    </a:lnTo>
                    <a:lnTo>
                      <a:pt x="751332" y="530352"/>
                    </a:lnTo>
                    <a:lnTo>
                      <a:pt x="754380" y="522732"/>
                    </a:lnTo>
                    <a:close/>
                  </a:path>
                  <a:path w="1126489" h="530860">
                    <a:moveTo>
                      <a:pt x="765810" y="312420"/>
                    </a:moveTo>
                    <a:lnTo>
                      <a:pt x="758190" y="309372"/>
                    </a:lnTo>
                    <a:lnTo>
                      <a:pt x="754380" y="316992"/>
                    </a:lnTo>
                    <a:lnTo>
                      <a:pt x="762000" y="320040"/>
                    </a:lnTo>
                    <a:lnTo>
                      <a:pt x="765810" y="312420"/>
                    </a:lnTo>
                    <a:close/>
                  </a:path>
                  <a:path w="1126489" h="530860">
                    <a:moveTo>
                      <a:pt x="781050" y="319278"/>
                    </a:moveTo>
                    <a:lnTo>
                      <a:pt x="773430" y="316230"/>
                    </a:lnTo>
                    <a:lnTo>
                      <a:pt x="769620" y="323850"/>
                    </a:lnTo>
                    <a:lnTo>
                      <a:pt x="778002" y="326898"/>
                    </a:lnTo>
                    <a:lnTo>
                      <a:pt x="781050" y="319278"/>
                    </a:lnTo>
                    <a:close/>
                  </a:path>
                  <a:path w="1126489" h="530860">
                    <a:moveTo>
                      <a:pt x="796290" y="326136"/>
                    </a:moveTo>
                    <a:lnTo>
                      <a:pt x="788670" y="322326"/>
                    </a:lnTo>
                    <a:lnTo>
                      <a:pt x="785622" y="329946"/>
                    </a:lnTo>
                    <a:lnTo>
                      <a:pt x="793242" y="333756"/>
                    </a:lnTo>
                    <a:lnTo>
                      <a:pt x="796290" y="326136"/>
                    </a:lnTo>
                    <a:close/>
                  </a:path>
                  <a:path w="1126489" h="530860">
                    <a:moveTo>
                      <a:pt x="811530" y="332232"/>
                    </a:moveTo>
                    <a:lnTo>
                      <a:pt x="803910" y="329184"/>
                    </a:lnTo>
                    <a:lnTo>
                      <a:pt x="800862" y="336804"/>
                    </a:lnTo>
                    <a:lnTo>
                      <a:pt x="808482" y="339852"/>
                    </a:lnTo>
                    <a:lnTo>
                      <a:pt x="811530" y="332232"/>
                    </a:lnTo>
                    <a:close/>
                  </a:path>
                  <a:path w="1126489" h="530860">
                    <a:moveTo>
                      <a:pt x="826770" y="339090"/>
                    </a:moveTo>
                    <a:lnTo>
                      <a:pt x="819150" y="336042"/>
                    </a:lnTo>
                    <a:lnTo>
                      <a:pt x="816102" y="343662"/>
                    </a:lnTo>
                    <a:lnTo>
                      <a:pt x="823722" y="346710"/>
                    </a:lnTo>
                    <a:lnTo>
                      <a:pt x="826770" y="339090"/>
                    </a:lnTo>
                    <a:close/>
                  </a:path>
                  <a:path w="1126489" h="530860">
                    <a:moveTo>
                      <a:pt x="842010" y="345948"/>
                    </a:moveTo>
                    <a:lnTo>
                      <a:pt x="834390" y="342138"/>
                    </a:lnTo>
                    <a:lnTo>
                      <a:pt x="831342" y="350520"/>
                    </a:lnTo>
                    <a:lnTo>
                      <a:pt x="838962" y="353568"/>
                    </a:lnTo>
                    <a:lnTo>
                      <a:pt x="842010" y="345948"/>
                    </a:lnTo>
                    <a:close/>
                  </a:path>
                  <a:path w="1126489" h="530860">
                    <a:moveTo>
                      <a:pt x="857250" y="352806"/>
                    </a:moveTo>
                    <a:lnTo>
                      <a:pt x="849630" y="348996"/>
                    </a:lnTo>
                    <a:lnTo>
                      <a:pt x="846582" y="356616"/>
                    </a:lnTo>
                    <a:lnTo>
                      <a:pt x="854202" y="360426"/>
                    </a:lnTo>
                    <a:lnTo>
                      <a:pt x="857250" y="352806"/>
                    </a:lnTo>
                    <a:close/>
                  </a:path>
                  <a:path w="1126489" h="530860">
                    <a:moveTo>
                      <a:pt x="873252" y="358902"/>
                    </a:moveTo>
                    <a:lnTo>
                      <a:pt x="865632" y="355854"/>
                    </a:lnTo>
                    <a:lnTo>
                      <a:pt x="861822" y="363474"/>
                    </a:lnTo>
                    <a:lnTo>
                      <a:pt x="869442" y="366522"/>
                    </a:lnTo>
                    <a:lnTo>
                      <a:pt x="873252" y="358902"/>
                    </a:lnTo>
                    <a:close/>
                  </a:path>
                  <a:path w="1126489" h="530860">
                    <a:moveTo>
                      <a:pt x="888492" y="365760"/>
                    </a:moveTo>
                    <a:lnTo>
                      <a:pt x="880872" y="362712"/>
                    </a:lnTo>
                    <a:lnTo>
                      <a:pt x="877062" y="370332"/>
                    </a:lnTo>
                    <a:lnTo>
                      <a:pt x="884682" y="373380"/>
                    </a:lnTo>
                    <a:lnTo>
                      <a:pt x="888492" y="365760"/>
                    </a:lnTo>
                    <a:close/>
                  </a:path>
                  <a:path w="1126489" h="530860">
                    <a:moveTo>
                      <a:pt x="903732" y="372618"/>
                    </a:moveTo>
                    <a:lnTo>
                      <a:pt x="896112" y="368808"/>
                    </a:lnTo>
                    <a:lnTo>
                      <a:pt x="892302" y="376428"/>
                    </a:lnTo>
                    <a:lnTo>
                      <a:pt x="899922" y="380238"/>
                    </a:lnTo>
                    <a:lnTo>
                      <a:pt x="903732" y="372618"/>
                    </a:lnTo>
                    <a:close/>
                  </a:path>
                  <a:path w="1126489" h="530860">
                    <a:moveTo>
                      <a:pt x="918972" y="378714"/>
                    </a:moveTo>
                    <a:lnTo>
                      <a:pt x="911352" y="375666"/>
                    </a:lnTo>
                    <a:lnTo>
                      <a:pt x="908304" y="383286"/>
                    </a:lnTo>
                    <a:lnTo>
                      <a:pt x="915924" y="386334"/>
                    </a:lnTo>
                    <a:lnTo>
                      <a:pt x="918972" y="378714"/>
                    </a:lnTo>
                    <a:close/>
                  </a:path>
                  <a:path w="1126489" h="530860">
                    <a:moveTo>
                      <a:pt x="934212" y="385572"/>
                    </a:moveTo>
                    <a:lnTo>
                      <a:pt x="926592" y="382524"/>
                    </a:lnTo>
                    <a:lnTo>
                      <a:pt x="923544" y="390144"/>
                    </a:lnTo>
                    <a:lnTo>
                      <a:pt x="931164" y="393192"/>
                    </a:lnTo>
                    <a:lnTo>
                      <a:pt x="934212" y="385572"/>
                    </a:lnTo>
                    <a:close/>
                  </a:path>
                  <a:path w="1126489" h="530860">
                    <a:moveTo>
                      <a:pt x="949452" y="392430"/>
                    </a:moveTo>
                    <a:lnTo>
                      <a:pt x="941832" y="388620"/>
                    </a:lnTo>
                    <a:lnTo>
                      <a:pt x="938784" y="397002"/>
                    </a:lnTo>
                    <a:lnTo>
                      <a:pt x="946404" y="400050"/>
                    </a:lnTo>
                    <a:lnTo>
                      <a:pt x="949452" y="392430"/>
                    </a:lnTo>
                    <a:close/>
                  </a:path>
                  <a:path w="1126489" h="530860">
                    <a:moveTo>
                      <a:pt x="964692" y="399288"/>
                    </a:moveTo>
                    <a:lnTo>
                      <a:pt x="957072" y="395478"/>
                    </a:lnTo>
                    <a:lnTo>
                      <a:pt x="954024" y="403098"/>
                    </a:lnTo>
                    <a:lnTo>
                      <a:pt x="961644" y="406908"/>
                    </a:lnTo>
                    <a:lnTo>
                      <a:pt x="964692" y="399288"/>
                    </a:lnTo>
                    <a:close/>
                  </a:path>
                  <a:path w="1126489" h="530860">
                    <a:moveTo>
                      <a:pt x="979932" y="405384"/>
                    </a:moveTo>
                    <a:lnTo>
                      <a:pt x="972312" y="402336"/>
                    </a:lnTo>
                    <a:lnTo>
                      <a:pt x="969264" y="409956"/>
                    </a:lnTo>
                    <a:lnTo>
                      <a:pt x="976884" y="413004"/>
                    </a:lnTo>
                    <a:lnTo>
                      <a:pt x="979932" y="405384"/>
                    </a:lnTo>
                    <a:close/>
                  </a:path>
                  <a:path w="1126489" h="530860">
                    <a:moveTo>
                      <a:pt x="995934" y="412242"/>
                    </a:moveTo>
                    <a:lnTo>
                      <a:pt x="987552" y="409194"/>
                    </a:lnTo>
                    <a:lnTo>
                      <a:pt x="984504" y="416814"/>
                    </a:lnTo>
                    <a:lnTo>
                      <a:pt x="992124" y="419862"/>
                    </a:lnTo>
                    <a:lnTo>
                      <a:pt x="995934" y="412242"/>
                    </a:lnTo>
                    <a:close/>
                  </a:path>
                  <a:path w="1126489" h="530860">
                    <a:moveTo>
                      <a:pt x="1011174" y="419100"/>
                    </a:moveTo>
                    <a:lnTo>
                      <a:pt x="1003554" y="415290"/>
                    </a:lnTo>
                    <a:lnTo>
                      <a:pt x="999744" y="422910"/>
                    </a:lnTo>
                    <a:lnTo>
                      <a:pt x="1007364" y="426720"/>
                    </a:lnTo>
                    <a:lnTo>
                      <a:pt x="1011174" y="419100"/>
                    </a:lnTo>
                    <a:close/>
                  </a:path>
                  <a:path w="1126489" h="530860">
                    <a:moveTo>
                      <a:pt x="1026414" y="425196"/>
                    </a:moveTo>
                    <a:lnTo>
                      <a:pt x="1018794" y="422148"/>
                    </a:lnTo>
                    <a:lnTo>
                      <a:pt x="1014984" y="429768"/>
                    </a:lnTo>
                    <a:lnTo>
                      <a:pt x="1022604" y="432816"/>
                    </a:lnTo>
                    <a:lnTo>
                      <a:pt x="1026414" y="425196"/>
                    </a:lnTo>
                    <a:close/>
                  </a:path>
                  <a:path w="1126489" h="530860">
                    <a:moveTo>
                      <a:pt x="1041654" y="432054"/>
                    </a:moveTo>
                    <a:lnTo>
                      <a:pt x="1034034" y="429006"/>
                    </a:lnTo>
                    <a:lnTo>
                      <a:pt x="1030224" y="436626"/>
                    </a:lnTo>
                    <a:lnTo>
                      <a:pt x="1038606" y="439674"/>
                    </a:lnTo>
                    <a:lnTo>
                      <a:pt x="1041654" y="432054"/>
                    </a:lnTo>
                    <a:close/>
                  </a:path>
                  <a:path w="1126489" h="530860">
                    <a:moveTo>
                      <a:pt x="1056894" y="438912"/>
                    </a:moveTo>
                    <a:lnTo>
                      <a:pt x="1049274" y="435102"/>
                    </a:lnTo>
                    <a:lnTo>
                      <a:pt x="1046226" y="443484"/>
                    </a:lnTo>
                    <a:lnTo>
                      <a:pt x="1053846" y="446532"/>
                    </a:lnTo>
                    <a:lnTo>
                      <a:pt x="1056894" y="438912"/>
                    </a:lnTo>
                    <a:close/>
                  </a:path>
                  <a:path w="1126489" h="530860">
                    <a:moveTo>
                      <a:pt x="1072134" y="445770"/>
                    </a:moveTo>
                    <a:lnTo>
                      <a:pt x="1064514" y="441960"/>
                    </a:lnTo>
                    <a:lnTo>
                      <a:pt x="1061466" y="449580"/>
                    </a:lnTo>
                    <a:lnTo>
                      <a:pt x="1069086" y="453390"/>
                    </a:lnTo>
                    <a:lnTo>
                      <a:pt x="1072134" y="445770"/>
                    </a:lnTo>
                    <a:close/>
                  </a:path>
                  <a:path w="1126489" h="530860">
                    <a:moveTo>
                      <a:pt x="1087374" y="451866"/>
                    </a:moveTo>
                    <a:lnTo>
                      <a:pt x="1079754" y="448818"/>
                    </a:lnTo>
                    <a:lnTo>
                      <a:pt x="1076706" y="456438"/>
                    </a:lnTo>
                    <a:lnTo>
                      <a:pt x="1084326" y="459486"/>
                    </a:lnTo>
                    <a:lnTo>
                      <a:pt x="1087374" y="451866"/>
                    </a:lnTo>
                    <a:close/>
                  </a:path>
                  <a:path w="1126489" h="530860">
                    <a:moveTo>
                      <a:pt x="1102614" y="458724"/>
                    </a:moveTo>
                    <a:lnTo>
                      <a:pt x="1094994" y="455676"/>
                    </a:lnTo>
                    <a:lnTo>
                      <a:pt x="1091946" y="463296"/>
                    </a:lnTo>
                    <a:lnTo>
                      <a:pt x="1099566" y="466344"/>
                    </a:lnTo>
                    <a:lnTo>
                      <a:pt x="1102614" y="458724"/>
                    </a:lnTo>
                    <a:close/>
                  </a:path>
                  <a:path w="1126489" h="530860">
                    <a:moveTo>
                      <a:pt x="1117854" y="465582"/>
                    </a:moveTo>
                    <a:lnTo>
                      <a:pt x="1110234" y="461772"/>
                    </a:lnTo>
                    <a:lnTo>
                      <a:pt x="1107186" y="469392"/>
                    </a:lnTo>
                    <a:lnTo>
                      <a:pt x="1114806" y="473202"/>
                    </a:lnTo>
                    <a:lnTo>
                      <a:pt x="1117854" y="465582"/>
                    </a:lnTo>
                    <a:close/>
                  </a:path>
                  <a:path w="1126489" h="530860">
                    <a:moveTo>
                      <a:pt x="1126236" y="468630"/>
                    </a:moveTo>
                    <a:lnTo>
                      <a:pt x="1122426" y="476250"/>
                    </a:lnTo>
                    <a:lnTo>
                      <a:pt x="1123188" y="476250"/>
                    </a:lnTo>
                    <a:lnTo>
                      <a:pt x="1126236" y="46863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29" name="object 29"/>
            <p:cNvSpPr txBox="1"/>
            <p:nvPr/>
          </p:nvSpPr>
          <p:spPr>
            <a:xfrm>
              <a:off x="4114614" y="4845922"/>
              <a:ext cx="176776" cy="263369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6">
                <a:spcBef>
                  <a:spcPts val="95"/>
                </a:spcBef>
              </a:pPr>
              <a:r>
                <a:rPr sz="1632" spc="-45" dirty="0">
                  <a:latin typeface="Comic Sans MS"/>
                  <a:cs typeface="Comic Sans MS"/>
                </a:rPr>
                <a:t>U</a:t>
              </a:r>
              <a:endParaRPr sz="1632">
                <a:latin typeface="Comic Sans MS"/>
                <a:cs typeface="Comic Sans MS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4292887" y="5008573"/>
              <a:ext cx="570060" cy="219754"/>
            </a:xfrm>
            <a:prstGeom prst="rect">
              <a:avLst/>
            </a:prstGeom>
          </p:spPr>
          <p:txBody>
            <a:bodyPr vert="horz" wrap="square" lIns="0" tIns="10365" rIns="0" bIns="0" rtlCol="0">
              <a:spAutoFit/>
            </a:bodyPr>
            <a:lstStyle/>
            <a:p>
              <a:pPr marL="11516">
                <a:spcBef>
                  <a:spcPts val="82"/>
                </a:spcBef>
              </a:pPr>
              <a:r>
                <a:rPr sz="1360" spc="-9" dirty="0">
                  <a:latin typeface="Comic Sans MS"/>
                  <a:cs typeface="Comic Sans MS"/>
                </a:rPr>
                <a:t>sender</a:t>
              </a:r>
              <a:endParaRPr sz="1360">
                <a:latin typeface="Comic Sans MS"/>
                <a:cs typeface="Comic Sans MS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6598689" y="4610142"/>
              <a:ext cx="591942" cy="630798"/>
            </a:xfrm>
            <a:prstGeom prst="rect">
              <a:avLst/>
            </a:prstGeom>
          </p:spPr>
          <p:txBody>
            <a:bodyPr vert="horz" wrap="square" lIns="0" tIns="31670" rIns="0" bIns="0" rtlCol="0">
              <a:spAutoFit/>
            </a:bodyPr>
            <a:lstStyle/>
            <a:p>
              <a:pPr marL="11516" marR="4607" indent="54127">
                <a:lnSpc>
                  <a:spcPct val="135800"/>
                </a:lnSpc>
                <a:spcBef>
                  <a:spcPts val="249"/>
                </a:spcBef>
              </a:pPr>
              <a:r>
                <a:rPr sz="1632" u="heavy" spc="-172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632" u="heavy" spc="-18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.</a:t>
              </a:r>
              <a:r>
                <a:rPr sz="1360" u="heavy" spc="-18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008</a:t>
              </a:r>
              <a:r>
                <a:rPr sz="1360" spc="-18" dirty="0">
                  <a:latin typeface="Comic Sans MS"/>
                  <a:cs typeface="Comic Sans MS"/>
                </a:rPr>
                <a:t> </a:t>
              </a:r>
              <a:r>
                <a:rPr sz="1360" spc="-9" dirty="0">
                  <a:latin typeface="Comic Sans MS"/>
                  <a:cs typeface="Comic Sans MS"/>
                </a:rPr>
                <a:t>30.008</a:t>
              </a:r>
              <a:endParaRPr sz="1360">
                <a:latin typeface="Comic Sans MS"/>
                <a:cs typeface="Comic Sans MS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7445839" y="4868034"/>
              <a:ext cx="140500" cy="263369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6">
                <a:spcBef>
                  <a:spcPts val="95"/>
                </a:spcBef>
              </a:pPr>
              <a:r>
                <a:rPr sz="1632" spc="-45" dirty="0">
                  <a:latin typeface="Times New Roman"/>
                  <a:cs typeface="Times New Roman"/>
                </a:rPr>
                <a:t>=</a:t>
              </a:r>
              <a:endParaRPr sz="1632">
                <a:latin typeface="Times New Roman"/>
                <a:cs typeface="Times New Roman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7751254" y="4886269"/>
              <a:ext cx="697892" cy="219754"/>
            </a:xfrm>
            <a:prstGeom prst="rect">
              <a:avLst/>
            </a:prstGeom>
          </p:spPr>
          <p:txBody>
            <a:bodyPr vert="horz" wrap="square" lIns="0" tIns="10365" rIns="0" bIns="0" rtlCol="0">
              <a:spAutoFit/>
            </a:bodyPr>
            <a:lstStyle/>
            <a:p>
              <a:pPr marL="11516">
                <a:spcBef>
                  <a:spcPts val="82"/>
                </a:spcBef>
              </a:pPr>
              <a:r>
                <a:rPr sz="1360" spc="-9" dirty="0">
                  <a:latin typeface="Comic Sans MS"/>
                  <a:cs typeface="Comic Sans MS"/>
                </a:rPr>
                <a:t>0.00027</a:t>
              </a:r>
              <a:endParaRPr sz="1360" dirty="0">
                <a:latin typeface="Comic Sans MS"/>
                <a:cs typeface="Comic Sans MS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4830241" y="4670054"/>
              <a:ext cx="1708454" cy="672873"/>
            </a:xfrm>
            <a:prstGeom prst="rect">
              <a:avLst/>
            </a:prstGeom>
          </p:spPr>
          <p:txBody>
            <a:bodyPr vert="horz" wrap="square" lIns="0" tIns="92707" rIns="0" bIns="0" rtlCol="0">
              <a:spAutoFit/>
            </a:bodyPr>
            <a:lstStyle/>
            <a:p>
              <a:pPr algn="ctr">
                <a:spcBef>
                  <a:spcPts val="730"/>
                </a:spcBef>
                <a:tabLst>
                  <a:tab pos="578121" algn="l"/>
                  <a:tab pos="1462002" algn="l"/>
                </a:tabLst>
              </a:pPr>
              <a:r>
                <a:rPr sz="2448" baseline="-30864" dirty="0">
                  <a:latin typeface="Times New Roman"/>
                  <a:cs typeface="Times New Roman"/>
                </a:rPr>
                <a:t>= </a:t>
              </a:r>
              <a:r>
                <a:rPr sz="1632" u="heavy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	L</a:t>
              </a:r>
              <a:r>
                <a:rPr sz="1632" u="heavy" spc="9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 </a:t>
              </a:r>
              <a:r>
                <a:rPr sz="1632" u="heavy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/</a:t>
              </a:r>
              <a:r>
                <a:rPr sz="1632" u="heavy" spc="-5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 </a:t>
              </a:r>
              <a:r>
                <a:rPr sz="1632" u="heavy" spc="-45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R</a:t>
              </a:r>
              <a:r>
                <a:rPr sz="1632" u="heavy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	</a:t>
              </a:r>
              <a:r>
                <a:rPr sz="1632" dirty="0">
                  <a:latin typeface="Comic Sans MS"/>
                  <a:cs typeface="Comic Sans MS"/>
                </a:rPr>
                <a:t> </a:t>
              </a:r>
              <a:r>
                <a:rPr sz="2448" baseline="-35493" dirty="0">
                  <a:latin typeface="Times New Roman"/>
                  <a:cs typeface="Times New Roman"/>
                </a:rPr>
                <a:t>=</a:t>
              </a:r>
              <a:endParaRPr sz="2448" baseline="-35493">
                <a:latin typeface="Times New Roman"/>
                <a:cs typeface="Times New Roman"/>
              </a:endParaRPr>
            </a:p>
            <a:p>
              <a:pPr marL="36277" algn="ctr">
                <a:spcBef>
                  <a:spcPts val="644"/>
                </a:spcBef>
              </a:pPr>
              <a:r>
                <a:rPr sz="1632" dirty="0">
                  <a:latin typeface="Comic Sans MS"/>
                  <a:cs typeface="Comic Sans MS"/>
                </a:rPr>
                <a:t>RTT</a:t>
              </a:r>
              <a:r>
                <a:rPr sz="1632" spc="18" dirty="0">
                  <a:latin typeface="Comic Sans MS"/>
                  <a:cs typeface="Comic Sans MS"/>
                </a:rPr>
                <a:t> </a:t>
              </a:r>
              <a:r>
                <a:rPr sz="1632" dirty="0">
                  <a:latin typeface="Comic Sans MS"/>
                  <a:cs typeface="Comic Sans MS"/>
                </a:rPr>
                <a:t>+</a:t>
              </a:r>
              <a:r>
                <a:rPr sz="1632" spc="-14" dirty="0">
                  <a:latin typeface="Comic Sans MS"/>
                  <a:cs typeface="Comic Sans MS"/>
                </a:rPr>
                <a:t> </a:t>
              </a:r>
              <a:r>
                <a:rPr sz="1632" dirty="0">
                  <a:latin typeface="Comic Sans MS"/>
                  <a:cs typeface="Comic Sans MS"/>
                </a:rPr>
                <a:t>L</a:t>
              </a:r>
              <a:r>
                <a:rPr sz="1632" spc="14" dirty="0">
                  <a:latin typeface="Comic Sans MS"/>
                  <a:cs typeface="Comic Sans MS"/>
                </a:rPr>
                <a:t> </a:t>
              </a:r>
              <a:r>
                <a:rPr sz="1632" dirty="0">
                  <a:latin typeface="Comic Sans MS"/>
                  <a:cs typeface="Comic Sans MS"/>
                </a:rPr>
                <a:t>/</a:t>
              </a:r>
              <a:r>
                <a:rPr sz="1632" spc="9" dirty="0">
                  <a:latin typeface="Comic Sans MS"/>
                  <a:cs typeface="Comic Sans MS"/>
                </a:rPr>
                <a:t> </a:t>
              </a:r>
              <a:r>
                <a:rPr sz="1632" spc="-45" dirty="0">
                  <a:latin typeface="Comic Sans MS"/>
                  <a:cs typeface="Comic Sans MS"/>
                </a:rPr>
                <a:t>R</a:t>
              </a:r>
              <a:endParaRPr sz="1632">
                <a:latin typeface="Comic Sans MS"/>
                <a:cs typeface="Comic Sans MS"/>
              </a:endParaRP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F511DBD3-E2EA-6611-AABF-21A5B4097247}"/>
              </a:ext>
            </a:extLst>
          </p:cNvPr>
          <p:cNvGrpSpPr/>
          <p:nvPr/>
        </p:nvGrpSpPr>
        <p:grpSpPr>
          <a:xfrm>
            <a:off x="6744991" y="2203678"/>
            <a:ext cx="4563713" cy="3768868"/>
            <a:chOff x="4020641" y="1674942"/>
            <a:chExt cx="4563713" cy="3768868"/>
          </a:xfrm>
        </p:grpSpPr>
        <p:grpSp>
          <p:nvGrpSpPr>
            <p:cNvPr id="74" name="object 10">
              <a:extLst>
                <a:ext uri="{FF2B5EF4-FFF2-40B4-BE49-F238E27FC236}">
                  <a16:creationId xmlns:a16="http://schemas.microsoft.com/office/drawing/2014/main" id="{3A5110BE-1863-A2B6-5232-CA3B88ADC31A}"/>
                </a:ext>
              </a:extLst>
            </p:cNvPr>
            <p:cNvGrpSpPr/>
            <p:nvPr/>
          </p:nvGrpSpPr>
          <p:grpSpPr>
            <a:xfrm>
              <a:off x="4877234" y="1674942"/>
              <a:ext cx="2068916" cy="2936099"/>
              <a:chOff x="4002671" y="1847088"/>
              <a:chExt cx="2281555" cy="3237865"/>
            </a:xfrm>
          </p:grpSpPr>
          <p:sp>
            <p:nvSpPr>
              <p:cNvPr id="107" name="object 11">
                <a:extLst>
                  <a:ext uri="{FF2B5EF4-FFF2-40B4-BE49-F238E27FC236}">
                    <a16:creationId xmlns:a16="http://schemas.microsoft.com/office/drawing/2014/main" id="{E012D630-228D-73C3-DBDD-727DDB810530}"/>
                  </a:ext>
                </a:extLst>
              </p:cNvPr>
              <p:cNvSpPr/>
              <p:nvPr/>
            </p:nvSpPr>
            <p:spPr>
              <a:xfrm>
                <a:off x="4390529" y="2133612"/>
                <a:ext cx="1893570" cy="2951480"/>
              </a:xfrm>
              <a:custGeom>
                <a:avLst/>
                <a:gdLst/>
                <a:ahLst/>
                <a:cxnLst/>
                <a:rect l="l" t="t" r="r" b="b"/>
                <a:pathLst>
                  <a:path w="1893570" h="2951479">
                    <a:moveTo>
                      <a:pt x="38023" y="2815145"/>
                    </a:moveTo>
                    <a:lnTo>
                      <a:pt x="20574" y="0"/>
                    </a:lnTo>
                    <a:lnTo>
                      <a:pt x="12192" y="0"/>
                    </a:lnTo>
                    <a:lnTo>
                      <a:pt x="29641" y="2815247"/>
                    </a:lnTo>
                    <a:lnTo>
                      <a:pt x="38023" y="2815145"/>
                    </a:lnTo>
                    <a:close/>
                  </a:path>
                  <a:path w="1893570" h="2951479">
                    <a:moveTo>
                      <a:pt x="67056" y="2814828"/>
                    </a:moveTo>
                    <a:lnTo>
                      <a:pt x="0" y="2815590"/>
                    </a:lnTo>
                    <a:lnTo>
                      <a:pt x="29641" y="2872905"/>
                    </a:lnTo>
                    <a:lnTo>
                      <a:pt x="34290" y="2881884"/>
                    </a:lnTo>
                    <a:lnTo>
                      <a:pt x="38023" y="2874226"/>
                    </a:lnTo>
                    <a:lnTo>
                      <a:pt x="67056" y="2814828"/>
                    </a:lnTo>
                    <a:close/>
                  </a:path>
                  <a:path w="1893570" h="2951479">
                    <a:moveTo>
                      <a:pt x="1893570" y="2884170"/>
                    </a:moveTo>
                    <a:lnTo>
                      <a:pt x="1864537" y="2884500"/>
                    </a:lnTo>
                    <a:lnTo>
                      <a:pt x="1852155" y="1010310"/>
                    </a:lnTo>
                    <a:lnTo>
                      <a:pt x="1852422" y="1009650"/>
                    </a:lnTo>
                    <a:lnTo>
                      <a:pt x="1852155" y="1009535"/>
                    </a:lnTo>
                    <a:lnTo>
                      <a:pt x="1845564" y="11430"/>
                    </a:lnTo>
                    <a:lnTo>
                      <a:pt x="1837182" y="11430"/>
                    </a:lnTo>
                    <a:lnTo>
                      <a:pt x="1843747" y="1005763"/>
                    </a:lnTo>
                    <a:lnTo>
                      <a:pt x="25908" y="191262"/>
                    </a:lnTo>
                    <a:lnTo>
                      <a:pt x="22860" y="198882"/>
                    </a:lnTo>
                    <a:lnTo>
                      <a:pt x="1843798" y="1014780"/>
                    </a:lnTo>
                    <a:lnTo>
                      <a:pt x="1856155" y="2884589"/>
                    </a:lnTo>
                    <a:lnTo>
                      <a:pt x="1845564" y="2884703"/>
                    </a:lnTo>
                    <a:lnTo>
                      <a:pt x="1837182" y="2884805"/>
                    </a:lnTo>
                    <a:lnTo>
                      <a:pt x="1826514" y="2884932"/>
                    </a:lnTo>
                    <a:lnTo>
                      <a:pt x="1856155" y="2942234"/>
                    </a:lnTo>
                    <a:lnTo>
                      <a:pt x="1860804" y="2951226"/>
                    </a:lnTo>
                    <a:lnTo>
                      <a:pt x="1864537" y="2943568"/>
                    </a:lnTo>
                    <a:lnTo>
                      <a:pt x="1893570" y="288417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8" name="object 12">
                <a:extLst>
                  <a:ext uri="{FF2B5EF4-FFF2-40B4-BE49-F238E27FC236}">
                    <a16:creationId xmlns:a16="http://schemas.microsoft.com/office/drawing/2014/main" id="{BEF1D25F-9BF3-2388-E0F5-AD181A399201}"/>
                  </a:ext>
                </a:extLst>
              </p:cNvPr>
              <p:cNvSpPr/>
              <p:nvPr/>
            </p:nvSpPr>
            <p:spPr>
              <a:xfrm>
                <a:off x="4002671" y="1847088"/>
                <a:ext cx="915669" cy="311785"/>
              </a:xfrm>
              <a:custGeom>
                <a:avLst/>
                <a:gdLst/>
                <a:ahLst/>
                <a:cxnLst/>
                <a:rect l="l" t="t" r="r" b="b"/>
                <a:pathLst>
                  <a:path w="915670" h="311785">
                    <a:moveTo>
                      <a:pt x="915162" y="311658"/>
                    </a:moveTo>
                    <a:lnTo>
                      <a:pt x="915162" y="0"/>
                    </a:lnTo>
                    <a:lnTo>
                      <a:pt x="0" y="0"/>
                    </a:lnTo>
                    <a:lnTo>
                      <a:pt x="0" y="311658"/>
                    </a:lnTo>
                    <a:lnTo>
                      <a:pt x="915162" y="31165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75" name="object 13">
              <a:extLst>
                <a:ext uri="{FF2B5EF4-FFF2-40B4-BE49-F238E27FC236}">
                  <a16:creationId xmlns:a16="http://schemas.microsoft.com/office/drawing/2014/main" id="{D6A6D2A9-66AC-846B-FA76-89BC9DB20369}"/>
                </a:ext>
              </a:extLst>
            </p:cNvPr>
            <p:cNvSpPr txBox="1"/>
            <p:nvPr/>
          </p:nvSpPr>
          <p:spPr>
            <a:xfrm>
              <a:off x="5126903" y="1693828"/>
              <a:ext cx="517085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sender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76" name="object 14">
              <a:extLst>
                <a:ext uri="{FF2B5EF4-FFF2-40B4-BE49-F238E27FC236}">
                  <a16:creationId xmlns:a16="http://schemas.microsoft.com/office/drawing/2014/main" id="{D134E9AC-7D36-D7C5-7EDB-5BA1A29BA375}"/>
                </a:ext>
              </a:extLst>
            </p:cNvPr>
            <p:cNvSpPr/>
            <p:nvPr/>
          </p:nvSpPr>
          <p:spPr>
            <a:xfrm>
              <a:off x="6490677" y="1674942"/>
              <a:ext cx="881003" cy="282727"/>
            </a:xfrm>
            <a:custGeom>
              <a:avLst/>
              <a:gdLst/>
              <a:ahLst/>
              <a:cxnLst/>
              <a:rect l="l" t="t" r="r" b="b"/>
              <a:pathLst>
                <a:path w="971550" h="311785">
                  <a:moveTo>
                    <a:pt x="971549" y="311658"/>
                  </a:moveTo>
                  <a:lnTo>
                    <a:pt x="971549" y="0"/>
                  </a:lnTo>
                  <a:lnTo>
                    <a:pt x="0" y="0"/>
                  </a:lnTo>
                  <a:lnTo>
                    <a:pt x="0" y="311658"/>
                  </a:lnTo>
                  <a:lnTo>
                    <a:pt x="971549" y="3116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7" name="object 15">
              <a:extLst>
                <a:ext uri="{FF2B5EF4-FFF2-40B4-BE49-F238E27FC236}">
                  <a16:creationId xmlns:a16="http://schemas.microsoft.com/office/drawing/2014/main" id="{19145662-85E3-9816-61DC-6486389AB9DC}"/>
                </a:ext>
              </a:extLst>
            </p:cNvPr>
            <p:cNvSpPr txBox="1"/>
            <p:nvPr/>
          </p:nvSpPr>
          <p:spPr>
            <a:xfrm>
              <a:off x="6711325" y="1693828"/>
              <a:ext cx="598276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receiver</a:t>
              </a:r>
              <a:endParaRPr sz="1270">
                <a:latin typeface="Arial"/>
                <a:cs typeface="Arial"/>
              </a:endParaRPr>
            </a:p>
          </p:txBody>
        </p:sp>
        <p:grpSp>
          <p:nvGrpSpPr>
            <p:cNvPr id="78" name="object 16">
              <a:extLst>
                <a:ext uri="{FF2B5EF4-FFF2-40B4-BE49-F238E27FC236}">
                  <a16:creationId xmlns:a16="http://schemas.microsoft.com/office/drawing/2014/main" id="{CA477872-99BB-AD16-1334-8D8086EDB29E}"/>
                </a:ext>
              </a:extLst>
            </p:cNvPr>
            <p:cNvGrpSpPr/>
            <p:nvPr/>
          </p:nvGrpSpPr>
          <p:grpSpPr>
            <a:xfrm>
              <a:off x="5139807" y="2101278"/>
              <a:ext cx="1771218" cy="1706726"/>
              <a:chOff x="4292231" y="2317242"/>
              <a:chExt cx="1953260" cy="1882139"/>
            </a:xfrm>
          </p:grpSpPr>
          <p:sp>
            <p:nvSpPr>
              <p:cNvPr id="103" name="object 17">
                <a:extLst>
                  <a:ext uri="{FF2B5EF4-FFF2-40B4-BE49-F238E27FC236}">
                    <a16:creationId xmlns:a16="http://schemas.microsoft.com/office/drawing/2014/main" id="{79BD48AA-2ED0-C494-8382-9B59D220B0AA}"/>
                  </a:ext>
                </a:extLst>
              </p:cNvPr>
              <p:cNvSpPr/>
              <p:nvPr/>
            </p:nvSpPr>
            <p:spPr>
              <a:xfrm>
                <a:off x="4424819" y="2326005"/>
                <a:ext cx="17881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88160">
                    <a:moveTo>
                      <a:pt x="0" y="0"/>
                    </a:moveTo>
                    <a:lnTo>
                      <a:pt x="1787652" y="0"/>
                    </a:lnTo>
                  </a:path>
                </a:pathLst>
              </a:custGeom>
              <a:ln w="11430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4" name="object 18">
                <a:extLst>
                  <a:ext uri="{FF2B5EF4-FFF2-40B4-BE49-F238E27FC236}">
                    <a16:creationId xmlns:a16="http://schemas.microsoft.com/office/drawing/2014/main" id="{9F687E1B-8DFA-0DE2-57EC-7EECB9F0FE21}"/>
                  </a:ext>
                </a:extLst>
              </p:cNvPr>
              <p:cNvSpPr/>
              <p:nvPr/>
            </p:nvSpPr>
            <p:spPr>
              <a:xfrm>
                <a:off x="4430154" y="4190250"/>
                <a:ext cx="17881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88160" h="9525">
                    <a:moveTo>
                      <a:pt x="33528" y="0"/>
                    </a:moveTo>
                    <a:lnTo>
                      <a:pt x="0" y="0"/>
                    </a:lnTo>
                    <a:lnTo>
                      <a:pt x="0" y="8382"/>
                    </a:lnTo>
                    <a:lnTo>
                      <a:pt x="33528" y="8382"/>
                    </a:lnTo>
                    <a:lnTo>
                      <a:pt x="33528" y="0"/>
                    </a:lnTo>
                    <a:close/>
                  </a:path>
                  <a:path w="1788160" h="9525">
                    <a:moveTo>
                      <a:pt x="92202" y="0"/>
                    </a:moveTo>
                    <a:lnTo>
                      <a:pt x="58674" y="0"/>
                    </a:lnTo>
                    <a:lnTo>
                      <a:pt x="58674" y="8382"/>
                    </a:lnTo>
                    <a:lnTo>
                      <a:pt x="92202" y="8382"/>
                    </a:lnTo>
                    <a:lnTo>
                      <a:pt x="92202" y="0"/>
                    </a:lnTo>
                    <a:close/>
                  </a:path>
                  <a:path w="1788160" h="9525">
                    <a:moveTo>
                      <a:pt x="150114" y="0"/>
                    </a:moveTo>
                    <a:lnTo>
                      <a:pt x="117348" y="0"/>
                    </a:lnTo>
                    <a:lnTo>
                      <a:pt x="117348" y="8382"/>
                    </a:lnTo>
                    <a:lnTo>
                      <a:pt x="150114" y="8382"/>
                    </a:lnTo>
                    <a:lnTo>
                      <a:pt x="150114" y="0"/>
                    </a:lnTo>
                    <a:close/>
                  </a:path>
                  <a:path w="1788160" h="9525">
                    <a:moveTo>
                      <a:pt x="208775" y="0"/>
                    </a:moveTo>
                    <a:lnTo>
                      <a:pt x="175260" y="0"/>
                    </a:lnTo>
                    <a:lnTo>
                      <a:pt x="175260" y="8382"/>
                    </a:lnTo>
                    <a:lnTo>
                      <a:pt x="208775" y="8382"/>
                    </a:lnTo>
                    <a:lnTo>
                      <a:pt x="208775" y="0"/>
                    </a:lnTo>
                    <a:close/>
                  </a:path>
                  <a:path w="1788160" h="9525">
                    <a:moveTo>
                      <a:pt x="267449" y="0"/>
                    </a:moveTo>
                    <a:lnTo>
                      <a:pt x="233934" y="0"/>
                    </a:lnTo>
                    <a:lnTo>
                      <a:pt x="233934" y="8382"/>
                    </a:lnTo>
                    <a:lnTo>
                      <a:pt x="267449" y="8382"/>
                    </a:lnTo>
                    <a:lnTo>
                      <a:pt x="267449" y="0"/>
                    </a:lnTo>
                    <a:close/>
                  </a:path>
                  <a:path w="1788160" h="9525">
                    <a:moveTo>
                      <a:pt x="326123" y="0"/>
                    </a:moveTo>
                    <a:lnTo>
                      <a:pt x="292608" y="0"/>
                    </a:lnTo>
                    <a:lnTo>
                      <a:pt x="292608" y="8382"/>
                    </a:lnTo>
                    <a:lnTo>
                      <a:pt x="326123" y="8382"/>
                    </a:lnTo>
                    <a:lnTo>
                      <a:pt x="326123" y="0"/>
                    </a:lnTo>
                    <a:close/>
                  </a:path>
                  <a:path w="1788160" h="9525">
                    <a:moveTo>
                      <a:pt x="384035" y="0"/>
                    </a:moveTo>
                    <a:lnTo>
                      <a:pt x="351282" y="0"/>
                    </a:lnTo>
                    <a:lnTo>
                      <a:pt x="351282" y="8382"/>
                    </a:lnTo>
                    <a:lnTo>
                      <a:pt x="384035" y="8382"/>
                    </a:lnTo>
                    <a:lnTo>
                      <a:pt x="384035" y="0"/>
                    </a:lnTo>
                    <a:close/>
                  </a:path>
                  <a:path w="1788160" h="9525">
                    <a:moveTo>
                      <a:pt x="442722" y="0"/>
                    </a:moveTo>
                    <a:lnTo>
                      <a:pt x="409194" y="0"/>
                    </a:lnTo>
                    <a:lnTo>
                      <a:pt x="409194" y="8382"/>
                    </a:lnTo>
                    <a:lnTo>
                      <a:pt x="442722" y="8382"/>
                    </a:lnTo>
                    <a:lnTo>
                      <a:pt x="442722" y="0"/>
                    </a:lnTo>
                    <a:close/>
                  </a:path>
                  <a:path w="1788160" h="9525">
                    <a:moveTo>
                      <a:pt x="501396" y="0"/>
                    </a:moveTo>
                    <a:lnTo>
                      <a:pt x="467868" y="0"/>
                    </a:lnTo>
                    <a:lnTo>
                      <a:pt x="467868" y="8382"/>
                    </a:lnTo>
                    <a:lnTo>
                      <a:pt x="501396" y="8382"/>
                    </a:lnTo>
                    <a:lnTo>
                      <a:pt x="501396" y="0"/>
                    </a:lnTo>
                    <a:close/>
                  </a:path>
                  <a:path w="1788160" h="9525">
                    <a:moveTo>
                      <a:pt x="560070" y="0"/>
                    </a:moveTo>
                    <a:lnTo>
                      <a:pt x="526542" y="0"/>
                    </a:lnTo>
                    <a:lnTo>
                      <a:pt x="526542" y="8382"/>
                    </a:lnTo>
                    <a:lnTo>
                      <a:pt x="560070" y="8382"/>
                    </a:lnTo>
                    <a:lnTo>
                      <a:pt x="560070" y="0"/>
                    </a:lnTo>
                    <a:close/>
                  </a:path>
                  <a:path w="1788160" h="9525">
                    <a:moveTo>
                      <a:pt x="617982" y="0"/>
                    </a:moveTo>
                    <a:lnTo>
                      <a:pt x="584454" y="0"/>
                    </a:lnTo>
                    <a:lnTo>
                      <a:pt x="584454" y="8382"/>
                    </a:lnTo>
                    <a:lnTo>
                      <a:pt x="617982" y="8382"/>
                    </a:lnTo>
                    <a:lnTo>
                      <a:pt x="617982" y="0"/>
                    </a:lnTo>
                    <a:close/>
                  </a:path>
                  <a:path w="1788160" h="9525">
                    <a:moveTo>
                      <a:pt x="676656" y="0"/>
                    </a:moveTo>
                    <a:lnTo>
                      <a:pt x="643128" y="0"/>
                    </a:lnTo>
                    <a:lnTo>
                      <a:pt x="643128" y="8382"/>
                    </a:lnTo>
                    <a:lnTo>
                      <a:pt x="676656" y="8382"/>
                    </a:lnTo>
                    <a:lnTo>
                      <a:pt x="676656" y="0"/>
                    </a:lnTo>
                    <a:close/>
                  </a:path>
                  <a:path w="1788160" h="9525">
                    <a:moveTo>
                      <a:pt x="735330" y="0"/>
                    </a:moveTo>
                    <a:lnTo>
                      <a:pt x="701802" y="0"/>
                    </a:lnTo>
                    <a:lnTo>
                      <a:pt x="701802" y="8382"/>
                    </a:lnTo>
                    <a:lnTo>
                      <a:pt x="735330" y="8382"/>
                    </a:lnTo>
                    <a:lnTo>
                      <a:pt x="735330" y="0"/>
                    </a:lnTo>
                    <a:close/>
                  </a:path>
                  <a:path w="1788160" h="9525">
                    <a:moveTo>
                      <a:pt x="793242" y="762"/>
                    </a:moveTo>
                    <a:lnTo>
                      <a:pt x="760476" y="0"/>
                    </a:lnTo>
                    <a:lnTo>
                      <a:pt x="760476" y="8382"/>
                    </a:lnTo>
                    <a:lnTo>
                      <a:pt x="793242" y="8382"/>
                    </a:lnTo>
                    <a:lnTo>
                      <a:pt x="793242" y="762"/>
                    </a:lnTo>
                    <a:close/>
                  </a:path>
                  <a:path w="1788160" h="9525">
                    <a:moveTo>
                      <a:pt x="851916" y="762"/>
                    </a:moveTo>
                    <a:lnTo>
                      <a:pt x="818388" y="762"/>
                    </a:lnTo>
                    <a:lnTo>
                      <a:pt x="818388" y="9144"/>
                    </a:lnTo>
                    <a:lnTo>
                      <a:pt x="851916" y="9144"/>
                    </a:lnTo>
                    <a:lnTo>
                      <a:pt x="851916" y="762"/>
                    </a:lnTo>
                    <a:close/>
                  </a:path>
                  <a:path w="1788160" h="9525">
                    <a:moveTo>
                      <a:pt x="910590" y="762"/>
                    </a:moveTo>
                    <a:lnTo>
                      <a:pt x="877062" y="762"/>
                    </a:lnTo>
                    <a:lnTo>
                      <a:pt x="877062" y="9144"/>
                    </a:lnTo>
                    <a:lnTo>
                      <a:pt x="910590" y="9144"/>
                    </a:lnTo>
                    <a:lnTo>
                      <a:pt x="910590" y="762"/>
                    </a:lnTo>
                    <a:close/>
                  </a:path>
                  <a:path w="1788160" h="9525">
                    <a:moveTo>
                      <a:pt x="969264" y="762"/>
                    </a:moveTo>
                    <a:lnTo>
                      <a:pt x="935736" y="762"/>
                    </a:lnTo>
                    <a:lnTo>
                      <a:pt x="935736" y="9144"/>
                    </a:lnTo>
                    <a:lnTo>
                      <a:pt x="969264" y="9144"/>
                    </a:lnTo>
                    <a:lnTo>
                      <a:pt x="969264" y="762"/>
                    </a:lnTo>
                    <a:close/>
                  </a:path>
                  <a:path w="1788160" h="9525">
                    <a:moveTo>
                      <a:pt x="1027163" y="762"/>
                    </a:moveTo>
                    <a:lnTo>
                      <a:pt x="994410" y="762"/>
                    </a:lnTo>
                    <a:lnTo>
                      <a:pt x="994410" y="9144"/>
                    </a:lnTo>
                    <a:lnTo>
                      <a:pt x="1027163" y="9144"/>
                    </a:lnTo>
                    <a:lnTo>
                      <a:pt x="1027163" y="762"/>
                    </a:lnTo>
                    <a:close/>
                  </a:path>
                  <a:path w="1788160" h="9525">
                    <a:moveTo>
                      <a:pt x="1085837" y="762"/>
                    </a:moveTo>
                    <a:lnTo>
                      <a:pt x="1052322" y="762"/>
                    </a:lnTo>
                    <a:lnTo>
                      <a:pt x="1052322" y="9144"/>
                    </a:lnTo>
                    <a:lnTo>
                      <a:pt x="1085837" y="9144"/>
                    </a:lnTo>
                    <a:lnTo>
                      <a:pt x="1085837" y="762"/>
                    </a:lnTo>
                    <a:close/>
                  </a:path>
                  <a:path w="1788160" h="9525">
                    <a:moveTo>
                      <a:pt x="1144511" y="762"/>
                    </a:moveTo>
                    <a:lnTo>
                      <a:pt x="1110996" y="762"/>
                    </a:lnTo>
                    <a:lnTo>
                      <a:pt x="1110996" y="9144"/>
                    </a:lnTo>
                    <a:lnTo>
                      <a:pt x="1144511" y="9144"/>
                    </a:lnTo>
                    <a:lnTo>
                      <a:pt x="1144511" y="762"/>
                    </a:lnTo>
                    <a:close/>
                  </a:path>
                  <a:path w="1788160" h="9525">
                    <a:moveTo>
                      <a:pt x="1203185" y="762"/>
                    </a:moveTo>
                    <a:lnTo>
                      <a:pt x="1169670" y="762"/>
                    </a:lnTo>
                    <a:lnTo>
                      <a:pt x="1169670" y="9144"/>
                    </a:lnTo>
                    <a:lnTo>
                      <a:pt x="1203185" y="9144"/>
                    </a:lnTo>
                    <a:lnTo>
                      <a:pt x="1203185" y="762"/>
                    </a:lnTo>
                    <a:close/>
                  </a:path>
                  <a:path w="1788160" h="9525">
                    <a:moveTo>
                      <a:pt x="1261110" y="762"/>
                    </a:moveTo>
                    <a:lnTo>
                      <a:pt x="1228344" y="762"/>
                    </a:lnTo>
                    <a:lnTo>
                      <a:pt x="1228344" y="9144"/>
                    </a:lnTo>
                    <a:lnTo>
                      <a:pt x="1261110" y="9144"/>
                    </a:lnTo>
                    <a:lnTo>
                      <a:pt x="1261110" y="762"/>
                    </a:lnTo>
                    <a:close/>
                  </a:path>
                  <a:path w="1788160" h="9525">
                    <a:moveTo>
                      <a:pt x="1319784" y="762"/>
                    </a:moveTo>
                    <a:lnTo>
                      <a:pt x="1286256" y="762"/>
                    </a:lnTo>
                    <a:lnTo>
                      <a:pt x="1286256" y="9144"/>
                    </a:lnTo>
                    <a:lnTo>
                      <a:pt x="1319784" y="9144"/>
                    </a:lnTo>
                    <a:lnTo>
                      <a:pt x="1319784" y="762"/>
                    </a:lnTo>
                    <a:close/>
                  </a:path>
                  <a:path w="1788160" h="9525">
                    <a:moveTo>
                      <a:pt x="1378458" y="762"/>
                    </a:moveTo>
                    <a:lnTo>
                      <a:pt x="1344930" y="762"/>
                    </a:lnTo>
                    <a:lnTo>
                      <a:pt x="1344930" y="9144"/>
                    </a:lnTo>
                    <a:lnTo>
                      <a:pt x="1378458" y="9144"/>
                    </a:lnTo>
                    <a:lnTo>
                      <a:pt x="1378458" y="762"/>
                    </a:lnTo>
                    <a:close/>
                  </a:path>
                  <a:path w="1788160" h="9525">
                    <a:moveTo>
                      <a:pt x="1437132" y="762"/>
                    </a:moveTo>
                    <a:lnTo>
                      <a:pt x="1403604" y="762"/>
                    </a:lnTo>
                    <a:lnTo>
                      <a:pt x="1403604" y="9144"/>
                    </a:lnTo>
                    <a:lnTo>
                      <a:pt x="1437132" y="9144"/>
                    </a:lnTo>
                    <a:lnTo>
                      <a:pt x="1437132" y="762"/>
                    </a:lnTo>
                    <a:close/>
                  </a:path>
                  <a:path w="1788160" h="9525">
                    <a:moveTo>
                      <a:pt x="1495044" y="762"/>
                    </a:moveTo>
                    <a:lnTo>
                      <a:pt x="1461516" y="762"/>
                    </a:lnTo>
                    <a:lnTo>
                      <a:pt x="1461516" y="9144"/>
                    </a:lnTo>
                    <a:lnTo>
                      <a:pt x="1495044" y="9144"/>
                    </a:lnTo>
                    <a:lnTo>
                      <a:pt x="1495044" y="762"/>
                    </a:lnTo>
                    <a:close/>
                  </a:path>
                  <a:path w="1788160" h="9525">
                    <a:moveTo>
                      <a:pt x="1553718" y="762"/>
                    </a:moveTo>
                    <a:lnTo>
                      <a:pt x="1520190" y="762"/>
                    </a:lnTo>
                    <a:lnTo>
                      <a:pt x="1520190" y="9144"/>
                    </a:lnTo>
                    <a:lnTo>
                      <a:pt x="1553718" y="9144"/>
                    </a:lnTo>
                    <a:lnTo>
                      <a:pt x="1553718" y="762"/>
                    </a:lnTo>
                    <a:close/>
                  </a:path>
                  <a:path w="1788160" h="9525">
                    <a:moveTo>
                      <a:pt x="1612392" y="762"/>
                    </a:moveTo>
                    <a:lnTo>
                      <a:pt x="1578864" y="762"/>
                    </a:lnTo>
                    <a:lnTo>
                      <a:pt x="1578864" y="9144"/>
                    </a:lnTo>
                    <a:lnTo>
                      <a:pt x="1612392" y="9144"/>
                    </a:lnTo>
                    <a:lnTo>
                      <a:pt x="1612392" y="762"/>
                    </a:lnTo>
                    <a:close/>
                  </a:path>
                  <a:path w="1788160" h="9525">
                    <a:moveTo>
                      <a:pt x="1670304" y="762"/>
                    </a:moveTo>
                    <a:lnTo>
                      <a:pt x="1637538" y="762"/>
                    </a:lnTo>
                    <a:lnTo>
                      <a:pt x="1637538" y="9144"/>
                    </a:lnTo>
                    <a:lnTo>
                      <a:pt x="1670304" y="9144"/>
                    </a:lnTo>
                    <a:lnTo>
                      <a:pt x="1670304" y="762"/>
                    </a:lnTo>
                    <a:close/>
                  </a:path>
                  <a:path w="1788160" h="9525">
                    <a:moveTo>
                      <a:pt x="1728978" y="762"/>
                    </a:moveTo>
                    <a:lnTo>
                      <a:pt x="1695450" y="762"/>
                    </a:lnTo>
                    <a:lnTo>
                      <a:pt x="1695450" y="9144"/>
                    </a:lnTo>
                    <a:lnTo>
                      <a:pt x="1728978" y="9144"/>
                    </a:lnTo>
                    <a:lnTo>
                      <a:pt x="1728978" y="762"/>
                    </a:lnTo>
                    <a:close/>
                  </a:path>
                  <a:path w="1788160" h="9525">
                    <a:moveTo>
                      <a:pt x="1787652" y="1524"/>
                    </a:moveTo>
                    <a:lnTo>
                      <a:pt x="1754124" y="1524"/>
                    </a:lnTo>
                    <a:lnTo>
                      <a:pt x="1754124" y="9144"/>
                    </a:lnTo>
                    <a:lnTo>
                      <a:pt x="1787652" y="9144"/>
                    </a:lnTo>
                    <a:lnTo>
                      <a:pt x="1787652" y="152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5" name="object 19">
                <a:extLst>
                  <a:ext uri="{FF2B5EF4-FFF2-40B4-BE49-F238E27FC236}">
                    <a16:creationId xmlns:a16="http://schemas.microsoft.com/office/drawing/2014/main" id="{079A786F-28BE-00DC-CDFB-B17920F75E94}"/>
                  </a:ext>
                </a:extLst>
              </p:cNvPr>
              <p:cNvSpPr/>
              <p:nvPr/>
            </p:nvSpPr>
            <p:spPr>
              <a:xfrm>
                <a:off x="4411103" y="2321814"/>
                <a:ext cx="1830705" cy="1026160"/>
              </a:xfrm>
              <a:custGeom>
                <a:avLst/>
                <a:gdLst/>
                <a:ahLst/>
                <a:cxnLst/>
                <a:rect l="l" t="t" r="r" b="b"/>
                <a:pathLst>
                  <a:path w="1830704" h="1026160">
                    <a:moveTo>
                      <a:pt x="1830324" y="1025651"/>
                    </a:moveTo>
                    <a:lnTo>
                      <a:pt x="1825752" y="811529"/>
                    </a:lnTo>
                    <a:lnTo>
                      <a:pt x="0" y="0"/>
                    </a:lnTo>
                    <a:lnTo>
                      <a:pt x="0" y="214122"/>
                    </a:lnTo>
                    <a:lnTo>
                      <a:pt x="1830324" y="1025651"/>
                    </a:lnTo>
                    <a:close/>
                  </a:path>
                </a:pathLst>
              </a:custGeom>
              <a:solidFill>
                <a:srgbClr val="00CC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6" name="object 20">
                <a:extLst>
                  <a:ext uri="{FF2B5EF4-FFF2-40B4-BE49-F238E27FC236}">
                    <a16:creationId xmlns:a16="http://schemas.microsoft.com/office/drawing/2014/main" id="{14AC6C19-AB34-58CE-F452-8F10AAD43A48}"/>
                  </a:ext>
                </a:extLst>
              </p:cNvPr>
              <p:cNvSpPr/>
              <p:nvPr/>
            </p:nvSpPr>
            <p:spPr>
              <a:xfrm>
                <a:off x="4292232" y="2317254"/>
                <a:ext cx="1953260" cy="1034415"/>
              </a:xfrm>
              <a:custGeom>
                <a:avLst/>
                <a:gdLst/>
                <a:ahLst/>
                <a:cxnLst/>
                <a:rect l="l" t="t" r="r" b="b"/>
                <a:pathLst>
                  <a:path w="1953260" h="1034414">
                    <a:moveTo>
                      <a:pt x="108966" y="214884"/>
                    </a:moveTo>
                    <a:lnTo>
                      <a:pt x="0" y="216408"/>
                    </a:lnTo>
                    <a:lnTo>
                      <a:pt x="0" y="224790"/>
                    </a:lnTo>
                    <a:lnTo>
                      <a:pt x="108966" y="223266"/>
                    </a:lnTo>
                    <a:lnTo>
                      <a:pt x="108966" y="214884"/>
                    </a:lnTo>
                    <a:close/>
                  </a:path>
                  <a:path w="1953260" h="1034414">
                    <a:moveTo>
                      <a:pt x="108966" y="0"/>
                    </a:moveTo>
                    <a:lnTo>
                      <a:pt x="0" y="3048"/>
                    </a:lnTo>
                    <a:lnTo>
                      <a:pt x="0" y="11430"/>
                    </a:lnTo>
                    <a:lnTo>
                      <a:pt x="108966" y="8382"/>
                    </a:lnTo>
                    <a:lnTo>
                      <a:pt x="108966" y="0"/>
                    </a:lnTo>
                    <a:close/>
                  </a:path>
                  <a:path w="1953260" h="1034414">
                    <a:moveTo>
                      <a:pt x="1953006" y="1030224"/>
                    </a:moveTo>
                    <a:lnTo>
                      <a:pt x="1949196" y="815340"/>
                    </a:lnTo>
                    <a:lnTo>
                      <a:pt x="1946148" y="812292"/>
                    </a:lnTo>
                    <a:lnTo>
                      <a:pt x="1945233" y="811885"/>
                    </a:lnTo>
                    <a:lnTo>
                      <a:pt x="1945233" y="1023975"/>
                    </a:lnTo>
                    <a:lnTo>
                      <a:pt x="120396" y="214884"/>
                    </a:lnTo>
                    <a:lnTo>
                      <a:pt x="122682" y="215887"/>
                    </a:lnTo>
                    <a:lnTo>
                      <a:pt x="122682" y="11087"/>
                    </a:lnTo>
                    <a:lnTo>
                      <a:pt x="1940814" y="818896"/>
                    </a:lnTo>
                    <a:lnTo>
                      <a:pt x="1940814" y="816102"/>
                    </a:lnTo>
                    <a:lnTo>
                      <a:pt x="1940864" y="818934"/>
                    </a:lnTo>
                    <a:lnTo>
                      <a:pt x="1943100" y="923544"/>
                    </a:lnTo>
                    <a:lnTo>
                      <a:pt x="1945233" y="1023975"/>
                    </a:lnTo>
                    <a:lnTo>
                      <a:pt x="1945233" y="811885"/>
                    </a:lnTo>
                    <a:lnTo>
                      <a:pt x="120396" y="762"/>
                    </a:lnTo>
                    <a:lnTo>
                      <a:pt x="114300" y="4572"/>
                    </a:lnTo>
                    <a:lnTo>
                      <a:pt x="114300" y="218694"/>
                    </a:lnTo>
                    <a:lnTo>
                      <a:pt x="116586" y="222504"/>
                    </a:lnTo>
                    <a:lnTo>
                      <a:pt x="120396" y="224180"/>
                    </a:lnTo>
                    <a:lnTo>
                      <a:pt x="122682" y="225196"/>
                    </a:lnTo>
                    <a:lnTo>
                      <a:pt x="1947672" y="1034034"/>
                    </a:lnTo>
                    <a:lnTo>
                      <a:pt x="1950720" y="1031849"/>
                    </a:lnTo>
                    <a:lnTo>
                      <a:pt x="1953006" y="103022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79" name="object 21">
              <a:extLst>
                <a:ext uri="{FF2B5EF4-FFF2-40B4-BE49-F238E27FC236}">
                  <a16:creationId xmlns:a16="http://schemas.microsoft.com/office/drawing/2014/main" id="{54AB1D8B-0818-2ED9-F04B-23C605011FD6}"/>
                </a:ext>
              </a:extLst>
            </p:cNvPr>
            <p:cNvSpPr txBox="1"/>
            <p:nvPr/>
          </p:nvSpPr>
          <p:spPr>
            <a:xfrm>
              <a:off x="4891969" y="2907193"/>
              <a:ext cx="335126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23" dirty="0">
                  <a:solidFill>
                    <a:srgbClr val="FF0000"/>
                  </a:solidFill>
                  <a:latin typeface="Arial"/>
                  <a:cs typeface="Arial"/>
                </a:rPr>
                <a:t>RTT</a:t>
              </a:r>
              <a:endParaRPr sz="127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80" name="object 22">
              <a:extLst>
                <a:ext uri="{FF2B5EF4-FFF2-40B4-BE49-F238E27FC236}">
                  <a16:creationId xmlns:a16="http://schemas.microsoft.com/office/drawing/2014/main" id="{07704CDB-177E-870F-0693-8982ED00AD07}"/>
                </a:ext>
              </a:extLst>
            </p:cNvPr>
            <p:cNvSpPr/>
            <p:nvPr/>
          </p:nvSpPr>
          <p:spPr>
            <a:xfrm>
              <a:off x="5141189" y="2317566"/>
              <a:ext cx="62188" cy="1470641"/>
            </a:xfrm>
            <a:custGeom>
              <a:avLst/>
              <a:gdLst/>
              <a:ahLst/>
              <a:cxnLst/>
              <a:rect l="l" t="t" r="r" b="b"/>
              <a:pathLst>
                <a:path w="68579" h="1621789">
                  <a:moveTo>
                    <a:pt x="39484" y="1554810"/>
                  </a:moveTo>
                  <a:lnTo>
                    <a:pt x="32004" y="902208"/>
                  </a:lnTo>
                  <a:lnTo>
                    <a:pt x="23622" y="902208"/>
                  </a:lnTo>
                  <a:lnTo>
                    <a:pt x="31115" y="1554899"/>
                  </a:lnTo>
                  <a:lnTo>
                    <a:pt x="39484" y="1554810"/>
                  </a:lnTo>
                  <a:close/>
                </a:path>
                <a:path w="68579" h="1621789">
                  <a:moveTo>
                    <a:pt x="67056" y="67056"/>
                  </a:moveTo>
                  <a:lnTo>
                    <a:pt x="33528" y="0"/>
                  </a:lnTo>
                  <a:lnTo>
                    <a:pt x="0" y="66294"/>
                  </a:lnTo>
                  <a:lnTo>
                    <a:pt x="28194" y="66611"/>
                  </a:lnTo>
                  <a:lnTo>
                    <a:pt x="28930" y="66611"/>
                  </a:lnTo>
                  <a:lnTo>
                    <a:pt x="28194" y="680466"/>
                  </a:lnTo>
                  <a:lnTo>
                    <a:pt x="36576" y="680466"/>
                  </a:lnTo>
                  <a:lnTo>
                    <a:pt x="37312" y="66713"/>
                  </a:lnTo>
                  <a:lnTo>
                    <a:pt x="67056" y="67056"/>
                  </a:lnTo>
                  <a:close/>
                </a:path>
                <a:path w="68579" h="1621789">
                  <a:moveTo>
                    <a:pt x="68580" y="1554480"/>
                  </a:moveTo>
                  <a:lnTo>
                    <a:pt x="39624" y="1554810"/>
                  </a:lnTo>
                  <a:lnTo>
                    <a:pt x="39484" y="1554810"/>
                  </a:lnTo>
                  <a:lnTo>
                    <a:pt x="2286" y="1555242"/>
                  </a:lnTo>
                  <a:lnTo>
                    <a:pt x="31115" y="1610969"/>
                  </a:lnTo>
                  <a:lnTo>
                    <a:pt x="36576" y="1621536"/>
                  </a:lnTo>
                  <a:lnTo>
                    <a:pt x="39624" y="1615147"/>
                  </a:lnTo>
                  <a:lnTo>
                    <a:pt x="68580" y="15544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1" name="object 23">
              <a:extLst>
                <a:ext uri="{FF2B5EF4-FFF2-40B4-BE49-F238E27FC236}">
                  <a16:creationId xmlns:a16="http://schemas.microsoft.com/office/drawing/2014/main" id="{6F98FB2E-EBCD-9038-8AE5-F7E1F43327A6}"/>
                </a:ext>
              </a:extLst>
            </p:cNvPr>
            <p:cNvSpPr txBox="1"/>
            <p:nvPr/>
          </p:nvSpPr>
          <p:spPr>
            <a:xfrm>
              <a:off x="4511009" y="2091604"/>
              <a:ext cx="637780" cy="216682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295970" marR="4607" indent="-285030">
                <a:lnSpc>
                  <a:spcPct val="115399"/>
                </a:lnSpc>
                <a:spcBef>
                  <a:spcPts val="86"/>
                </a:spcBef>
              </a:pP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t</a:t>
              </a:r>
              <a:r>
                <a:rPr sz="1270" spc="5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= L</a:t>
              </a:r>
              <a:r>
                <a:rPr sz="1270" spc="-50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/</a:t>
              </a:r>
              <a:r>
                <a:rPr sz="1270" spc="5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spc="-45" dirty="0">
                  <a:solidFill>
                    <a:srgbClr val="FF0000"/>
                  </a:solidFill>
                  <a:latin typeface="Arial"/>
                  <a:cs typeface="Arial"/>
                </a:rPr>
                <a:t>R</a:t>
              </a:r>
              <a:endParaRPr sz="127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82" name="object 24">
              <a:extLst>
                <a:ext uri="{FF2B5EF4-FFF2-40B4-BE49-F238E27FC236}">
                  <a16:creationId xmlns:a16="http://schemas.microsoft.com/office/drawing/2014/main" id="{93834F2C-14E6-8CC3-41D3-783985AD117D}"/>
                </a:ext>
              </a:extLst>
            </p:cNvPr>
            <p:cNvSpPr/>
            <p:nvPr/>
          </p:nvSpPr>
          <p:spPr>
            <a:xfrm>
              <a:off x="6889374" y="2837876"/>
              <a:ext cx="112860" cy="208446"/>
            </a:xfrm>
            <a:custGeom>
              <a:avLst/>
              <a:gdLst/>
              <a:ahLst/>
              <a:cxnLst/>
              <a:rect l="l" t="t" r="r" b="b"/>
              <a:pathLst>
                <a:path w="124460" h="229870">
                  <a:moveTo>
                    <a:pt x="110490" y="0"/>
                  </a:moveTo>
                  <a:lnTo>
                    <a:pt x="0" y="762"/>
                  </a:lnTo>
                  <a:lnTo>
                    <a:pt x="762" y="9144"/>
                  </a:lnTo>
                  <a:lnTo>
                    <a:pt x="110490" y="8382"/>
                  </a:lnTo>
                  <a:lnTo>
                    <a:pt x="110490" y="0"/>
                  </a:lnTo>
                  <a:close/>
                </a:path>
                <a:path w="124460" h="229870">
                  <a:moveTo>
                    <a:pt x="124206" y="220980"/>
                  </a:moveTo>
                  <a:lnTo>
                    <a:pt x="19812" y="219456"/>
                  </a:lnTo>
                  <a:lnTo>
                    <a:pt x="19812" y="227838"/>
                  </a:lnTo>
                  <a:lnTo>
                    <a:pt x="124206" y="229362"/>
                  </a:lnTo>
                  <a:lnTo>
                    <a:pt x="124206" y="220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3" name="object 25">
              <a:extLst>
                <a:ext uri="{FF2B5EF4-FFF2-40B4-BE49-F238E27FC236}">
                  <a16:creationId xmlns:a16="http://schemas.microsoft.com/office/drawing/2014/main" id="{8431B9AB-20C8-6222-6F6C-16D8AA710A71}"/>
                </a:ext>
              </a:extLst>
            </p:cNvPr>
            <p:cNvSpPr txBox="1"/>
            <p:nvPr/>
          </p:nvSpPr>
          <p:spPr>
            <a:xfrm>
              <a:off x="7011212" y="2719246"/>
              <a:ext cx="1573142" cy="415329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first</a:t>
              </a:r>
              <a:r>
                <a:rPr sz="1270" spc="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163794"/>
                  </a:solidFill>
                  <a:latin typeface="Arial"/>
                  <a:cs typeface="Arial"/>
                </a:rPr>
                <a:t>packet bit </a:t>
              </a: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arrives</a:t>
              </a:r>
              <a:endParaRPr sz="1270" dirty="0">
                <a:latin typeface="Arial"/>
                <a:cs typeface="Arial"/>
              </a:endParaRPr>
            </a:p>
            <a:p>
              <a:pPr marL="14971">
                <a:spcBef>
                  <a:spcPts val="54"/>
                </a:spcBef>
              </a:pPr>
              <a:r>
                <a:rPr sz="1270" spc="-9" dirty="0">
                  <a:solidFill>
                    <a:srgbClr val="163794"/>
                  </a:solidFill>
                  <a:latin typeface="Arial"/>
                  <a:cs typeface="Arial"/>
                </a:rPr>
                <a:t>send</a:t>
              </a:r>
              <a:r>
                <a:rPr sz="1270" spc="-7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270" spc="-23" dirty="0">
                  <a:solidFill>
                    <a:srgbClr val="163794"/>
                  </a:solidFill>
                  <a:latin typeface="Arial"/>
                  <a:cs typeface="Arial"/>
                </a:rPr>
                <a:t>ACK</a:t>
              </a:r>
              <a:endParaRPr sz="1270" dirty="0">
                <a:latin typeface="Arial"/>
                <a:cs typeface="Arial"/>
              </a:endParaRPr>
            </a:p>
          </p:txBody>
        </p:sp>
        <p:sp>
          <p:nvSpPr>
            <p:cNvPr id="84" name="object 26">
              <a:extLst>
                <a:ext uri="{FF2B5EF4-FFF2-40B4-BE49-F238E27FC236}">
                  <a16:creationId xmlns:a16="http://schemas.microsoft.com/office/drawing/2014/main" id="{A567574B-09BE-C8E5-7809-A76A6552A65F}"/>
                </a:ext>
              </a:extLst>
            </p:cNvPr>
            <p:cNvSpPr txBox="1"/>
            <p:nvPr/>
          </p:nvSpPr>
          <p:spPr>
            <a:xfrm>
              <a:off x="4082829" y="3583677"/>
              <a:ext cx="1071716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36852" marR="4607" indent="-25912">
                <a:spcBef>
                  <a:spcPts val="91"/>
                </a:spcBef>
              </a:pP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t</a:t>
              </a:r>
              <a:r>
                <a:rPr sz="1270" spc="5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=</a:t>
              </a:r>
              <a:r>
                <a:rPr sz="1270" spc="-5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RTT</a:t>
              </a:r>
              <a:r>
                <a:rPr sz="1270" spc="-32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+</a:t>
              </a:r>
              <a:r>
                <a:rPr sz="1270" spc="-5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L</a:t>
              </a:r>
              <a:r>
                <a:rPr sz="1270" spc="-50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270" dirty="0">
                  <a:solidFill>
                    <a:srgbClr val="FF0000"/>
                  </a:solidFill>
                  <a:latin typeface="Arial"/>
                  <a:cs typeface="Arial"/>
                </a:rPr>
                <a:t>/ </a:t>
              </a:r>
              <a:r>
                <a:rPr sz="1270" spc="-45" dirty="0">
                  <a:solidFill>
                    <a:srgbClr val="FF0000"/>
                  </a:solidFill>
                  <a:latin typeface="Arial"/>
                  <a:cs typeface="Arial"/>
                </a:rPr>
                <a:t>R</a:t>
              </a:r>
              <a:endParaRPr sz="127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grpSp>
          <p:nvGrpSpPr>
            <p:cNvPr id="85" name="object 27">
              <a:extLst>
                <a:ext uri="{FF2B5EF4-FFF2-40B4-BE49-F238E27FC236}">
                  <a16:creationId xmlns:a16="http://schemas.microsoft.com/office/drawing/2014/main" id="{94D8E7FD-8C15-2D9D-6FAE-53B137923B09}"/>
                </a:ext>
              </a:extLst>
            </p:cNvPr>
            <p:cNvGrpSpPr/>
            <p:nvPr/>
          </p:nvGrpSpPr>
          <p:grpSpPr>
            <a:xfrm>
              <a:off x="5139806" y="2305808"/>
              <a:ext cx="1866804" cy="2362008"/>
              <a:chOff x="4292231" y="2542794"/>
              <a:chExt cx="2058670" cy="2604770"/>
            </a:xfrm>
          </p:grpSpPr>
          <p:sp>
            <p:nvSpPr>
              <p:cNvPr id="94" name="object 28">
                <a:extLst>
                  <a:ext uri="{FF2B5EF4-FFF2-40B4-BE49-F238E27FC236}">
                    <a16:creationId xmlns:a16="http://schemas.microsoft.com/office/drawing/2014/main" id="{8D207463-2FE2-D701-88E7-C2722C6298A3}"/>
                  </a:ext>
                </a:extLst>
              </p:cNvPr>
              <p:cNvSpPr/>
              <p:nvPr/>
            </p:nvSpPr>
            <p:spPr>
              <a:xfrm>
                <a:off x="4302137" y="4178808"/>
                <a:ext cx="1092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9525">
                    <a:moveTo>
                      <a:pt x="108965" y="8382"/>
                    </a:moveTo>
                    <a:lnTo>
                      <a:pt x="108965" y="0"/>
                    </a:lnTo>
                    <a:lnTo>
                      <a:pt x="0" y="762"/>
                    </a:lnTo>
                    <a:lnTo>
                      <a:pt x="0" y="9144"/>
                    </a:lnTo>
                    <a:lnTo>
                      <a:pt x="108965" y="838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95" name="object 29">
                <a:extLst>
                  <a:ext uri="{FF2B5EF4-FFF2-40B4-BE49-F238E27FC236}">
                    <a16:creationId xmlns:a16="http://schemas.microsoft.com/office/drawing/2014/main" id="{FF758634-9973-CF7B-1012-0BD0512FE726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424819" y="4189476"/>
                <a:ext cx="1163574" cy="515111"/>
              </a:xfrm>
              <a:prstGeom prst="rect">
                <a:avLst/>
              </a:prstGeom>
            </p:spPr>
          </p:pic>
          <p:sp>
            <p:nvSpPr>
              <p:cNvPr id="96" name="object 30">
                <a:extLst>
                  <a:ext uri="{FF2B5EF4-FFF2-40B4-BE49-F238E27FC236}">
                    <a16:creationId xmlns:a16="http://schemas.microsoft.com/office/drawing/2014/main" id="{840E1D30-246F-BCB4-9780-D1BAC0E46B8C}"/>
                  </a:ext>
                </a:extLst>
              </p:cNvPr>
              <p:cNvSpPr/>
              <p:nvPr/>
            </p:nvSpPr>
            <p:spPr>
              <a:xfrm>
                <a:off x="4418724" y="4179582"/>
                <a:ext cx="1054100" cy="542290"/>
              </a:xfrm>
              <a:custGeom>
                <a:avLst/>
                <a:gdLst/>
                <a:ahLst/>
                <a:cxnLst/>
                <a:rect l="l" t="t" r="r" b="b"/>
                <a:pathLst>
                  <a:path w="1054100" h="542289">
                    <a:moveTo>
                      <a:pt x="263652" y="325374"/>
                    </a:moveTo>
                    <a:lnTo>
                      <a:pt x="3810" y="214884"/>
                    </a:lnTo>
                    <a:lnTo>
                      <a:pt x="0" y="222504"/>
                    </a:lnTo>
                    <a:lnTo>
                      <a:pt x="259842" y="332994"/>
                    </a:lnTo>
                    <a:lnTo>
                      <a:pt x="263652" y="325374"/>
                    </a:lnTo>
                    <a:close/>
                  </a:path>
                  <a:path w="1054100" h="542289">
                    <a:moveTo>
                      <a:pt x="275844" y="328422"/>
                    </a:moveTo>
                    <a:lnTo>
                      <a:pt x="268224" y="324612"/>
                    </a:lnTo>
                    <a:lnTo>
                      <a:pt x="265176" y="332232"/>
                    </a:lnTo>
                    <a:lnTo>
                      <a:pt x="272796" y="336042"/>
                    </a:lnTo>
                    <a:lnTo>
                      <a:pt x="275844" y="328422"/>
                    </a:lnTo>
                    <a:close/>
                  </a:path>
                  <a:path w="1054100" h="542289">
                    <a:moveTo>
                      <a:pt x="291084" y="335280"/>
                    </a:moveTo>
                    <a:lnTo>
                      <a:pt x="283464" y="331470"/>
                    </a:lnTo>
                    <a:lnTo>
                      <a:pt x="279654" y="339090"/>
                    </a:lnTo>
                    <a:lnTo>
                      <a:pt x="287274" y="342900"/>
                    </a:lnTo>
                    <a:lnTo>
                      <a:pt x="291084" y="335280"/>
                    </a:lnTo>
                    <a:close/>
                  </a:path>
                  <a:path w="1054100" h="542289">
                    <a:moveTo>
                      <a:pt x="306324" y="342138"/>
                    </a:moveTo>
                    <a:lnTo>
                      <a:pt x="298704" y="339090"/>
                    </a:lnTo>
                    <a:lnTo>
                      <a:pt x="294894" y="346710"/>
                    </a:lnTo>
                    <a:lnTo>
                      <a:pt x="302514" y="349758"/>
                    </a:lnTo>
                    <a:lnTo>
                      <a:pt x="306324" y="342138"/>
                    </a:lnTo>
                    <a:close/>
                  </a:path>
                  <a:path w="1054100" h="542289">
                    <a:moveTo>
                      <a:pt x="321564" y="349758"/>
                    </a:moveTo>
                    <a:lnTo>
                      <a:pt x="313944" y="345948"/>
                    </a:lnTo>
                    <a:lnTo>
                      <a:pt x="310134" y="353568"/>
                    </a:lnTo>
                    <a:lnTo>
                      <a:pt x="317754" y="357378"/>
                    </a:lnTo>
                    <a:lnTo>
                      <a:pt x="321564" y="349758"/>
                    </a:lnTo>
                    <a:close/>
                  </a:path>
                  <a:path w="1054100" h="542289">
                    <a:moveTo>
                      <a:pt x="336804" y="356616"/>
                    </a:moveTo>
                    <a:lnTo>
                      <a:pt x="329184" y="352806"/>
                    </a:lnTo>
                    <a:lnTo>
                      <a:pt x="325374" y="360426"/>
                    </a:lnTo>
                    <a:lnTo>
                      <a:pt x="332994" y="364236"/>
                    </a:lnTo>
                    <a:lnTo>
                      <a:pt x="336804" y="356616"/>
                    </a:lnTo>
                    <a:close/>
                  </a:path>
                  <a:path w="1054100" h="542289">
                    <a:moveTo>
                      <a:pt x="351282" y="363474"/>
                    </a:moveTo>
                    <a:lnTo>
                      <a:pt x="343662" y="360426"/>
                    </a:lnTo>
                    <a:lnTo>
                      <a:pt x="340614" y="368046"/>
                    </a:lnTo>
                    <a:lnTo>
                      <a:pt x="348234" y="371094"/>
                    </a:lnTo>
                    <a:lnTo>
                      <a:pt x="351282" y="363474"/>
                    </a:lnTo>
                    <a:close/>
                  </a:path>
                  <a:path w="1054100" h="542289">
                    <a:moveTo>
                      <a:pt x="366522" y="371094"/>
                    </a:moveTo>
                    <a:lnTo>
                      <a:pt x="358902" y="367284"/>
                    </a:lnTo>
                    <a:lnTo>
                      <a:pt x="355854" y="374904"/>
                    </a:lnTo>
                    <a:lnTo>
                      <a:pt x="363474" y="378714"/>
                    </a:lnTo>
                    <a:lnTo>
                      <a:pt x="366522" y="371094"/>
                    </a:lnTo>
                    <a:close/>
                  </a:path>
                  <a:path w="1054100" h="542289">
                    <a:moveTo>
                      <a:pt x="381762" y="377952"/>
                    </a:moveTo>
                    <a:lnTo>
                      <a:pt x="374142" y="374904"/>
                    </a:lnTo>
                    <a:lnTo>
                      <a:pt x="370332" y="381762"/>
                    </a:lnTo>
                    <a:lnTo>
                      <a:pt x="377952" y="385572"/>
                    </a:lnTo>
                    <a:lnTo>
                      <a:pt x="381762" y="377952"/>
                    </a:lnTo>
                    <a:close/>
                  </a:path>
                  <a:path w="1054100" h="542289">
                    <a:moveTo>
                      <a:pt x="397002" y="385572"/>
                    </a:moveTo>
                    <a:lnTo>
                      <a:pt x="389382" y="381762"/>
                    </a:lnTo>
                    <a:lnTo>
                      <a:pt x="385572" y="389382"/>
                    </a:lnTo>
                    <a:lnTo>
                      <a:pt x="393192" y="392430"/>
                    </a:lnTo>
                    <a:lnTo>
                      <a:pt x="397002" y="385572"/>
                    </a:lnTo>
                    <a:close/>
                  </a:path>
                  <a:path w="1054100" h="542289">
                    <a:moveTo>
                      <a:pt x="412242" y="392430"/>
                    </a:moveTo>
                    <a:lnTo>
                      <a:pt x="404622" y="388620"/>
                    </a:lnTo>
                    <a:lnTo>
                      <a:pt x="400812" y="396240"/>
                    </a:lnTo>
                    <a:lnTo>
                      <a:pt x="408432" y="400050"/>
                    </a:lnTo>
                    <a:lnTo>
                      <a:pt x="412242" y="392430"/>
                    </a:lnTo>
                    <a:close/>
                  </a:path>
                  <a:path w="1054100" h="542289">
                    <a:moveTo>
                      <a:pt x="427482" y="399288"/>
                    </a:moveTo>
                    <a:lnTo>
                      <a:pt x="419862" y="396240"/>
                    </a:lnTo>
                    <a:lnTo>
                      <a:pt x="416052" y="403098"/>
                    </a:lnTo>
                    <a:lnTo>
                      <a:pt x="423672" y="406908"/>
                    </a:lnTo>
                    <a:lnTo>
                      <a:pt x="427482" y="399288"/>
                    </a:lnTo>
                    <a:close/>
                  </a:path>
                  <a:path w="1054100" h="542289">
                    <a:moveTo>
                      <a:pt x="441960" y="406908"/>
                    </a:moveTo>
                    <a:lnTo>
                      <a:pt x="434340" y="403098"/>
                    </a:lnTo>
                    <a:lnTo>
                      <a:pt x="431292" y="410718"/>
                    </a:lnTo>
                    <a:lnTo>
                      <a:pt x="438912" y="414528"/>
                    </a:lnTo>
                    <a:lnTo>
                      <a:pt x="441960" y="406908"/>
                    </a:lnTo>
                    <a:close/>
                  </a:path>
                  <a:path w="1054100" h="542289">
                    <a:moveTo>
                      <a:pt x="457200" y="413766"/>
                    </a:moveTo>
                    <a:lnTo>
                      <a:pt x="449580" y="409956"/>
                    </a:lnTo>
                    <a:lnTo>
                      <a:pt x="446532" y="417576"/>
                    </a:lnTo>
                    <a:lnTo>
                      <a:pt x="454152" y="421386"/>
                    </a:lnTo>
                    <a:lnTo>
                      <a:pt x="457200" y="413766"/>
                    </a:lnTo>
                    <a:close/>
                  </a:path>
                  <a:path w="1054100" h="542289">
                    <a:moveTo>
                      <a:pt x="472440" y="420624"/>
                    </a:moveTo>
                    <a:lnTo>
                      <a:pt x="464820" y="417576"/>
                    </a:lnTo>
                    <a:lnTo>
                      <a:pt x="461010" y="425196"/>
                    </a:lnTo>
                    <a:lnTo>
                      <a:pt x="468630" y="428244"/>
                    </a:lnTo>
                    <a:lnTo>
                      <a:pt x="472440" y="420624"/>
                    </a:lnTo>
                    <a:close/>
                  </a:path>
                  <a:path w="1054100" h="542289">
                    <a:moveTo>
                      <a:pt x="487680" y="428244"/>
                    </a:moveTo>
                    <a:lnTo>
                      <a:pt x="480060" y="424434"/>
                    </a:lnTo>
                    <a:lnTo>
                      <a:pt x="476250" y="432054"/>
                    </a:lnTo>
                    <a:lnTo>
                      <a:pt x="483870" y="435864"/>
                    </a:lnTo>
                    <a:lnTo>
                      <a:pt x="487680" y="428244"/>
                    </a:lnTo>
                    <a:close/>
                  </a:path>
                  <a:path w="1054100" h="542289">
                    <a:moveTo>
                      <a:pt x="502920" y="435102"/>
                    </a:moveTo>
                    <a:lnTo>
                      <a:pt x="495300" y="431292"/>
                    </a:lnTo>
                    <a:lnTo>
                      <a:pt x="491490" y="438912"/>
                    </a:lnTo>
                    <a:lnTo>
                      <a:pt x="499110" y="442722"/>
                    </a:lnTo>
                    <a:lnTo>
                      <a:pt x="502920" y="435102"/>
                    </a:lnTo>
                    <a:close/>
                  </a:path>
                  <a:path w="1054100" h="542289">
                    <a:moveTo>
                      <a:pt x="518160" y="441960"/>
                    </a:moveTo>
                    <a:lnTo>
                      <a:pt x="510540" y="438912"/>
                    </a:lnTo>
                    <a:lnTo>
                      <a:pt x="506730" y="446532"/>
                    </a:lnTo>
                    <a:lnTo>
                      <a:pt x="514350" y="449580"/>
                    </a:lnTo>
                    <a:lnTo>
                      <a:pt x="518160" y="441960"/>
                    </a:lnTo>
                    <a:close/>
                  </a:path>
                  <a:path w="1054100" h="542289">
                    <a:moveTo>
                      <a:pt x="532638" y="449580"/>
                    </a:moveTo>
                    <a:lnTo>
                      <a:pt x="525018" y="445770"/>
                    </a:lnTo>
                    <a:lnTo>
                      <a:pt x="521970" y="453390"/>
                    </a:lnTo>
                    <a:lnTo>
                      <a:pt x="529590" y="457200"/>
                    </a:lnTo>
                    <a:lnTo>
                      <a:pt x="532638" y="449580"/>
                    </a:lnTo>
                    <a:close/>
                  </a:path>
                  <a:path w="1054100" h="542289">
                    <a:moveTo>
                      <a:pt x="547878" y="456438"/>
                    </a:moveTo>
                    <a:lnTo>
                      <a:pt x="540258" y="452628"/>
                    </a:lnTo>
                    <a:lnTo>
                      <a:pt x="537210" y="460248"/>
                    </a:lnTo>
                    <a:lnTo>
                      <a:pt x="544068" y="464058"/>
                    </a:lnTo>
                    <a:lnTo>
                      <a:pt x="547878" y="456438"/>
                    </a:lnTo>
                    <a:close/>
                  </a:path>
                  <a:path w="1054100" h="542289">
                    <a:moveTo>
                      <a:pt x="563118" y="463296"/>
                    </a:moveTo>
                    <a:lnTo>
                      <a:pt x="555498" y="460248"/>
                    </a:lnTo>
                    <a:lnTo>
                      <a:pt x="551688" y="467868"/>
                    </a:lnTo>
                    <a:lnTo>
                      <a:pt x="559308" y="470916"/>
                    </a:lnTo>
                    <a:lnTo>
                      <a:pt x="563118" y="463296"/>
                    </a:lnTo>
                    <a:close/>
                  </a:path>
                  <a:path w="1054100" h="542289">
                    <a:moveTo>
                      <a:pt x="578358" y="470916"/>
                    </a:moveTo>
                    <a:lnTo>
                      <a:pt x="570738" y="467106"/>
                    </a:lnTo>
                    <a:lnTo>
                      <a:pt x="566928" y="474726"/>
                    </a:lnTo>
                    <a:lnTo>
                      <a:pt x="574548" y="478536"/>
                    </a:lnTo>
                    <a:lnTo>
                      <a:pt x="578358" y="470916"/>
                    </a:lnTo>
                    <a:close/>
                  </a:path>
                  <a:path w="1054100" h="542289">
                    <a:moveTo>
                      <a:pt x="593598" y="477774"/>
                    </a:moveTo>
                    <a:lnTo>
                      <a:pt x="585978" y="473964"/>
                    </a:lnTo>
                    <a:lnTo>
                      <a:pt x="582168" y="481584"/>
                    </a:lnTo>
                    <a:lnTo>
                      <a:pt x="589788" y="485394"/>
                    </a:lnTo>
                    <a:lnTo>
                      <a:pt x="593598" y="477774"/>
                    </a:lnTo>
                    <a:close/>
                  </a:path>
                  <a:path w="1054100" h="542289">
                    <a:moveTo>
                      <a:pt x="604266" y="267462"/>
                    </a:moveTo>
                    <a:lnTo>
                      <a:pt x="3810" y="0"/>
                    </a:lnTo>
                    <a:lnTo>
                      <a:pt x="0" y="7620"/>
                    </a:lnTo>
                    <a:lnTo>
                      <a:pt x="600456" y="275082"/>
                    </a:lnTo>
                    <a:lnTo>
                      <a:pt x="604266" y="267462"/>
                    </a:lnTo>
                    <a:close/>
                  </a:path>
                  <a:path w="1054100" h="542289">
                    <a:moveTo>
                      <a:pt x="608076" y="484632"/>
                    </a:moveTo>
                    <a:lnTo>
                      <a:pt x="601218" y="481584"/>
                    </a:lnTo>
                    <a:lnTo>
                      <a:pt x="597408" y="489204"/>
                    </a:lnTo>
                    <a:lnTo>
                      <a:pt x="605028" y="492252"/>
                    </a:lnTo>
                    <a:lnTo>
                      <a:pt x="608076" y="484632"/>
                    </a:lnTo>
                    <a:close/>
                  </a:path>
                  <a:path w="1054100" h="542289">
                    <a:moveTo>
                      <a:pt x="616458" y="270510"/>
                    </a:moveTo>
                    <a:lnTo>
                      <a:pt x="608838" y="266700"/>
                    </a:lnTo>
                    <a:lnTo>
                      <a:pt x="605790" y="274320"/>
                    </a:lnTo>
                    <a:lnTo>
                      <a:pt x="613410" y="278130"/>
                    </a:lnTo>
                    <a:lnTo>
                      <a:pt x="616458" y="270510"/>
                    </a:lnTo>
                    <a:close/>
                  </a:path>
                  <a:path w="1054100" h="542289">
                    <a:moveTo>
                      <a:pt x="623316" y="492252"/>
                    </a:moveTo>
                    <a:lnTo>
                      <a:pt x="615696" y="488442"/>
                    </a:lnTo>
                    <a:lnTo>
                      <a:pt x="612648" y="496062"/>
                    </a:lnTo>
                    <a:lnTo>
                      <a:pt x="620268" y="499872"/>
                    </a:lnTo>
                    <a:lnTo>
                      <a:pt x="623316" y="492252"/>
                    </a:lnTo>
                    <a:close/>
                  </a:path>
                  <a:path w="1054100" h="542289">
                    <a:moveTo>
                      <a:pt x="631698" y="277368"/>
                    </a:moveTo>
                    <a:lnTo>
                      <a:pt x="624078" y="273558"/>
                    </a:lnTo>
                    <a:lnTo>
                      <a:pt x="621030" y="281178"/>
                    </a:lnTo>
                    <a:lnTo>
                      <a:pt x="628650" y="284988"/>
                    </a:lnTo>
                    <a:lnTo>
                      <a:pt x="631698" y="277368"/>
                    </a:lnTo>
                    <a:close/>
                  </a:path>
                  <a:path w="1054100" h="542289">
                    <a:moveTo>
                      <a:pt x="638556" y="499110"/>
                    </a:moveTo>
                    <a:lnTo>
                      <a:pt x="630936" y="495300"/>
                    </a:lnTo>
                    <a:lnTo>
                      <a:pt x="627888" y="502920"/>
                    </a:lnTo>
                    <a:lnTo>
                      <a:pt x="634746" y="506730"/>
                    </a:lnTo>
                    <a:lnTo>
                      <a:pt x="638556" y="499110"/>
                    </a:lnTo>
                    <a:close/>
                  </a:path>
                  <a:path w="1054100" h="542289">
                    <a:moveTo>
                      <a:pt x="646938" y="284226"/>
                    </a:moveTo>
                    <a:lnTo>
                      <a:pt x="639318" y="281178"/>
                    </a:lnTo>
                    <a:lnTo>
                      <a:pt x="635508" y="288798"/>
                    </a:lnTo>
                    <a:lnTo>
                      <a:pt x="643128" y="291846"/>
                    </a:lnTo>
                    <a:lnTo>
                      <a:pt x="646938" y="284226"/>
                    </a:lnTo>
                    <a:close/>
                  </a:path>
                  <a:path w="1054100" h="542289">
                    <a:moveTo>
                      <a:pt x="653796" y="506730"/>
                    </a:moveTo>
                    <a:lnTo>
                      <a:pt x="646176" y="502920"/>
                    </a:lnTo>
                    <a:lnTo>
                      <a:pt x="642366" y="510540"/>
                    </a:lnTo>
                    <a:lnTo>
                      <a:pt x="649986" y="513588"/>
                    </a:lnTo>
                    <a:lnTo>
                      <a:pt x="653796" y="506730"/>
                    </a:lnTo>
                    <a:close/>
                  </a:path>
                  <a:path w="1054100" h="542289">
                    <a:moveTo>
                      <a:pt x="662178" y="291846"/>
                    </a:moveTo>
                    <a:lnTo>
                      <a:pt x="654558" y="288036"/>
                    </a:lnTo>
                    <a:lnTo>
                      <a:pt x="650748" y="295656"/>
                    </a:lnTo>
                    <a:lnTo>
                      <a:pt x="658368" y="299466"/>
                    </a:lnTo>
                    <a:lnTo>
                      <a:pt x="662178" y="291846"/>
                    </a:lnTo>
                    <a:close/>
                  </a:path>
                  <a:path w="1054100" h="542289">
                    <a:moveTo>
                      <a:pt x="669036" y="513588"/>
                    </a:moveTo>
                    <a:lnTo>
                      <a:pt x="661416" y="509778"/>
                    </a:lnTo>
                    <a:lnTo>
                      <a:pt x="657606" y="517398"/>
                    </a:lnTo>
                    <a:lnTo>
                      <a:pt x="665226" y="521208"/>
                    </a:lnTo>
                    <a:lnTo>
                      <a:pt x="669036" y="513588"/>
                    </a:lnTo>
                    <a:close/>
                  </a:path>
                  <a:path w="1054100" h="542289">
                    <a:moveTo>
                      <a:pt x="677418" y="298704"/>
                    </a:moveTo>
                    <a:lnTo>
                      <a:pt x="669798" y="294894"/>
                    </a:lnTo>
                    <a:lnTo>
                      <a:pt x="665988" y="302514"/>
                    </a:lnTo>
                    <a:lnTo>
                      <a:pt x="673608" y="306324"/>
                    </a:lnTo>
                    <a:lnTo>
                      <a:pt x="677418" y="298704"/>
                    </a:lnTo>
                    <a:close/>
                  </a:path>
                  <a:path w="1054100" h="542289">
                    <a:moveTo>
                      <a:pt x="684276" y="520446"/>
                    </a:moveTo>
                    <a:lnTo>
                      <a:pt x="676656" y="517398"/>
                    </a:lnTo>
                    <a:lnTo>
                      <a:pt x="672846" y="524256"/>
                    </a:lnTo>
                    <a:lnTo>
                      <a:pt x="680466" y="528066"/>
                    </a:lnTo>
                    <a:lnTo>
                      <a:pt x="684276" y="520446"/>
                    </a:lnTo>
                    <a:close/>
                  </a:path>
                  <a:path w="1054100" h="542289">
                    <a:moveTo>
                      <a:pt x="692658" y="305562"/>
                    </a:moveTo>
                    <a:lnTo>
                      <a:pt x="685038" y="302514"/>
                    </a:lnTo>
                    <a:lnTo>
                      <a:pt x="681228" y="310134"/>
                    </a:lnTo>
                    <a:lnTo>
                      <a:pt x="688848" y="313182"/>
                    </a:lnTo>
                    <a:lnTo>
                      <a:pt x="692658" y="305562"/>
                    </a:lnTo>
                    <a:close/>
                  </a:path>
                  <a:path w="1054100" h="542289">
                    <a:moveTo>
                      <a:pt x="698754" y="528066"/>
                    </a:moveTo>
                    <a:lnTo>
                      <a:pt x="691896" y="524256"/>
                    </a:lnTo>
                    <a:lnTo>
                      <a:pt x="688086" y="531876"/>
                    </a:lnTo>
                    <a:lnTo>
                      <a:pt x="695706" y="534924"/>
                    </a:lnTo>
                    <a:lnTo>
                      <a:pt x="698754" y="528066"/>
                    </a:lnTo>
                    <a:close/>
                  </a:path>
                  <a:path w="1054100" h="542289">
                    <a:moveTo>
                      <a:pt x="707136" y="313182"/>
                    </a:moveTo>
                    <a:lnTo>
                      <a:pt x="700278" y="309372"/>
                    </a:lnTo>
                    <a:lnTo>
                      <a:pt x="696468" y="316992"/>
                    </a:lnTo>
                    <a:lnTo>
                      <a:pt x="704088" y="320802"/>
                    </a:lnTo>
                    <a:lnTo>
                      <a:pt x="707136" y="313182"/>
                    </a:lnTo>
                    <a:close/>
                  </a:path>
                  <a:path w="1054100" h="542289">
                    <a:moveTo>
                      <a:pt x="713232" y="534162"/>
                    </a:moveTo>
                    <a:lnTo>
                      <a:pt x="706374" y="531114"/>
                    </a:lnTo>
                    <a:lnTo>
                      <a:pt x="703326" y="538734"/>
                    </a:lnTo>
                    <a:lnTo>
                      <a:pt x="709422" y="541782"/>
                    </a:lnTo>
                    <a:lnTo>
                      <a:pt x="713232" y="534162"/>
                    </a:lnTo>
                    <a:close/>
                  </a:path>
                  <a:path w="1054100" h="542289">
                    <a:moveTo>
                      <a:pt x="722376" y="320040"/>
                    </a:moveTo>
                    <a:lnTo>
                      <a:pt x="714756" y="316230"/>
                    </a:lnTo>
                    <a:lnTo>
                      <a:pt x="711708" y="323850"/>
                    </a:lnTo>
                    <a:lnTo>
                      <a:pt x="719328" y="327660"/>
                    </a:lnTo>
                    <a:lnTo>
                      <a:pt x="722376" y="320040"/>
                    </a:lnTo>
                    <a:close/>
                  </a:path>
                  <a:path w="1054100" h="542289">
                    <a:moveTo>
                      <a:pt x="737616" y="326898"/>
                    </a:moveTo>
                    <a:lnTo>
                      <a:pt x="729996" y="323850"/>
                    </a:lnTo>
                    <a:lnTo>
                      <a:pt x="726948" y="331470"/>
                    </a:lnTo>
                    <a:lnTo>
                      <a:pt x="733806" y="334518"/>
                    </a:lnTo>
                    <a:lnTo>
                      <a:pt x="737616" y="326898"/>
                    </a:lnTo>
                    <a:close/>
                  </a:path>
                  <a:path w="1054100" h="542289">
                    <a:moveTo>
                      <a:pt x="752856" y="334518"/>
                    </a:moveTo>
                    <a:lnTo>
                      <a:pt x="745236" y="330708"/>
                    </a:lnTo>
                    <a:lnTo>
                      <a:pt x="741426" y="338328"/>
                    </a:lnTo>
                    <a:lnTo>
                      <a:pt x="749046" y="342138"/>
                    </a:lnTo>
                    <a:lnTo>
                      <a:pt x="752856" y="334518"/>
                    </a:lnTo>
                    <a:close/>
                  </a:path>
                  <a:path w="1054100" h="542289">
                    <a:moveTo>
                      <a:pt x="768096" y="341376"/>
                    </a:moveTo>
                    <a:lnTo>
                      <a:pt x="760476" y="337566"/>
                    </a:lnTo>
                    <a:lnTo>
                      <a:pt x="756666" y="345186"/>
                    </a:lnTo>
                    <a:lnTo>
                      <a:pt x="764286" y="348996"/>
                    </a:lnTo>
                    <a:lnTo>
                      <a:pt x="768096" y="341376"/>
                    </a:lnTo>
                    <a:close/>
                  </a:path>
                  <a:path w="1054100" h="542289">
                    <a:moveTo>
                      <a:pt x="783336" y="348234"/>
                    </a:moveTo>
                    <a:lnTo>
                      <a:pt x="775716" y="345186"/>
                    </a:lnTo>
                    <a:lnTo>
                      <a:pt x="771906" y="352806"/>
                    </a:lnTo>
                    <a:lnTo>
                      <a:pt x="779526" y="355854"/>
                    </a:lnTo>
                    <a:lnTo>
                      <a:pt x="783336" y="348234"/>
                    </a:lnTo>
                    <a:close/>
                  </a:path>
                  <a:path w="1054100" h="542289">
                    <a:moveTo>
                      <a:pt x="797814" y="355854"/>
                    </a:moveTo>
                    <a:lnTo>
                      <a:pt x="790956" y="352044"/>
                    </a:lnTo>
                    <a:lnTo>
                      <a:pt x="787146" y="359664"/>
                    </a:lnTo>
                    <a:lnTo>
                      <a:pt x="794766" y="363474"/>
                    </a:lnTo>
                    <a:lnTo>
                      <a:pt x="797814" y="355854"/>
                    </a:lnTo>
                    <a:close/>
                  </a:path>
                  <a:path w="1054100" h="542289">
                    <a:moveTo>
                      <a:pt x="813054" y="362712"/>
                    </a:moveTo>
                    <a:lnTo>
                      <a:pt x="805434" y="358902"/>
                    </a:lnTo>
                    <a:lnTo>
                      <a:pt x="802386" y="366522"/>
                    </a:lnTo>
                    <a:lnTo>
                      <a:pt x="810006" y="370332"/>
                    </a:lnTo>
                    <a:lnTo>
                      <a:pt x="813054" y="362712"/>
                    </a:lnTo>
                    <a:close/>
                  </a:path>
                  <a:path w="1054100" h="542289">
                    <a:moveTo>
                      <a:pt x="828294" y="369570"/>
                    </a:moveTo>
                    <a:lnTo>
                      <a:pt x="820674" y="366522"/>
                    </a:lnTo>
                    <a:lnTo>
                      <a:pt x="817626" y="374142"/>
                    </a:lnTo>
                    <a:lnTo>
                      <a:pt x="824484" y="377190"/>
                    </a:lnTo>
                    <a:lnTo>
                      <a:pt x="828294" y="369570"/>
                    </a:lnTo>
                    <a:close/>
                  </a:path>
                  <a:path w="1054100" h="542289">
                    <a:moveTo>
                      <a:pt x="843534" y="377190"/>
                    </a:moveTo>
                    <a:lnTo>
                      <a:pt x="835914" y="373380"/>
                    </a:lnTo>
                    <a:lnTo>
                      <a:pt x="832104" y="381000"/>
                    </a:lnTo>
                    <a:lnTo>
                      <a:pt x="839724" y="384810"/>
                    </a:lnTo>
                    <a:lnTo>
                      <a:pt x="843534" y="377190"/>
                    </a:lnTo>
                    <a:close/>
                  </a:path>
                  <a:path w="1054100" h="542289">
                    <a:moveTo>
                      <a:pt x="858774" y="384048"/>
                    </a:moveTo>
                    <a:lnTo>
                      <a:pt x="851154" y="380238"/>
                    </a:lnTo>
                    <a:lnTo>
                      <a:pt x="847344" y="387858"/>
                    </a:lnTo>
                    <a:lnTo>
                      <a:pt x="854964" y="391668"/>
                    </a:lnTo>
                    <a:lnTo>
                      <a:pt x="858774" y="384048"/>
                    </a:lnTo>
                    <a:close/>
                  </a:path>
                  <a:path w="1054100" h="542289">
                    <a:moveTo>
                      <a:pt x="874014" y="390906"/>
                    </a:moveTo>
                    <a:lnTo>
                      <a:pt x="866394" y="387858"/>
                    </a:lnTo>
                    <a:lnTo>
                      <a:pt x="862584" y="395478"/>
                    </a:lnTo>
                    <a:lnTo>
                      <a:pt x="870204" y="398526"/>
                    </a:lnTo>
                    <a:lnTo>
                      <a:pt x="874014" y="390906"/>
                    </a:lnTo>
                    <a:close/>
                  </a:path>
                  <a:path w="1054100" h="542289">
                    <a:moveTo>
                      <a:pt x="888492" y="398526"/>
                    </a:moveTo>
                    <a:lnTo>
                      <a:pt x="881634" y="394716"/>
                    </a:lnTo>
                    <a:lnTo>
                      <a:pt x="877824" y="402336"/>
                    </a:lnTo>
                    <a:lnTo>
                      <a:pt x="885444" y="406146"/>
                    </a:lnTo>
                    <a:lnTo>
                      <a:pt x="888492" y="398526"/>
                    </a:lnTo>
                    <a:close/>
                  </a:path>
                  <a:path w="1054100" h="542289">
                    <a:moveTo>
                      <a:pt x="903732" y="405384"/>
                    </a:moveTo>
                    <a:lnTo>
                      <a:pt x="896112" y="401574"/>
                    </a:lnTo>
                    <a:lnTo>
                      <a:pt x="893064" y="409194"/>
                    </a:lnTo>
                    <a:lnTo>
                      <a:pt x="900684" y="413004"/>
                    </a:lnTo>
                    <a:lnTo>
                      <a:pt x="903732" y="405384"/>
                    </a:lnTo>
                    <a:close/>
                  </a:path>
                  <a:path w="1054100" h="542289">
                    <a:moveTo>
                      <a:pt x="918972" y="412242"/>
                    </a:moveTo>
                    <a:lnTo>
                      <a:pt x="911352" y="409194"/>
                    </a:lnTo>
                    <a:lnTo>
                      <a:pt x="908304" y="416814"/>
                    </a:lnTo>
                    <a:lnTo>
                      <a:pt x="915924" y="419862"/>
                    </a:lnTo>
                    <a:lnTo>
                      <a:pt x="918972" y="412242"/>
                    </a:lnTo>
                    <a:close/>
                  </a:path>
                  <a:path w="1054100" h="542289">
                    <a:moveTo>
                      <a:pt x="934212" y="419862"/>
                    </a:moveTo>
                    <a:lnTo>
                      <a:pt x="926592" y="416052"/>
                    </a:lnTo>
                    <a:lnTo>
                      <a:pt x="922782" y="423672"/>
                    </a:lnTo>
                    <a:lnTo>
                      <a:pt x="930402" y="427482"/>
                    </a:lnTo>
                    <a:lnTo>
                      <a:pt x="934212" y="419862"/>
                    </a:lnTo>
                    <a:close/>
                  </a:path>
                  <a:path w="1054100" h="542289">
                    <a:moveTo>
                      <a:pt x="949452" y="426720"/>
                    </a:moveTo>
                    <a:lnTo>
                      <a:pt x="941832" y="422910"/>
                    </a:lnTo>
                    <a:lnTo>
                      <a:pt x="938022" y="430530"/>
                    </a:lnTo>
                    <a:lnTo>
                      <a:pt x="945642" y="434340"/>
                    </a:lnTo>
                    <a:lnTo>
                      <a:pt x="949452" y="426720"/>
                    </a:lnTo>
                    <a:close/>
                  </a:path>
                  <a:path w="1054100" h="542289">
                    <a:moveTo>
                      <a:pt x="964692" y="433578"/>
                    </a:moveTo>
                    <a:lnTo>
                      <a:pt x="957072" y="430530"/>
                    </a:lnTo>
                    <a:lnTo>
                      <a:pt x="953262" y="438150"/>
                    </a:lnTo>
                    <a:lnTo>
                      <a:pt x="960882" y="441198"/>
                    </a:lnTo>
                    <a:lnTo>
                      <a:pt x="964692" y="433578"/>
                    </a:lnTo>
                    <a:close/>
                  </a:path>
                  <a:path w="1054100" h="542289">
                    <a:moveTo>
                      <a:pt x="979932" y="441198"/>
                    </a:moveTo>
                    <a:lnTo>
                      <a:pt x="972312" y="437388"/>
                    </a:lnTo>
                    <a:lnTo>
                      <a:pt x="968502" y="445008"/>
                    </a:lnTo>
                    <a:lnTo>
                      <a:pt x="976122" y="448818"/>
                    </a:lnTo>
                    <a:lnTo>
                      <a:pt x="979932" y="441198"/>
                    </a:lnTo>
                    <a:close/>
                  </a:path>
                  <a:path w="1054100" h="542289">
                    <a:moveTo>
                      <a:pt x="994410" y="448056"/>
                    </a:moveTo>
                    <a:lnTo>
                      <a:pt x="986790" y="444246"/>
                    </a:lnTo>
                    <a:lnTo>
                      <a:pt x="983742" y="451866"/>
                    </a:lnTo>
                    <a:lnTo>
                      <a:pt x="991362" y="455676"/>
                    </a:lnTo>
                    <a:lnTo>
                      <a:pt x="994410" y="448056"/>
                    </a:lnTo>
                    <a:close/>
                  </a:path>
                  <a:path w="1054100" h="542289">
                    <a:moveTo>
                      <a:pt x="1009650" y="454914"/>
                    </a:moveTo>
                    <a:lnTo>
                      <a:pt x="1002030" y="451866"/>
                    </a:lnTo>
                    <a:lnTo>
                      <a:pt x="998982" y="459486"/>
                    </a:lnTo>
                    <a:lnTo>
                      <a:pt x="1006602" y="462534"/>
                    </a:lnTo>
                    <a:lnTo>
                      <a:pt x="1009650" y="454914"/>
                    </a:lnTo>
                    <a:close/>
                  </a:path>
                  <a:path w="1054100" h="542289">
                    <a:moveTo>
                      <a:pt x="1024890" y="462534"/>
                    </a:moveTo>
                    <a:lnTo>
                      <a:pt x="1017270" y="458724"/>
                    </a:lnTo>
                    <a:lnTo>
                      <a:pt x="1013460" y="466344"/>
                    </a:lnTo>
                    <a:lnTo>
                      <a:pt x="1021080" y="470154"/>
                    </a:lnTo>
                    <a:lnTo>
                      <a:pt x="1024890" y="462534"/>
                    </a:lnTo>
                    <a:close/>
                  </a:path>
                  <a:path w="1054100" h="542289">
                    <a:moveTo>
                      <a:pt x="1040130" y="469392"/>
                    </a:moveTo>
                    <a:lnTo>
                      <a:pt x="1032510" y="465582"/>
                    </a:lnTo>
                    <a:lnTo>
                      <a:pt x="1028700" y="473202"/>
                    </a:lnTo>
                    <a:lnTo>
                      <a:pt x="1036320" y="477012"/>
                    </a:lnTo>
                    <a:lnTo>
                      <a:pt x="1040130" y="469392"/>
                    </a:lnTo>
                    <a:close/>
                  </a:path>
                  <a:path w="1054100" h="542289">
                    <a:moveTo>
                      <a:pt x="1053846" y="476250"/>
                    </a:moveTo>
                    <a:lnTo>
                      <a:pt x="1047750" y="473202"/>
                    </a:lnTo>
                    <a:lnTo>
                      <a:pt x="1043940" y="480822"/>
                    </a:lnTo>
                    <a:lnTo>
                      <a:pt x="1050036" y="483108"/>
                    </a:lnTo>
                    <a:lnTo>
                      <a:pt x="1053846" y="4762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7" name="object 31">
                <a:extLst>
                  <a:ext uri="{FF2B5EF4-FFF2-40B4-BE49-F238E27FC236}">
                    <a16:creationId xmlns:a16="http://schemas.microsoft.com/office/drawing/2014/main" id="{36D7AAB8-1091-82A2-13AC-EF031A645355}"/>
                  </a:ext>
                </a:extLst>
              </p:cNvPr>
              <p:cNvSpPr/>
              <p:nvPr/>
            </p:nvSpPr>
            <p:spPr>
              <a:xfrm>
                <a:off x="4414914" y="2542806"/>
                <a:ext cx="1830705" cy="1245235"/>
              </a:xfrm>
              <a:custGeom>
                <a:avLst/>
                <a:gdLst/>
                <a:ahLst/>
                <a:cxnLst/>
                <a:rect l="l" t="t" r="r" b="b"/>
                <a:pathLst>
                  <a:path w="1830704" h="1245235">
                    <a:moveTo>
                      <a:pt x="1830324" y="1245108"/>
                    </a:moveTo>
                    <a:lnTo>
                      <a:pt x="1826514" y="1030224"/>
                    </a:lnTo>
                    <a:lnTo>
                      <a:pt x="0" y="220218"/>
                    </a:lnTo>
                    <a:lnTo>
                      <a:pt x="0" y="433578"/>
                    </a:lnTo>
                    <a:lnTo>
                      <a:pt x="1830324" y="1245108"/>
                    </a:lnTo>
                    <a:close/>
                  </a:path>
                  <a:path w="1830704" h="1245235">
                    <a:moveTo>
                      <a:pt x="1830324" y="1024890"/>
                    </a:moveTo>
                    <a:lnTo>
                      <a:pt x="1826514" y="810768"/>
                    </a:lnTo>
                    <a:lnTo>
                      <a:pt x="0" y="0"/>
                    </a:lnTo>
                    <a:lnTo>
                      <a:pt x="0" y="214122"/>
                    </a:lnTo>
                    <a:lnTo>
                      <a:pt x="1830324" y="1024890"/>
                    </a:lnTo>
                    <a:close/>
                  </a:path>
                </a:pathLst>
              </a:custGeom>
              <a:solidFill>
                <a:srgbClr val="00CC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8" name="object 32">
                <a:extLst>
                  <a:ext uri="{FF2B5EF4-FFF2-40B4-BE49-F238E27FC236}">
                    <a16:creationId xmlns:a16="http://schemas.microsoft.com/office/drawing/2014/main" id="{65D2B974-A961-9915-A841-248F2EC71796}"/>
                  </a:ext>
                </a:extLst>
              </p:cNvPr>
              <p:cNvSpPr/>
              <p:nvPr/>
            </p:nvSpPr>
            <p:spPr>
              <a:xfrm>
                <a:off x="4292232" y="2759214"/>
                <a:ext cx="1957705" cy="1642110"/>
              </a:xfrm>
              <a:custGeom>
                <a:avLst/>
                <a:gdLst/>
                <a:ahLst/>
                <a:cxnLst/>
                <a:rect l="l" t="t" r="r" b="b"/>
                <a:pathLst>
                  <a:path w="1957704" h="1642110">
                    <a:moveTo>
                      <a:pt x="108966" y="1628394"/>
                    </a:moveTo>
                    <a:lnTo>
                      <a:pt x="0" y="1629918"/>
                    </a:lnTo>
                    <a:lnTo>
                      <a:pt x="0" y="1637538"/>
                    </a:lnTo>
                    <a:lnTo>
                      <a:pt x="108966" y="1636776"/>
                    </a:lnTo>
                    <a:lnTo>
                      <a:pt x="108966" y="1628394"/>
                    </a:lnTo>
                    <a:close/>
                  </a:path>
                  <a:path w="1957704" h="1642110">
                    <a:moveTo>
                      <a:pt x="1957578" y="1028700"/>
                    </a:moveTo>
                    <a:lnTo>
                      <a:pt x="1953006" y="813816"/>
                    </a:lnTo>
                    <a:lnTo>
                      <a:pt x="1950720" y="810006"/>
                    </a:lnTo>
                    <a:lnTo>
                      <a:pt x="1949043" y="809269"/>
                    </a:lnTo>
                    <a:lnTo>
                      <a:pt x="1949043" y="1022121"/>
                    </a:lnTo>
                    <a:lnTo>
                      <a:pt x="1728952" y="924598"/>
                    </a:lnTo>
                    <a:lnTo>
                      <a:pt x="1944890" y="827112"/>
                    </a:lnTo>
                    <a:lnTo>
                      <a:pt x="1946910" y="921258"/>
                    </a:lnTo>
                    <a:lnTo>
                      <a:pt x="1949043" y="1022121"/>
                    </a:lnTo>
                    <a:lnTo>
                      <a:pt x="1949043" y="809269"/>
                    </a:lnTo>
                    <a:lnTo>
                      <a:pt x="1944712" y="807351"/>
                    </a:lnTo>
                    <a:lnTo>
                      <a:pt x="1944712" y="818959"/>
                    </a:lnTo>
                    <a:lnTo>
                      <a:pt x="1719643" y="920470"/>
                    </a:lnTo>
                    <a:lnTo>
                      <a:pt x="1483436" y="815771"/>
                    </a:lnTo>
                    <a:lnTo>
                      <a:pt x="1711198" y="713054"/>
                    </a:lnTo>
                    <a:lnTo>
                      <a:pt x="1944624" y="816610"/>
                    </a:lnTo>
                    <a:lnTo>
                      <a:pt x="1944624" y="813816"/>
                    </a:lnTo>
                    <a:lnTo>
                      <a:pt x="1944674" y="816648"/>
                    </a:lnTo>
                    <a:lnTo>
                      <a:pt x="1944712" y="818959"/>
                    </a:lnTo>
                    <a:lnTo>
                      <a:pt x="1944712" y="807351"/>
                    </a:lnTo>
                    <a:lnTo>
                      <a:pt x="1721548" y="708380"/>
                    </a:lnTo>
                    <a:lnTo>
                      <a:pt x="1950720" y="605028"/>
                    </a:lnTo>
                    <a:lnTo>
                      <a:pt x="1947672" y="597408"/>
                    </a:lnTo>
                    <a:lnTo>
                      <a:pt x="1711490" y="703922"/>
                    </a:lnTo>
                    <a:lnTo>
                      <a:pt x="1701139" y="699338"/>
                    </a:lnTo>
                    <a:lnTo>
                      <a:pt x="1701139" y="708596"/>
                    </a:lnTo>
                    <a:lnTo>
                      <a:pt x="1473377" y="811314"/>
                    </a:lnTo>
                    <a:lnTo>
                      <a:pt x="124206" y="213360"/>
                    </a:lnTo>
                    <a:lnTo>
                      <a:pt x="126492" y="214363"/>
                    </a:lnTo>
                    <a:lnTo>
                      <a:pt x="126492" y="9982"/>
                    </a:lnTo>
                    <a:lnTo>
                      <a:pt x="1701139" y="708596"/>
                    </a:lnTo>
                    <a:lnTo>
                      <a:pt x="1701139" y="699338"/>
                    </a:lnTo>
                    <a:lnTo>
                      <a:pt x="124206" y="0"/>
                    </a:lnTo>
                    <a:lnTo>
                      <a:pt x="118872" y="3810"/>
                    </a:lnTo>
                    <a:lnTo>
                      <a:pt x="118872" y="217170"/>
                    </a:lnTo>
                    <a:lnTo>
                      <a:pt x="121158" y="220980"/>
                    </a:lnTo>
                    <a:lnTo>
                      <a:pt x="124206" y="222326"/>
                    </a:lnTo>
                    <a:lnTo>
                      <a:pt x="126492" y="223342"/>
                    </a:lnTo>
                    <a:lnTo>
                      <a:pt x="1463065" y="815962"/>
                    </a:lnTo>
                    <a:lnTo>
                      <a:pt x="136398" y="1414272"/>
                    </a:lnTo>
                    <a:lnTo>
                      <a:pt x="139446" y="1421892"/>
                    </a:lnTo>
                    <a:lnTo>
                      <a:pt x="1473123" y="820420"/>
                    </a:lnTo>
                    <a:lnTo>
                      <a:pt x="1709293" y="925131"/>
                    </a:lnTo>
                    <a:lnTo>
                      <a:pt x="136398" y="1634490"/>
                    </a:lnTo>
                    <a:lnTo>
                      <a:pt x="139446" y="1642110"/>
                    </a:lnTo>
                    <a:lnTo>
                      <a:pt x="1718602" y="929271"/>
                    </a:lnTo>
                    <a:lnTo>
                      <a:pt x="1951482" y="1032510"/>
                    </a:lnTo>
                    <a:lnTo>
                      <a:pt x="1955292" y="1030122"/>
                    </a:lnTo>
                    <a:lnTo>
                      <a:pt x="1957578" y="1028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99" name="object 33">
                <a:extLst>
                  <a:ext uri="{FF2B5EF4-FFF2-40B4-BE49-F238E27FC236}">
                    <a16:creationId xmlns:a16="http://schemas.microsoft.com/office/drawing/2014/main" id="{84405A9A-4AE4-9127-BFCC-94A3E841F64C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415675" y="4398264"/>
                <a:ext cx="1162812" cy="512825"/>
              </a:xfrm>
              <a:prstGeom prst="rect">
                <a:avLst/>
              </a:prstGeom>
            </p:spPr>
          </p:pic>
          <p:sp>
            <p:nvSpPr>
              <p:cNvPr id="100" name="object 34">
                <a:extLst>
                  <a:ext uri="{FF2B5EF4-FFF2-40B4-BE49-F238E27FC236}">
                    <a16:creationId xmlns:a16="http://schemas.microsoft.com/office/drawing/2014/main" id="{52BFF394-A260-E4B8-3FC4-E154BB9AEFC4}"/>
                  </a:ext>
                </a:extLst>
              </p:cNvPr>
              <p:cNvSpPr/>
              <p:nvPr/>
            </p:nvSpPr>
            <p:spPr>
              <a:xfrm>
                <a:off x="4302138" y="4388370"/>
                <a:ext cx="1160780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1160779" h="539750">
                    <a:moveTo>
                      <a:pt x="370332" y="323850"/>
                    </a:moveTo>
                    <a:lnTo>
                      <a:pt x="110490" y="213360"/>
                    </a:lnTo>
                    <a:lnTo>
                      <a:pt x="108038" y="219468"/>
                    </a:lnTo>
                    <a:lnTo>
                      <a:pt x="0" y="220218"/>
                    </a:lnTo>
                    <a:lnTo>
                      <a:pt x="0" y="228600"/>
                    </a:lnTo>
                    <a:lnTo>
                      <a:pt x="108966" y="227838"/>
                    </a:lnTo>
                    <a:lnTo>
                      <a:pt x="108966" y="221640"/>
                    </a:lnTo>
                    <a:lnTo>
                      <a:pt x="367284" y="331470"/>
                    </a:lnTo>
                    <a:lnTo>
                      <a:pt x="370332" y="323850"/>
                    </a:lnTo>
                    <a:close/>
                  </a:path>
                  <a:path w="1160779" h="539750">
                    <a:moveTo>
                      <a:pt x="382524" y="326898"/>
                    </a:moveTo>
                    <a:lnTo>
                      <a:pt x="375666" y="323088"/>
                    </a:lnTo>
                    <a:lnTo>
                      <a:pt x="371856" y="330708"/>
                    </a:lnTo>
                    <a:lnTo>
                      <a:pt x="379476" y="333756"/>
                    </a:lnTo>
                    <a:lnTo>
                      <a:pt x="382524" y="326898"/>
                    </a:lnTo>
                    <a:close/>
                  </a:path>
                  <a:path w="1160779" h="539750">
                    <a:moveTo>
                      <a:pt x="397764" y="333756"/>
                    </a:moveTo>
                    <a:lnTo>
                      <a:pt x="390144" y="329946"/>
                    </a:lnTo>
                    <a:lnTo>
                      <a:pt x="387096" y="337566"/>
                    </a:lnTo>
                    <a:lnTo>
                      <a:pt x="394716" y="341376"/>
                    </a:lnTo>
                    <a:lnTo>
                      <a:pt x="397764" y="333756"/>
                    </a:lnTo>
                    <a:close/>
                  </a:path>
                  <a:path w="1160779" h="539750">
                    <a:moveTo>
                      <a:pt x="413004" y="340614"/>
                    </a:moveTo>
                    <a:lnTo>
                      <a:pt x="405384" y="336804"/>
                    </a:lnTo>
                    <a:lnTo>
                      <a:pt x="402336" y="344424"/>
                    </a:lnTo>
                    <a:lnTo>
                      <a:pt x="409194" y="348234"/>
                    </a:lnTo>
                    <a:lnTo>
                      <a:pt x="413004" y="340614"/>
                    </a:lnTo>
                    <a:close/>
                  </a:path>
                  <a:path w="1160779" h="539750">
                    <a:moveTo>
                      <a:pt x="428244" y="347472"/>
                    </a:moveTo>
                    <a:lnTo>
                      <a:pt x="420624" y="344424"/>
                    </a:lnTo>
                    <a:lnTo>
                      <a:pt x="416814" y="352044"/>
                    </a:lnTo>
                    <a:lnTo>
                      <a:pt x="424434" y="355092"/>
                    </a:lnTo>
                    <a:lnTo>
                      <a:pt x="428244" y="347472"/>
                    </a:lnTo>
                    <a:close/>
                  </a:path>
                  <a:path w="1160779" h="539750">
                    <a:moveTo>
                      <a:pt x="443484" y="355092"/>
                    </a:moveTo>
                    <a:lnTo>
                      <a:pt x="435864" y="351282"/>
                    </a:lnTo>
                    <a:lnTo>
                      <a:pt x="432054" y="358902"/>
                    </a:lnTo>
                    <a:lnTo>
                      <a:pt x="439674" y="362712"/>
                    </a:lnTo>
                    <a:lnTo>
                      <a:pt x="443484" y="355092"/>
                    </a:lnTo>
                    <a:close/>
                  </a:path>
                  <a:path w="1160779" h="539750">
                    <a:moveTo>
                      <a:pt x="458724" y="361950"/>
                    </a:moveTo>
                    <a:lnTo>
                      <a:pt x="451104" y="358140"/>
                    </a:lnTo>
                    <a:lnTo>
                      <a:pt x="447294" y="365760"/>
                    </a:lnTo>
                    <a:lnTo>
                      <a:pt x="454914" y="369570"/>
                    </a:lnTo>
                    <a:lnTo>
                      <a:pt x="458724" y="361950"/>
                    </a:lnTo>
                    <a:close/>
                  </a:path>
                  <a:path w="1160779" h="539750">
                    <a:moveTo>
                      <a:pt x="473964" y="368808"/>
                    </a:moveTo>
                    <a:lnTo>
                      <a:pt x="466344" y="365760"/>
                    </a:lnTo>
                    <a:lnTo>
                      <a:pt x="462534" y="373380"/>
                    </a:lnTo>
                    <a:lnTo>
                      <a:pt x="470154" y="376428"/>
                    </a:lnTo>
                    <a:lnTo>
                      <a:pt x="473964" y="368808"/>
                    </a:lnTo>
                    <a:close/>
                  </a:path>
                  <a:path w="1160779" h="539750">
                    <a:moveTo>
                      <a:pt x="488442" y="376428"/>
                    </a:moveTo>
                    <a:lnTo>
                      <a:pt x="480822" y="372618"/>
                    </a:lnTo>
                    <a:lnTo>
                      <a:pt x="477774" y="380238"/>
                    </a:lnTo>
                    <a:lnTo>
                      <a:pt x="485394" y="384048"/>
                    </a:lnTo>
                    <a:lnTo>
                      <a:pt x="488442" y="376428"/>
                    </a:lnTo>
                    <a:close/>
                  </a:path>
                  <a:path w="1160779" h="539750">
                    <a:moveTo>
                      <a:pt x="503682" y="383286"/>
                    </a:moveTo>
                    <a:lnTo>
                      <a:pt x="496062" y="379476"/>
                    </a:lnTo>
                    <a:lnTo>
                      <a:pt x="493014" y="387096"/>
                    </a:lnTo>
                    <a:lnTo>
                      <a:pt x="500634" y="390906"/>
                    </a:lnTo>
                    <a:lnTo>
                      <a:pt x="503682" y="383286"/>
                    </a:lnTo>
                    <a:close/>
                  </a:path>
                  <a:path w="1160779" h="539750">
                    <a:moveTo>
                      <a:pt x="518922" y="390144"/>
                    </a:moveTo>
                    <a:lnTo>
                      <a:pt x="511302" y="387096"/>
                    </a:lnTo>
                    <a:lnTo>
                      <a:pt x="508254" y="394716"/>
                    </a:lnTo>
                    <a:lnTo>
                      <a:pt x="515112" y="397764"/>
                    </a:lnTo>
                    <a:lnTo>
                      <a:pt x="518922" y="390144"/>
                    </a:lnTo>
                    <a:close/>
                  </a:path>
                  <a:path w="1160779" h="539750">
                    <a:moveTo>
                      <a:pt x="534162" y="397764"/>
                    </a:moveTo>
                    <a:lnTo>
                      <a:pt x="526542" y="393954"/>
                    </a:lnTo>
                    <a:lnTo>
                      <a:pt x="522732" y="401574"/>
                    </a:lnTo>
                    <a:lnTo>
                      <a:pt x="530352" y="405384"/>
                    </a:lnTo>
                    <a:lnTo>
                      <a:pt x="534162" y="397764"/>
                    </a:lnTo>
                    <a:close/>
                  </a:path>
                  <a:path w="1160779" h="539750">
                    <a:moveTo>
                      <a:pt x="549402" y="404622"/>
                    </a:moveTo>
                    <a:lnTo>
                      <a:pt x="541782" y="400812"/>
                    </a:lnTo>
                    <a:lnTo>
                      <a:pt x="537972" y="408432"/>
                    </a:lnTo>
                    <a:lnTo>
                      <a:pt x="545592" y="412242"/>
                    </a:lnTo>
                    <a:lnTo>
                      <a:pt x="549402" y="404622"/>
                    </a:lnTo>
                    <a:close/>
                  </a:path>
                  <a:path w="1160779" h="539750">
                    <a:moveTo>
                      <a:pt x="564642" y="411480"/>
                    </a:moveTo>
                    <a:lnTo>
                      <a:pt x="557022" y="408432"/>
                    </a:lnTo>
                    <a:lnTo>
                      <a:pt x="553212" y="416052"/>
                    </a:lnTo>
                    <a:lnTo>
                      <a:pt x="560832" y="419100"/>
                    </a:lnTo>
                    <a:lnTo>
                      <a:pt x="564642" y="411480"/>
                    </a:lnTo>
                    <a:close/>
                  </a:path>
                  <a:path w="1160779" h="539750">
                    <a:moveTo>
                      <a:pt x="579120" y="419100"/>
                    </a:moveTo>
                    <a:lnTo>
                      <a:pt x="572262" y="415290"/>
                    </a:lnTo>
                    <a:lnTo>
                      <a:pt x="568452" y="422910"/>
                    </a:lnTo>
                    <a:lnTo>
                      <a:pt x="576072" y="425958"/>
                    </a:lnTo>
                    <a:lnTo>
                      <a:pt x="579120" y="419100"/>
                    </a:lnTo>
                    <a:close/>
                  </a:path>
                  <a:path w="1160779" h="539750">
                    <a:moveTo>
                      <a:pt x="594360" y="425958"/>
                    </a:moveTo>
                    <a:lnTo>
                      <a:pt x="586740" y="422148"/>
                    </a:lnTo>
                    <a:lnTo>
                      <a:pt x="583692" y="429768"/>
                    </a:lnTo>
                    <a:lnTo>
                      <a:pt x="591312" y="433578"/>
                    </a:lnTo>
                    <a:lnTo>
                      <a:pt x="594360" y="425958"/>
                    </a:lnTo>
                    <a:close/>
                  </a:path>
                  <a:path w="1160779" h="539750">
                    <a:moveTo>
                      <a:pt x="609600" y="432816"/>
                    </a:moveTo>
                    <a:lnTo>
                      <a:pt x="601980" y="429768"/>
                    </a:lnTo>
                    <a:lnTo>
                      <a:pt x="598932" y="436626"/>
                    </a:lnTo>
                    <a:lnTo>
                      <a:pt x="606552" y="440436"/>
                    </a:lnTo>
                    <a:lnTo>
                      <a:pt x="609600" y="432816"/>
                    </a:lnTo>
                    <a:close/>
                  </a:path>
                  <a:path w="1160779" h="539750">
                    <a:moveTo>
                      <a:pt x="624840" y="440436"/>
                    </a:moveTo>
                    <a:lnTo>
                      <a:pt x="617220" y="436626"/>
                    </a:lnTo>
                    <a:lnTo>
                      <a:pt x="613410" y="444246"/>
                    </a:lnTo>
                    <a:lnTo>
                      <a:pt x="621030" y="447294"/>
                    </a:lnTo>
                    <a:lnTo>
                      <a:pt x="624840" y="440436"/>
                    </a:lnTo>
                    <a:close/>
                  </a:path>
                  <a:path w="1160779" h="539750">
                    <a:moveTo>
                      <a:pt x="640080" y="447294"/>
                    </a:moveTo>
                    <a:lnTo>
                      <a:pt x="632460" y="443484"/>
                    </a:lnTo>
                    <a:lnTo>
                      <a:pt x="628650" y="451104"/>
                    </a:lnTo>
                    <a:lnTo>
                      <a:pt x="636270" y="454914"/>
                    </a:lnTo>
                    <a:lnTo>
                      <a:pt x="640080" y="447294"/>
                    </a:lnTo>
                    <a:close/>
                  </a:path>
                  <a:path w="1160779" h="539750">
                    <a:moveTo>
                      <a:pt x="655320" y="454152"/>
                    </a:moveTo>
                    <a:lnTo>
                      <a:pt x="647700" y="450342"/>
                    </a:lnTo>
                    <a:lnTo>
                      <a:pt x="643890" y="457962"/>
                    </a:lnTo>
                    <a:lnTo>
                      <a:pt x="651510" y="461772"/>
                    </a:lnTo>
                    <a:lnTo>
                      <a:pt x="655320" y="454152"/>
                    </a:lnTo>
                    <a:close/>
                  </a:path>
                  <a:path w="1160779" h="539750">
                    <a:moveTo>
                      <a:pt x="670560" y="461010"/>
                    </a:moveTo>
                    <a:lnTo>
                      <a:pt x="662940" y="457962"/>
                    </a:lnTo>
                    <a:lnTo>
                      <a:pt x="659130" y="465582"/>
                    </a:lnTo>
                    <a:lnTo>
                      <a:pt x="666750" y="468630"/>
                    </a:lnTo>
                    <a:lnTo>
                      <a:pt x="670560" y="461010"/>
                    </a:lnTo>
                    <a:close/>
                  </a:path>
                  <a:path w="1160779" h="539750">
                    <a:moveTo>
                      <a:pt x="685038" y="468630"/>
                    </a:moveTo>
                    <a:lnTo>
                      <a:pt x="677418" y="464820"/>
                    </a:lnTo>
                    <a:lnTo>
                      <a:pt x="674370" y="472440"/>
                    </a:lnTo>
                    <a:lnTo>
                      <a:pt x="681990" y="476250"/>
                    </a:lnTo>
                    <a:lnTo>
                      <a:pt x="685038" y="468630"/>
                    </a:lnTo>
                    <a:close/>
                  </a:path>
                  <a:path w="1160779" h="539750">
                    <a:moveTo>
                      <a:pt x="700278" y="475488"/>
                    </a:moveTo>
                    <a:lnTo>
                      <a:pt x="692658" y="471678"/>
                    </a:lnTo>
                    <a:lnTo>
                      <a:pt x="689610" y="479298"/>
                    </a:lnTo>
                    <a:lnTo>
                      <a:pt x="697230" y="483108"/>
                    </a:lnTo>
                    <a:lnTo>
                      <a:pt x="700278" y="475488"/>
                    </a:lnTo>
                    <a:close/>
                  </a:path>
                  <a:path w="1160779" h="539750">
                    <a:moveTo>
                      <a:pt x="710946" y="265938"/>
                    </a:moveTo>
                    <a:lnTo>
                      <a:pt x="110490" y="0"/>
                    </a:lnTo>
                    <a:lnTo>
                      <a:pt x="106680" y="7620"/>
                    </a:lnTo>
                    <a:lnTo>
                      <a:pt x="707898" y="273558"/>
                    </a:lnTo>
                    <a:lnTo>
                      <a:pt x="710946" y="265938"/>
                    </a:lnTo>
                    <a:close/>
                  </a:path>
                  <a:path w="1160779" h="539750">
                    <a:moveTo>
                      <a:pt x="715518" y="482346"/>
                    </a:moveTo>
                    <a:lnTo>
                      <a:pt x="707898" y="479298"/>
                    </a:lnTo>
                    <a:lnTo>
                      <a:pt x="704850" y="486918"/>
                    </a:lnTo>
                    <a:lnTo>
                      <a:pt x="711708" y="489966"/>
                    </a:lnTo>
                    <a:lnTo>
                      <a:pt x="715518" y="482346"/>
                    </a:lnTo>
                    <a:close/>
                  </a:path>
                  <a:path w="1160779" h="539750">
                    <a:moveTo>
                      <a:pt x="723900" y="268986"/>
                    </a:moveTo>
                    <a:lnTo>
                      <a:pt x="716280" y="265176"/>
                    </a:lnTo>
                    <a:lnTo>
                      <a:pt x="712470" y="272796"/>
                    </a:lnTo>
                    <a:lnTo>
                      <a:pt x="720090" y="276606"/>
                    </a:lnTo>
                    <a:lnTo>
                      <a:pt x="723900" y="268986"/>
                    </a:lnTo>
                    <a:close/>
                  </a:path>
                  <a:path w="1160779" h="539750">
                    <a:moveTo>
                      <a:pt x="730758" y="489966"/>
                    </a:moveTo>
                    <a:lnTo>
                      <a:pt x="723138" y="486156"/>
                    </a:lnTo>
                    <a:lnTo>
                      <a:pt x="719328" y="493776"/>
                    </a:lnTo>
                    <a:lnTo>
                      <a:pt x="726948" y="497586"/>
                    </a:lnTo>
                    <a:lnTo>
                      <a:pt x="730758" y="489966"/>
                    </a:lnTo>
                    <a:close/>
                  </a:path>
                  <a:path w="1160779" h="539750">
                    <a:moveTo>
                      <a:pt x="738378" y="275844"/>
                    </a:moveTo>
                    <a:lnTo>
                      <a:pt x="731520" y="272796"/>
                    </a:lnTo>
                    <a:lnTo>
                      <a:pt x="727710" y="280416"/>
                    </a:lnTo>
                    <a:lnTo>
                      <a:pt x="735330" y="283464"/>
                    </a:lnTo>
                    <a:lnTo>
                      <a:pt x="738378" y="275844"/>
                    </a:lnTo>
                    <a:close/>
                  </a:path>
                  <a:path w="1160779" h="539750">
                    <a:moveTo>
                      <a:pt x="745998" y="496824"/>
                    </a:moveTo>
                    <a:lnTo>
                      <a:pt x="738378" y="493014"/>
                    </a:lnTo>
                    <a:lnTo>
                      <a:pt x="734568" y="500634"/>
                    </a:lnTo>
                    <a:lnTo>
                      <a:pt x="742188" y="504444"/>
                    </a:lnTo>
                    <a:lnTo>
                      <a:pt x="745998" y="496824"/>
                    </a:lnTo>
                    <a:close/>
                  </a:path>
                  <a:path w="1160779" h="539750">
                    <a:moveTo>
                      <a:pt x="753618" y="283464"/>
                    </a:moveTo>
                    <a:lnTo>
                      <a:pt x="745998" y="279654"/>
                    </a:lnTo>
                    <a:lnTo>
                      <a:pt x="742950" y="287274"/>
                    </a:lnTo>
                    <a:lnTo>
                      <a:pt x="750570" y="290322"/>
                    </a:lnTo>
                    <a:lnTo>
                      <a:pt x="753618" y="283464"/>
                    </a:lnTo>
                    <a:close/>
                  </a:path>
                  <a:path w="1160779" h="539750">
                    <a:moveTo>
                      <a:pt x="761238" y="503682"/>
                    </a:moveTo>
                    <a:lnTo>
                      <a:pt x="753618" y="500634"/>
                    </a:lnTo>
                    <a:lnTo>
                      <a:pt x="749808" y="508254"/>
                    </a:lnTo>
                    <a:lnTo>
                      <a:pt x="757428" y="511302"/>
                    </a:lnTo>
                    <a:lnTo>
                      <a:pt x="761238" y="503682"/>
                    </a:lnTo>
                    <a:close/>
                  </a:path>
                  <a:path w="1160779" h="539750">
                    <a:moveTo>
                      <a:pt x="768858" y="290322"/>
                    </a:moveTo>
                    <a:lnTo>
                      <a:pt x="761238" y="286512"/>
                    </a:lnTo>
                    <a:lnTo>
                      <a:pt x="758190" y="294132"/>
                    </a:lnTo>
                    <a:lnTo>
                      <a:pt x="765810" y="297942"/>
                    </a:lnTo>
                    <a:lnTo>
                      <a:pt x="768858" y="290322"/>
                    </a:lnTo>
                    <a:close/>
                  </a:path>
                  <a:path w="1160779" h="539750">
                    <a:moveTo>
                      <a:pt x="776478" y="511302"/>
                    </a:moveTo>
                    <a:lnTo>
                      <a:pt x="768858" y="507492"/>
                    </a:lnTo>
                    <a:lnTo>
                      <a:pt x="765048" y="515112"/>
                    </a:lnTo>
                    <a:lnTo>
                      <a:pt x="772668" y="518922"/>
                    </a:lnTo>
                    <a:lnTo>
                      <a:pt x="776478" y="511302"/>
                    </a:lnTo>
                    <a:close/>
                  </a:path>
                  <a:path w="1160779" h="539750">
                    <a:moveTo>
                      <a:pt x="784098" y="297180"/>
                    </a:moveTo>
                    <a:lnTo>
                      <a:pt x="776478" y="293370"/>
                    </a:lnTo>
                    <a:lnTo>
                      <a:pt x="772668" y="300990"/>
                    </a:lnTo>
                    <a:lnTo>
                      <a:pt x="780288" y="304800"/>
                    </a:lnTo>
                    <a:lnTo>
                      <a:pt x="784098" y="297180"/>
                    </a:lnTo>
                    <a:close/>
                  </a:path>
                  <a:path w="1160779" h="539750">
                    <a:moveTo>
                      <a:pt x="790956" y="518160"/>
                    </a:moveTo>
                    <a:lnTo>
                      <a:pt x="783336" y="514350"/>
                    </a:lnTo>
                    <a:lnTo>
                      <a:pt x="780288" y="521970"/>
                    </a:lnTo>
                    <a:lnTo>
                      <a:pt x="787908" y="525780"/>
                    </a:lnTo>
                    <a:lnTo>
                      <a:pt x="790956" y="518160"/>
                    </a:lnTo>
                    <a:close/>
                  </a:path>
                  <a:path w="1160779" h="539750">
                    <a:moveTo>
                      <a:pt x="799338" y="304038"/>
                    </a:moveTo>
                    <a:lnTo>
                      <a:pt x="791718" y="300990"/>
                    </a:lnTo>
                    <a:lnTo>
                      <a:pt x="787908" y="308610"/>
                    </a:lnTo>
                    <a:lnTo>
                      <a:pt x="795528" y="311658"/>
                    </a:lnTo>
                    <a:lnTo>
                      <a:pt x="799338" y="304038"/>
                    </a:lnTo>
                    <a:close/>
                  </a:path>
                  <a:path w="1160779" h="539750">
                    <a:moveTo>
                      <a:pt x="806196" y="525018"/>
                    </a:moveTo>
                    <a:lnTo>
                      <a:pt x="798576" y="521970"/>
                    </a:lnTo>
                    <a:lnTo>
                      <a:pt x="795528" y="529590"/>
                    </a:lnTo>
                    <a:lnTo>
                      <a:pt x="803148" y="532638"/>
                    </a:lnTo>
                    <a:lnTo>
                      <a:pt x="806196" y="525018"/>
                    </a:lnTo>
                    <a:close/>
                  </a:path>
                  <a:path w="1160779" h="539750">
                    <a:moveTo>
                      <a:pt x="814578" y="311658"/>
                    </a:moveTo>
                    <a:lnTo>
                      <a:pt x="806958" y="307848"/>
                    </a:lnTo>
                    <a:lnTo>
                      <a:pt x="803148" y="315468"/>
                    </a:lnTo>
                    <a:lnTo>
                      <a:pt x="810768" y="319278"/>
                    </a:lnTo>
                    <a:lnTo>
                      <a:pt x="814578" y="311658"/>
                    </a:lnTo>
                    <a:close/>
                  </a:path>
                  <a:path w="1160779" h="539750">
                    <a:moveTo>
                      <a:pt x="819912" y="531876"/>
                    </a:moveTo>
                    <a:lnTo>
                      <a:pt x="813816" y="528828"/>
                    </a:lnTo>
                    <a:lnTo>
                      <a:pt x="810006" y="536448"/>
                    </a:lnTo>
                    <a:lnTo>
                      <a:pt x="816102" y="539496"/>
                    </a:lnTo>
                    <a:lnTo>
                      <a:pt x="819912" y="531876"/>
                    </a:lnTo>
                    <a:close/>
                  </a:path>
                  <a:path w="1160779" h="539750">
                    <a:moveTo>
                      <a:pt x="829818" y="318516"/>
                    </a:moveTo>
                    <a:lnTo>
                      <a:pt x="822198" y="314706"/>
                    </a:lnTo>
                    <a:lnTo>
                      <a:pt x="818388" y="322326"/>
                    </a:lnTo>
                    <a:lnTo>
                      <a:pt x="826008" y="326136"/>
                    </a:lnTo>
                    <a:lnTo>
                      <a:pt x="829818" y="318516"/>
                    </a:lnTo>
                    <a:close/>
                  </a:path>
                  <a:path w="1160779" h="539750">
                    <a:moveTo>
                      <a:pt x="844296" y="325374"/>
                    </a:moveTo>
                    <a:lnTo>
                      <a:pt x="837438" y="322326"/>
                    </a:lnTo>
                    <a:lnTo>
                      <a:pt x="833628" y="329946"/>
                    </a:lnTo>
                    <a:lnTo>
                      <a:pt x="841248" y="332994"/>
                    </a:lnTo>
                    <a:lnTo>
                      <a:pt x="844296" y="325374"/>
                    </a:lnTo>
                    <a:close/>
                  </a:path>
                  <a:path w="1160779" h="539750">
                    <a:moveTo>
                      <a:pt x="859536" y="332994"/>
                    </a:moveTo>
                    <a:lnTo>
                      <a:pt x="851916" y="329184"/>
                    </a:lnTo>
                    <a:lnTo>
                      <a:pt x="848868" y="336804"/>
                    </a:lnTo>
                    <a:lnTo>
                      <a:pt x="856488" y="339852"/>
                    </a:lnTo>
                    <a:lnTo>
                      <a:pt x="859536" y="332994"/>
                    </a:lnTo>
                    <a:close/>
                  </a:path>
                  <a:path w="1160779" h="539750">
                    <a:moveTo>
                      <a:pt x="874776" y="339852"/>
                    </a:moveTo>
                    <a:lnTo>
                      <a:pt x="867156" y="336042"/>
                    </a:lnTo>
                    <a:lnTo>
                      <a:pt x="864108" y="343662"/>
                    </a:lnTo>
                    <a:lnTo>
                      <a:pt x="871728" y="347472"/>
                    </a:lnTo>
                    <a:lnTo>
                      <a:pt x="874776" y="339852"/>
                    </a:lnTo>
                    <a:close/>
                  </a:path>
                  <a:path w="1160779" h="539750">
                    <a:moveTo>
                      <a:pt x="890016" y="346710"/>
                    </a:moveTo>
                    <a:lnTo>
                      <a:pt x="882396" y="342900"/>
                    </a:lnTo>
                    <a:lnTo>
                      <a:pt x="878586" y="350520"/>
                    </a:lnTo>
                    <a:lnTo>
                      <a:pt x="886206" y="354330"/>
                    </a:lnTo>
                    <a:lnTo>
                      <a:pt x="890016" y="346710"/>
                    </a:lnTo>
                    <a:close/>
                  </a:path>
                  <a:path w="1160779" h="539750">
                    <a:moveTo>
                      <a:pt x="905256" y="353568"/>
                    </a:moveTo>
                    <a:lnTo>
                      <a:pt x="897636" y="350520"/>
                    </a:lnTo>
                    <a:lnTo>
                      <a:pt x="893826" y="358140"/>
                    </a:lnTo>
                    <a:lnTo>
                      <a:pt x="901446" y="361188"/>
                    </a:lnTo>
                    <a:lnTo>
                      <a:pt x="905256" y="353568"/>
                    </a:lnTo>
                    <a:close/>
                  </a:path>
                  <a:path w="1160779" h="539750">
                    <a:moveTo>
                      <a:pt x="920496" y="361188"/>
                    </a:moveTo>
                    <a:lnTo>
                      <a:pt x="912876" y="357378"/>
                    </a:lnTo>
                    <a:lnTo>
                      <a:pt x="909066" y="364998"/>
                    </a:lnTo>
                    <a:lnTo>
                      <a:pt x="916686" y="368808"/>
                    </a:lnTo>
                    <a:lnTo>
                      <a:pt x="920496" y="361188"/>
                    </a:lnTo>
                    <a:close/>
                  </a:path>
                  <a:path w="1160779" h="539750">
                    <a:moveTo>
                      <a:pt x="935736" y="368046"/>
                    </a:moveTo>
                    <a:lnTo>
                      <a:pt x="928116" y="364236"/>
                    </a:lnTo>
                    <a:lnTo>
                      <a:pt x="924306" y="371856"/>
                    </a:lnTo>
                    <a:lnTo>
                      <a:pt x="931926" y="375666"/>
                    </a:lnTo>
                    <a:lnTo>
                      <a:pt x="935736" y="368046"/>
                    </a:lnTo>
                    <a:close/>
                  </a:path>
                  <a:path w="1160779" h="539750">
                    <a:moveTo>
                      <a:pt x="950214" y="374904"/>
                    </a:moveTo>
                    <a:lnTo>
                      <a:pt x="943356" y="371856"/>
                    </a:lnTo>
                    <a:lnTo>
                      <a:pt x="939546" y="379476"/>
                    </a:lnTo>
                    <a:lnTo>
                      <a:pt x="947166" y="382524"/>
                    </a:lnTo>
                    <a:lnTo>
                      <a:pt x="950214" y="374904"/>
                    </a:lnTo>
                    <a:close/>
                  </a:path>
                  <a:path w="1160779" h="539750">
                    <a:moveTo>
                      <a:pt x="965454" y="382524"/>
                    </a:moveTo>
                    <a:lnTo>
                      <a:pt x="957834" y="378714"/>
                    </a:lnTo>
                    <a:lnTo>
                      <a:pt x="954786" y="386334"/>
                    </a:lnTo>
                    <a:lnTo>
                      <a:pt x="962406" y="390144"/>
                    </a:lnTo>
                    <a:lnTo>
                      <a:pt x="965454" y="382524"/>
                    </a:lnTo>
                    <a:close/>
                  </a:path>
                  <a:path w="1160779" h="539750">
                    <a:moveTo>
                      <a:pt x="980694" y="389382"/>
                    </a:moveTo>
                    <a:lnTo>
                      <a:pt x="973074" y="385572"/>
                    </a:lnTo>
                    <a:lnTo>
                      <a:pt x="970026" y="393192"/>
                    </a:lnTo>
                    <a:lnTo>
                      <a:pt x="977646" y="397002"/>
                    </a:lnTo>
                    <a:lnTo>
                      <a:pt x="980694" y="389382"/>
                    </a:lnTo>
                    <a:close/>
                  </a:path>
                  <a:path w="1160779" h="539750">
                    <a:moveTo>
                      <a:pt x="995934" y="396240"/>
                    </a:moveTo>
                    <a:lnTo>
                      <a:pt x="988314" y="393192"/>
                    </a:lnTo>
                    <a:lnTo>
                      <a:pt x="984504" y="400050"/>
                    </a:lnTo>
                    <a:lnTo>
                      <a:pt x="992124" y="403860"/>
                    </a:lnTo>
                    <a:lnTo>
                      <a:pt x="995934" y="396240"/>
                    </a:lnTo>
                    <a:close/>
                  </a:path>
                  <a:path w="1160779" h="539750">
                    <a:moveTo>
                      <a:pt x="1011174" y="403098"/>
                    </a:moveTo>
                    <a:lnTo>
                      <a:pt x="1003554" y="400050"/>
                    </a:lnTo>
                    <a:lnTo>
                      <a:pt x="999744" y="407670"/>
                    </a:lnTo>
                    <a:lnTo>
                      <a:pt x="1007364" y="410718"/>
                    </a:lnTo>
                    <a:lnTo>
                      <a:pt x="1011174" y="403098"/>
                    </a:lnTo>
                    <a:close/>
                  </a:path>
                  <a:path w="1160779" h="539750">
                    <a:moveTo>
                      <a:pt x="1026414" y="410718"/>
                    </a:moveTo>
                    <a:lnTo>
                      <a:pt x="1018794" y="406908"/>
                    </a:lnTo>
                    <a:lnTo>
                      <a:pt x="1014984" y="414528"/>
                    </a:lnTo>
                    <a:lnTo>
                      <a:pt x="1022604" y="418338"/>
                    </a:lnTo>
                    <a:lnTo>
                      <a:pt x="1026414" y="410718"/>
                    </a:lnTo>
                    <a:close/>
                  </a:path>
                  <a:path w="1160779" h="539750">
                    <a:moveTo>
                      <a:pt x="1041654" y="417576"/>
                    </a:moveTo>
                    <a:lnTo>
                      <a:pt x="1034034" y="413766"/>
                    </a:lnTo>
                    <a:lnTo>
                      <a:pt x="1030224" y="421386"/>
                    </a:lnTo>
                    <a:lnTo>
                      <a:pt x="1037844" y="425196"/>
                    </a:lnTo>
                    <a:lnTo>
                      <a:pt x="1041654" y="417576"/>
                    </a:lnTo>
                    <a:close/>
                  </a:path>
                  <a:path w="1160779" h="539750">
                    <a:moveTo>
                      <a:pt x="1056132" y="424434"/>
                    </a:moveTo>
                    <a:lnTo>
                      <a:pt x="1049274" y="421386"/>
                    </a:lnTo>
                    <a:lnTo>
                      <a:pt x="1045464" y="429006"/>
                    </a:lnTo>
                    <a:lnTo>
                      <a:pt x="1053084" y="432054"/>
                    </a:lnTo>
                    <a:lnTo>
                      <a:pt x="1056132" y="424434"/>
                    </a:lnTo>
                    <a:close/>
                  </a:path>
                  <a:path w="1160779" h="539750">
                    <a:moveTo>
                      <a:pt x="1071372" y="432054"/>
                    </a:moveTo>
                    <a:lnTo>
                      <a:pt x="1063752" y="428244"/>
                    </a:lnTo>
                    <a:lnTo>
                      <a:pt x="1060704" y="435864"/>
                    </a:lnTo>
                    <a:lnTo>
                      <a:pt x="1068324" y="439674"/>
                    </a:lnTo>
                    <a:lnTo>
                      <a:pt x="1071372" y="432054"/>
                    </a:lnTo>
                    <a:close/>
                  </a:path>
                  <a:path w="1160779" h="539750">
                    <a:moveTo>
                      <a:pt x="1086612" y="438912"/>
                    </a:moveTo>
                    <a:lnTo>
                      <a:pt x="1078992" y="435102"/>
                    </a:lnTo>
                    <a:lnTo>
                      <a:pt x="1075944" y="442722"/>
                    </a:lnTo>
                    <a:lnTo>
                      <a:pt x="1083564" y="446532"/>
                    </a:lnTo>
                    <a:lnTo>
                      <a:pt x="1086612" y="438912"/>
                    </a:lnTo>
                    <a:close/>
                  </a:path>
                  <a:path w="1160779" h="539750">
                    <a:moveTo>
                      <a:pt x="1101852" y="445770"/>
                    </a:moveTo>
                    <a:lnTo>
                      <a:pt x="1094232" y="442722"/>
                    </a:lnTo>
                    <a:lnTo>
                      <a:pt x="1090422" y="449580"/>
                    </a:lnTo>
                    <a:lnTo>
                      <a:pt x="1098042" y="453390"/>
                    </a:lnTo>
                    <a:lnTo>
                      <a:pt x="1101852" y="445770"/>
                    </a:lnTo>
                    <a:close/>
                  </a:path>
                  <a:path w="1160779" h="539750">
                    <a:moveTo>
                      <a:pt x="1117092" y="452628"/>
                    </a:moveTo>
                    <a:lnTo>
                      <a:pt x="1109472" y="449580"/>
                    </a:lnTo>
                    <a:lnTo>
                      <a:pt x="1105662" y="457200"/>
                    </a:lnTo>
                    <a:lnTo>
                      <a:pt x="1113282" y="460248"/>
                    </a:lnTo>
                    <a:lnTo>
                      <a:pt x="1117092" y="452628"/>
                    </a:lnTo>
                    <a:close/>
                  </a:path>
                  <a:path w="1160779" h="539750">
                    <a:moveTo>
                      <a:pt x="1132332" y="460248"/>
                    </a:moveTo>
                    <a:lnTo>
                      <a:pt x="1124712" y="456438"/>
                    </a:lnTo>
                    <a:lnTo>
                      <a:pt x="1120902" y="464058"/>
                    </a:lnTo>
                    <a:lnTo>
                      <a:pt x="1128522" y="467868"/>
                    </a:lnTo>
                    <a:lnTo>
                      <a:pt x="1132332" y="460248"/>
                    </a:lnTo>
                    <a:close/>
                  </a:path>
                  <a:path w="1160779" h="539750">
                    <a:moveTo>
                      <a:pt x="1147572" y="467106"/>
                    </a:moveTo>
                    <a:lnTo>
                      <a:pt x="1139952" y="463296"/>
                    </a:lnTo>
                    <a:lnTo>
                      <a:pt x="1136142" y="470916"/>
                    </a:lnTo>
                    <a:lnTo>
                      <a:pt x="1143762" y="474726"/>
                    </a:lnTo>
                    <a:lnTo>
                      <a:pt x="1147572" y="467106"/>
                    </a:lnTo>
                    <a:close/>
                  </a:path>
                  <a:path w="1160779" h="539750">
                    <a:moveTo>
                      <a:pt x="1160526" y="473202"/>
                    </a:moveTo>
                    <a:lnTo>
                      <a:pt x="1155192" y="470916"/>
                    </a:lnTo>
                    <a:lnTo>
                      <a:pt x="1151382" y="478536"/>
                    </a:lnTo>
                    <a:lnTo>
                      <a:pt x="1157478" y="480822"/>
                    </a:lnTo>
                    <a:lnTo>
                      <a:pt x="1160526" y="47320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101" name="object 35">
                <a:extLst>
                  <a:ext uri="{FF2B5EF4-FFF2-40B4-BE49-F238E27FC236}">
                    <a16:creationId xmlns:a16="http://schemas.microsoft.com/office/drawing/2014/main" id="{A9F48788-E154-C310-303E-32B979AA5ABE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424819" y="4618482"/>
                <a:ext cx="1163574" cy="512063"/>
              </a:xfrm>
              <a:prstGeom prst="rect">
                <a:avLst/>
              </a:prstGeom>
            </p:spPr>
          </p:pic>
          <p:sp>
            <p:nvSpPr>
              <p:cNvPr id="102" name="object 36">
                <a:extLst>
                  <a:ext uri="{FF2B5EF4-FFF2-40B4-BE49-F238E27FC236}">
                    <a16:creationId xmlns:a16="http://schemas.microsoft.com/office/drawing/2014/main" id="{37A27AB0-2486-3610-268E-5676CBF9C849}"/>
                  </a:ext>
                </a:extLst>
              </p:cNvPr>
              <p:cNvSpPr/>
              <p:nvPr/>
            </p:nvSpPr>
            <p:spPr>
              <a:xfrm>
                <a:off x="4418724" y="3556266"/>
                <a:ext cx="1931670" cy="1591310"/>
              </a:xfrm>
              <a:custGeom>
                <a:avLst/>
                <a:gdLst/>
                <a:ahLst/>
                <a:cxnLst/>
                <a:rect l="l" t="t" r="r" b="b"/>
                <a:pathLst>
                  <a:path w="1931670" h="1591310">
                    <a:moveTo>
                      <a:pt x="263652" y="1376172"/>
                    </a:moveTo>
                    <a:lnTo>
                      <a:pt x="3810" y="1265682"/>
                    </a:lnTo>
                    <a:lnTo>
                      <a:pt x="0" y="1273302"/>
                    </a:lnTo>
                    <a:lnTo>
                      <a:pt x="259842" y="1383792"/>
                    </a:lnTo>
                    <a:lnTo>
                      <a:pt x="263652" y="1376172"/>
                    </a:lnTo>
                    <a:close/>
                  </a:path>
                  <a:path w="1931670" h="1591310">
                    <a:moveTo>
                      <a:pt x="275844" y="1378458"/>
                    </a:moveTo>
                    <a:lnTo>
                      <a:pt x="268224" y="1375410"/>
                    </a:lnTo>
                    <a:lnTo>
                      <a:pt x="265176" y="1382268"/>
                    </a:lnTo>
                    <a:lnTo>
                      <a:pt x="272796" y="1386078"/>
                    </a:lnTo>
                    <a:lnTo>
                      <a:pt x="275844" y="1378458"/>
                    </a:lnTo>
                    <a:close/>
                  </a:path>
                  <a:path w="1931670" h="1591310">
                    <a:moveTo>
                      <a:pt x="291084" y="1385316"/>
                    </a:moveTo>
                    <a:lnTo>
                      <a:pt x="283464" y="1382268"/>
                    </a:lnTo>
                    <a:lnTo>
                      <a:pt x="280416" y="1389888"/>
                    </a:lnTo>
                    <a:lnTo>
                      <a:pt x="287274" y="1392936"/>
                    </a:lnTo>
                    <a:lnTo>
                      <a:pt x="291084" y="1385316"/>
                    </a:lnTo>
                    <a:close/>
                  </a:path>
                  <a:path w="1931670" h="1591310">
                    <a:moveTo>
                      <a:pt x="306324" y="1392936"/>
                    </a:moveTo>
                    <a:lnTo>
                      <a:pt x="298704" y="1389126"/>
                    </a:lnTo>
                    <a:lnTo>
                      <a:pt x="294894" y="1396746"/>
                    </a:lnTo>
                    <a:lnTo>
                      <a:pt x="302514" y="1400556"/>
                    </a:lnTo>
                    <a:lnTo>
                      <a:pt x="306324" y="1392936"/>
                    </a:lnTo>
                    <a:close/>
                  </a:path>
                  <a:path w="1931670" h="1591310">
                    <a:moveTo>
                      <a:pt x="321564" y="1399794"/>
                    </a:moveTo>
                    <a:lnTo>
                      <a:pt x="313944" y="1395984"/>
                    </a:lnTo>
                    <a:lnTo>
                      <a:pt x="310134" y="1403604"/>
                    </a:lnTo>
                    <a:lnTo>
                      <a:pt x="317754" y="1407414"/>
                    </a:lnTo>
                    <a:lnTo>
                      <a:pt x="321564" y="1399794"/>
                    </a:lnTo>
                    <a:close/>
                  </a:path>
                  <a:path w="1931670" h="1591310">
                    <a:moveTo>
                      <a:pt x="336804" y="1406652"/>
                    </a:moveTo>
                    <a:lnTo>
                      <a:pt x="329184" y="1403604"/>
                    </a:lnTo>
                    <a:lnTo>
                      <a:pt x="325374" y="1411224"/>
                    </a:lnTo>
                    <a:lnTo>
                      <a:pt x="332994" y="1414272"/>
                    </a:lnTo>
                    <a:lnTo>
                      <a:pt x="336804" y="1406652"/>
                    </a:lnTo>
                    <a:close/>
                  </a:path>
                  <a:path w="1931670" h="1591310">
                    <a:moveTo>
                      <a:pt x="351282" y="1414272"/>
                    </a:moveTo>
                    <a:lnTo>
                      <a:pt x="344424" y="1410462"/>
                    </a:lnTo>
                    <a:lnTo>
                      <a:pt x="340614" y="1418082"/>
                    </a:lnTo>
                    <a:lnTo>
                      <a:pt x="348234" y="1421892"/>
                    </a:lnTo>
                    <a:lnTo>
                      <a:pt x="351282" y="1414272"/>
                    </a:lnTo>
                    <a:close/>
                  </a:path>
                  <a:path w="1931670" h="1591310">
                    <a:moveTo>
                      <a:pt x="366522" y="1421130"/>
                    </a:moveTo>
                    <a:lnTo>
                      <a:pt x="358902" y="1417320"/>
                    </a:lnTo>
                    <a:lnTo>
                      <a:pt x="355854" y="1424940"/>
                    </a:lnTo>
                    <a:lnTo>
                      <a:pt x="363474" y="1428750"/>
                    </a:lnTo>
                    <a:lnTo>
                      <a:pt x="366522" y="1421130"/>
                    </a:lnTo>
                    <a:close/>
                  </a:path>
                  <a:path w="1931670" h="1591310">
                    <a:moveTo>
                      <a:pt x="381762" y="1427988"/>
                    </a:moveTo>
                    <a:lnTo>
                      <a:pt x="374142" y="1424940"/>
                    </a:lnTo>
                    <a:lnTo>
                      <a:pt x="371094" y="1432560"/>
                    </a:lnTo>
                    <a:lnTo>
                      <a:pt x="378714" y="1435608"/>
                    </a:lnTo>
                    <a:lnTo>
                      <a:pt x="381762" y="1427988"/>
                    </a:lnTo>
                    <a:close/>
                  </a:path>
                  <a:path w="1931670" h="1591310">
                    <a:moveTo>
                      <a:pt x="397002" y="1435608"/>
                    </a:moveTo>
                    <a:lnTo>
                      <a:pt x="389382" y="1431798"/>
                    </a:lnTo>
                    <a:lnTo>
                      <a:pt x="385572" y="1439418"/>
                    </a:lnTo>
                    <a:lnTo>
                      <a:pt x="393192" y="1443228"/>
                    </a:lnTo>
                    <a:lnTo>
                      <a:pt x="397002" y="1435608"/>
                    </a:lnTo>
                    <a:close/>
                  </a:path>
                  <a:path w="1931670" h="1591310">
                    <a:moveTo>
                      <a:pt x="412242" y="1442466"/>
                    </a:moveTo>
                    <a:lnTo>
                      <a:pt x="404622" y="1438656"/>
                    </a:lnTo>
                    <a:lnTo>
                      <a:pt x="400812" y="1446276"/>
                    </a:lnTo>
                    <a:lnTo>
                      <a:pt x="408432" y="1450086"/>
                    </a:lnTo>
                    <a:lnTo>
                      <a:pt x="412242" y="1442466"/>
                    </a:lnTo>
                    <a:close/>
                  </a:path>
                  <a:path w="1931670" h="1591310">
                    <a:moveTo>
                      <a:pt x="427482" y="1449324"/>
                    </a:moveTo>
                    <a:lnTo>
                      <a:pt x="419862" y="1446276"/>
                    </a:lnTo>
                    <a:lnTo>
                      <a:pt x="416052" y="1453896"/>
                    </a:lnTo>
                    <a:lnTo>
                      <a:pt x="423672" y="1456944"/>
                    </a:lnTo>
                    <a:lnTo>
                      <a:pt x="427482" y="1449324"/>
                    </a:lnTo>
                    <a:close/>
                  </a:path>
                  <a:path w="1931670" h="1591310">
                    <a:moveTo>
                      <a:pt x="442722" y="1456944"/>
                    </a:moveTo>
                    <a:lnTo>
                      <a:pt x="435102" y="1453134"/>
                    </a:lnTo>
                    <a:lnTo>
                      <a:pt x="431292" y="1460754"/>
                    </a:lnTo>
                    <a:lnTo>
                      <a:pt x="438912" y="1464564"/>
                    </a:lnTo>
                    <a:lnTo>
                      <a:pt x="442722" y="1456944"/>
                    </a:lnTo>
                    <a:close/>
                  </a:path>
                  <a:path w="1931670" h="1591310">
                    <a:moveTo>
                      <a:pt x="457200" y="1463802"/>
                    </a:moveTo>
                    <a:lnTo>
                      <a:pt x="449580" y="1459992"/>
                    </a:lnTo>
                    <a:lnTo>
                      <a:pt x="446532" y="1467612"/>
                    </a:lnTo>
                    <a:lnTo>
                      <a:pt x="454152" y="1471422"/>
                    </a:lnTo>
                    <a:lnTo>
                      <a:pt x="457200" y="1463802"/>
                    </a:lnTo>
                    <a:close/>
                  </a:path>
                  <a:path w="1931670" h="1591310">
                    <a:moveTo>
                      <a:pt x="472440" y="1470660"/>
                    </a:moveTo>
                    <a:lnTo>
                      <a:pt x="464820" y="1467612"/>
                    </a:lnTo>
                    <a:lnTo>
                      <a:pt x="461772" y="1475232"/>
                    </a:lnTo>
                    <a:lnTo>
                      <a:pt x="469392" y="1478280"/>
                    </a:lnTo>
                    <a:lnTo>
                      <a:pt x="472440" y="1470660"/>
                    </a:lnTo>
                    <a:close/>
                  </a:path>
                  <a:path w="1931670" h="1591310">
                    <a:moveTo>
                      <a:pt x="487680" y="1478280"/>
                    </a:moveTo>
                    <a:lnTo>
                      <a:pt x="480060" y="1474470"/>
                    </a:lnTo>
                    <a:lnTo>
                      <a:pt x="477012" y="1482090"/>
                    </a:lnTo>
                    <a:lnTo>
                      <a:pt x="483870" y="1485138"/>
                    </a:lnTo>
                    <a:lnTo>
                      <a:pt x="487680" y="1478280"/>
                    </a:lnTo>
                    <a:close/>
                  </a:path>
                  <a:path w="1931670" h="1591310">
                    <a:moveTo>
                      <a:pt x="502920" y="1485138"/>
                    </a:moveTo>
                    <a:lnTo>
                      <a:pt x="495300" y="1481328"/>
                    </a:lnTo>
                    <a:lnTo>
                      <a:pt x="491490" y="1488948"/>
                    </a:lnTo>
                    <a:lnTo>
                      <a:pt x="499110" y="1492758"/>
                    </a:lnTo>
                    <a:lnTo>
                      <a:pt x="502920" y="1485138"/>
                    </a:lnTo>
                    <a:close/>
                  </a:path>
                  <a:path w="1931670" h="1591310">
                    <a:moveTo>
                      <a:pt x="518160" y="1491996"/>
                    </a:moveTo>
                    <a:lnTo>
                      <a:pt x="510540" y="1488948"/>
                    </a:lnTo>
                    <a:lnTo>
                      <a:pt x="506730" y="1495806"/>
                    </a:lnTo>
                    <a:lnTo>
                      <a:pt x="514350" y="1499616"/>
                    </a:lnTo>
                    <a:lnTo>
                      <a:pt x="518160" y="1491996"/>
                    </a:lnTo>
                    <a:close/>
                  </a:path>
                  <a:path w="1931670" h="1591310">
                    <a:moveTo>
                      <a:pt x="533400" y="1498854"/>
                    </a:moveTo>
                    <a:lnTo>
                      <a:pt x="525780" y="1495806"/>
                    </a:lnTo>
                    <a:lnTo>
                      <a:pt x="521970" y="1503426"/>
                    </a:lnTo>
                    <a:lnTo>
                      <a:pt x="529590" y="1506474"/>
                    </a:lnTo>
                    <a:lnTo>
                      <a:pt x="533400" y="1498854"/>
                    </a:lnTo>
                    <a:close/>
                  </a:path>
                  <a:path w="1931670" h="1591310">
                    <a:moveTo>
                      <a:pt x="548640" y="1506474"/>
                    </a:moveTo>
                    <a:lnTo>
                      <a:pt x="541020" y="1502664"/>
                    </a:lnTo>
                    <a:lnTo>
                      <a:pt x="537210" y="1510284"/>
                    </a:lnTo>
                    <a:lnTo>
                      <a:pt x="544830" y="1514094"/>
                    </a:lnTo>
                    <a:lnTo>
                      <a:pt x="548640" y="1506474"/>
                    </a:lnTo>
                    <a:close/>
                  </a:path>
                  <a:path w="1931670" h="1591310">
                    <a:moveTo>
                      <a:pt x="563118" y="1513332"/>
                    </a:moveTo>
                    <a:lnTo>
                      <a:pt x="555498" y="1509522"/>
                    </a:lnTo>
                    <a:lnTo>
                      <a:pt x="552450" y="1517142"/>
                    </a:lnTo>
                    <a:lnTo>
                      <a:pt x="560070" y="1520952"/>
                    </a:lnTo>
                    <a:lnTo>
                      <a:pt x="563118" y="1513332"/>
                    </a:lnTo>
                    <a:close/>
                  </a:path>
                  <a:path w="1931670" h="1591310">
                    <a:moveTo>
                      <a:pt x="578358" y="1520190"/>
                    </a:moveTo>
                    <a:lnTo>
                      <a:pt x="570738" y="1517142"/>
                    </a:lnTo>
                    <a:lnTo>
                      <a:pt x="567690" y="1524762"/>
                    </a:lnTo>
                    <a:lnTo>
                      <a:pt x="575310" y="1527810"/>
                    </a:lnTo>
                    <a:lnTo>
                      <a:pt x="578358" y="1520190"/>
                    </a:lnTo>
                    <a:close/>
                  </a:path>
                  <a:path w="1931670" h="1591310">
                    <a:moveTo>
                      <a:pt x="593598" y="1527810"/>
                    </a:moveTo>
                    <a:lnTo>
                      <a:pt x="585978" y="1524000"/>
                    </a:lnTo>
                    <a:lnTo>
                      <a:pt x="582168" y="1531620"/>
                    </a:lnTo>
                    <a:lnTo>
                      <a:pt x="589788" y="1535430"/>
                    </a:lnTo>
                    <a:lnTo>
                      <a:pt x="593598" y="1527810"/>
                    </a:lnTo>
                    <a:close/>
                  </a:path>
                  <a:path w="1931670" h="1591310">
                    <a:moveTo>
                      <a:pt x="608838" y="1534668"/>
                    </a:moveTo>
                    <a:lnTo>
                      <a:pt x="601218" y="1530858"/>
                    </a:lnTo>
                    <a:lnTo>
                      <a:pt x="597408" y="1538478"/>
                    </a:lnTo>
                    <a:lnTo>
                      <a:pt x="605028" y="1542288"/>
                    </a:lnTo>
                    <a:lnTo>
                      <a:pt x="608838" y="1534668"/>
                    </a:lnTo>
                    <a:close/>
                  </a:path>
                  <a:path w="1931670" h="1591310">
                    <a:moveTo>
                      <a:pt x="616458" y="1321308"/>
                    </a:moveTo>
                    <a:lnTo>
                      <a:pt x="608838" y="1317498"/>
                    </a:lnTo>
                    <a:lnTo>
                      <a:pt x="605790" y="1325118"/>
                    </a:lnTo>
                    <a:lnTo>
                      <a:pt x="613410" y="1328928"/>
                    </a:lnTo>
                    <a:lnTo>
                      <a:pt x="616458" y="1321308"/>
                    </a:lnTo>
                    <a:close/>
                  </a:path>
                  <a:path w="1931670" h="1591310">
                    <a:moveTo>
                      <a:pt x="624078" y="1541526"/>
                    </a:moveTo>
                    <a:lnTo>
                      <a:pt x="616458" y="1538478"/>
                    </a:lnTo>
                    <a:lnTo>
                      <a:pt x="612648" y="1546098"/>
                    </a:lnTo>
                    <a:lnTo>
                      <a:pt x="620268" y="1549146"/>
                    </a:lnTo>
                    <a:lnTo>
                      <a:pt x="624078" y="1541526"/>
                    </a:lnTo>
                    <a:close/>
                  </a:path>
                  <a:path w="1931670" h="1591310">
                    <a:moveTo>
                      <a:pt x="631698" y="1328166"/>
                    </a:moveTo>
                    <a:lnTo>
                      <a:pt x="624078" y="1324356"/>
                    </a:lnTo>
                    <a:lnTo>
                      <a:pt x="621030" y="1331976"/>
                    </a:lnTo>
                    <a:lnTo>
                      <a:pt x="628650" y="1335786"/>
                    </a:lnTo>
                    <a:lnTo>
                      <a:pt x="631698" y="1328166"/>
                    </a:lnTo>
                    <a:close/>
                  </a:path>
                  <a:path w="1931670" h="1591310">
                    <a:moveTo>
                      <a:pt x="639318" y="1549146"/>
                    </a:moveTo>
                    <a:lnTo>
                      <a:pt x="631698" y="1545336"/>
                    </a:lnTo>
                    <a:lnTo>
                      <a:pt x="627888" y="1552956"/>
                    </a:lnTo>
                    <a:lnTo>
                      <a:pt x="635508" y="1556766"/>
                    </a:lnTo>
                    <a:lnTo>
                      <a:pt x="639318" y="1549146"/>
                    </a:lnTo>
                    <a:close/>
                  </a:path>
                  <a:path w="1931670" h="1591310">
                    <a:moveTo>
                      <a:pt x="646938" y="1335024"/>
                    </a:moveTo>
                    <a:lnTo>
                      <a:pt x="639318" y="1331976"/>
                    </a:lnTo>
                    <a:lnTo>
                      <a:pt x="636270" y="1338834"/>
                    </a:lnTo>
                    <a:lnTo>
                      <a:pt x="643128" y="1342644"/>
                    </a:lnTo>
                    <a:lnTo>
                      <a:pt x="646938" y="1335024"/>
                    </a:lnTo>
                    <a:close/>
                  </a:path>
                  <a:path w="1931670" h="1591310">
                    <a:moveTo>
                      <a:pt x="653796" y="1556004"/>
                    </a:moveTo>
                    <a:lnTo>
                      <a:pt x="646938" y="1552194"/>
                    </a:lnTo>
                    <a:lnTo>
                      <a:pt x="643128" y="1559814"/>
                    </a:lnTo>
                    <a:lnTo>
                      <a:pt x="650748" y="1563624"/>
                    </a:lnTo>
                    <a:lnTo>
                      <a:pt x="653796" y="1556004"/>
                    </a:lnTo>
                    <a:close/>
                  </a:path>
                  <a:path w="1931670" h="1591310">
                    <a:moveTo>
                      <a:pt x="662178" y="1341882"/>
                    </a:moveTo>
                    <a:lnTo>
                      <a:pt x="654558" y="1338834"/>
                    </a:lnTo>
                    <a:lnTo>
                      <a:pt x="650748" y="1346454"/>
                    </a:lnTo>
                    <a:lnTo>
                      <a:pt x="658368" y="1349502"/>
                    </a:lnTo>
                    <a:lnTo>
                      <a:pt x="662178" y="1341882"/>
                    </a:lnTo>
                    <a:close/>
                  </a:path>
                  <a:path w="1931670" h="1591310">
                    <a:moveTo>
                      <a:pt x="669036" y="1562862"/>
                    </a:moveTo>
                    <a:lnTo>
                      <a:pt x="661416" y="1559814"/>
                    </a:lnTo>
                    <a:lnTo>
                      <a:pt x="658368" y="1567434"/>
                    </a:lnTo>
                    <a:lnTo>
                      <a:pt x="665988" y="1570482"/>
                    </a:lnTo>
                    <a:lnTo>
                      <a:pt x="669036" y="1562862"/>
                    </a:lnTo>
                    <a:close/>
                  </a:path>
                  <a:path w="1931670" h="1591310">
                    <a:moveTo>
                      <a:pt x="677418" y="1349502"/>
                    </a:moveTo>
                    <a:lnTo>
                      <a:pt x="669798" y="1345692"/>
                    </a:lnTo>
                    <a:lnTo>
                      <a:pt x="665988" y="1353312"/>
                    </a:lnTo>
                    <a:lnTo>
                      <a:pt x="673608" y="1357122"/>
                    </a:lnTo>
                    <a:lnTo>
                      <a:pt x="677418" y="1349502"/>
                    </a:lnTo>
                    <a:close/>
                  </a:path>
                  <a:path w="1931670" h="1591310">
                    <a:moveTo>
                      <a:pt x="684276" y="1570482"/>
                    </a:moveTo>
                    <a:lnTo>
                      <a:pt x="676656" y="1566672"/>
                    </a:lnTo>
                    <a:lnTo>
                      <a:pt x="673608" y="1574292"/>
                    </a:lnTo>
                    <a:lnTo>
                      <a:pt x="680466" y="1578102"/>
                    </a:lnTo>
                    <a:lnTo>
                      <a:pt x="684276" y="1570482"/>
                    </a:lnTo>
                    <a:close/>
                  </a:path>
                  <a:path w="1931670" h="1591310">
                    <a:moveTo>
                      <a:pt x="692658" y="1356360"/>
                    </a:moveTo>
                    <a:lnTo>
                      <a:pt x="685038" y="1352550"/>
                    </a:lnTo>
                    <a:lnTo>
                      <a:pt x="681228" y="1360170"/>
                    </a:lnTo>
                    <a:lnTo>
                      <a:pt x="688848" y="1363980"/>
                    </a:lnTo>
                    <a:lnTo>
                      <a:pt x="692658" y="1356360"/>
                    </a:lnTo>
                    <a:close/>
                  </a:path>
                  <a:path w="1931670" h="1591310">
                    <a:moveTo>
                      <a:pt x="699516" y="1577340"/>
                    </a:moveTo>
                    <a:lnTo>
                      <a:pt x="691896" y="1573530"/>
                    </a:lnTo>
                    <a:lnTo>
                      <a:pt x="688086" y="1581150"/>
                    </a:lnTo>
                    <a:lnTo>
                      <a:pt x="695706" y="1584960"/>
                    </a:lnTo>
                    <a:lnTo>
                      <a:pt x="699516" y="1577340"/>
                    </a:lnTo>
                    <a:close/>
                  </a:path>
                  <a:path w="1931670" h="1591310">
                    <a:moveTo>
                      <a:pt x="707898" y="1363218"/>
                    </a:moveTo>
                    <a:lnTo>
                      <a:pt x="700278" y="1360170"/>
                    </a:lnTo>
                    <a:lnTo>
                      <a:pt x="696468" y="1367790"/>
                    </a:lnTo>
                    <a:lnTo>
                      <a:pt x="704088" y="1370838"/>
                    </a:lnTo>
                    <a:lnTo>
                      <a:pt x="707898" y="1363218"/>
                    </a:lnTo>
                    <a:close/>
                  </a:path>
                  <a:path w="1931670" h="1591310">
                    <a:moveTo>
                      <a:pt x="713232" y="1583436"/>
                    </a:moveTo>
                    <a:lnTo>
                      <a:pt x="707136" y="1581150"/>
                    </a:lnTo>
                    <a:lnTo>
                      <a:pt x="703326" y="1588770"/>
                    </a:lnTo>
                    <a:lnTo>
                      <a:pt x="709422" y="1591056"/>
                    </a:lnTo>
                    <a:lnTo>
                      <a:pt x="713232" y="1583436"/>
                    </a:lnTo>
                    <a:close/>
                  </a:path>
                  <a:path w="1931670" h="1591310">
                    <a:moveTo>
                      <a:pt x="722376" y="1370838"/>
                    </a:moveTo>
                    <a:lnTo>
                      <a:pt x="714756" y="1367028"/>
                    </a:lnTo>
                    <a:lnTo>
                      <a:pt x="711708" y="1374648"/>
                    </a:lnTo>
                    <a:lnTo>
                      <a:pt x="719328" y="1378458"/>
                    </a:lnTo>
                    <a:lnTo>
                      <a:pt x="722376" y="1370838"/>
                    </a:lnTo>
                    <a:close/>
                  </a:path>
                  <a:path w="1931670" h="1591310">
                    <a:moveTo>
                      <a:pt x="737616" y="1377696"/>
                    </a:moveTo>
                    <a:lnTo>
                      <a:pt x="729996" y="1373886"/>
                    </a:lnTo>
                    <a:lnTo>
                      <a:pt x="726948" y="1381506"/>
                    </a:lnTo>
                    <a:lnTo>
                      <a:pt x="734568" y="1385316"/>
                    </a:lnTo>
                    <a:lnTo>
                      <a:pt x="737616" y="1377696"/>
                    </a:lnTo>
                    <a:close/>
                  </a:path>
                  <a:path w="1931670" h="1591310">
                    <a:moveTo>
                      <a:pt x="752856" y="1384554"/>
                    </a:moveTo>
                    <a:lnTo>
                      <a:pt x="745236" y="1381506"/>
                    </a:lnTo>
                    <a:lnTo>
                      <a:pt x="742188" y="1388364"/>
                    </a:lnTo>
                    <a:lnTo>
                      <a:pt x="749046" y="1392174"/>
                    </a:lnTo>
                    <a:lnTo>
                      <a:pt x="752856" y="1384554"/>
                    </a:lnTo>
                    <a:close/>
                  </a:path>
                  <a:path w="1931670" h="1591310">
                    <a:moveTo>
                      <a:pt x="768096" y="1391412"/>
                    </a:moveTo>
                    <a:lnTo>
                      <a:pt x="760476" y="1388364"/>
                    </a:lnTo>
                    <a:lnTo>
                      <a:pt x="756666" y="1395984"/>
                    </a:lnTo>
                    <a:lnTo>
                      <a:pt x="764286" y="1399032"/>
                    </a:lnTo>
                    <a:lnTo>
                      <a:pt x="768096" y="1391412"/>
                    </a:lnTo>
                    <a:close/>
                  </a:path>
                  <a:path w="1931670" h="1591310">
                    <a:moveTo>
                      <a:pt x="783336" y="1399032"/>
                    </a:moveTo>
                    <a:lnTo>
                      <a:pt x="775716" y="1395222"/>
                    </a:lnTo>
                    <a:lnTo>
                      <a:pt x="771906" y="1402842"/>
                    </a:lnTo>
                    <a:lnTo>
                      <a:pt x="779526" y="1406652"/>
                    </a:lnTo>
                    <a:lnTo>
                      <a:pt x="783336" y="1399032"/>
                    </a:lnTo>
                    <a:close/>
                  </a:path>
                  <a:path w="1931670" h="1591310">
                    <a:moveTo>
                      <a:pt x="798576" y="1405890"/>
                    </a:moveTo>
                    <a:lnTo>
                      <a:pt x="790956" y="1402080"/>
                    </a:lnTo>
                    <a:lnTo>
                      <a:pt x="787146" y="1409700"/>
                    </a:lnTo>
                    <a:lnTo>
                      <a:pt x="794766" y="1413510"/>
                    </a:lnTo>
                    <a:lnTo>
                      <a:pt x="798576" y="1405890"/>
                    </a:lnTo>
                    <a:close/>
                  </a:path>
                  <a:path w="1931670" h="1591310">
                    <a:moveTo>
                      <a:pt x="813816" y="1412748"/>
                    </a:moveTo>
                    <a:lnTo>
                      <a:pt x="806196" y="1409700"/>
                    </a:lnTo>
                    <a:lnTo>
                      <a:pt x="802386" y="1417320"/>
                    </a:lnTo>
                    <a:lnTo>
                      <a:pt x="810006" y="1420368"/>
                    </a:lnTo>
                    <a:lnTo>
                      <a:pt x="813816" y="1412748"/>
                    </a:lnTo>
                    <a:close/>
                  </a:path>
                  <a:path w="1931670" h="1591310">
                    <a:moveTo>
                      <a:pt x="828294" y="1420368"/>
                    </a:moveTo>
                    <a:lnTo>
                      <a:pt x="820674" y="1416558"/>
                    </a:lnTo>
                    <a:lnTo>
                      <a:pt x="817626" y="1424178"/>
                    </a:lnTo>
                    <a:lnTo>
                      <a:pt x="825246" y="1427988"/>
                    </a:lnTo>
                    <a:lnTo>
                      <a:pt x="828294" y="1420368"/>
                    </a:lnTo>
                    <a:close/>
                  </a:path>
                  <a:path w="1931670" h="1591310">
                    <a:moveTo>
                      <a:pt x="843534" y="1427226"/>
                    </a:moveTo>
                    <a:lnTo>
                      <a:pt x="835914" y="1423416"/>
                    </a:lnTo>
                    <a:lnTo>
                      <a:pt x="832866" y="1431036"/>
                    </a:lnTo>
                    <a:lnTo>
                      <a:pt x="840486" y="1434846"/>
                    </a:lnTo>
                    <a:lnTo>
                      <a:pt x="843534" y="1427226"/>
                    </a:lnTo>
                    <a:close/>
                  </a:path>
                  <a:path w="1931670" h="1591310">
                    <a:moveTo>
                      <a:pt x="858774" y="1434084"/>
                    </a:moveTo>
                    <a:lnTo>
                      <a:pt x="851154" y="1431036"/>
                    </a:lnTo>
                    <a:lnTo>
                      <a:pt x="848106" y="1438656"/>
                    </a:lnTo>
                    <a:lnTo>
                      <a:pt x="854964" y="1441704"/>
                    </a:lnTo>
                    <a:lnTo>
                      <a:pt x="858774" y="1434084"/>
                    </a:lnTo>
                    <a:close/>
                  </a:path>
                  <a:path w="1931670" h="1591310">
                    <a:moveTo>
                      <a:pt x="874014" y="1441704"/>
                    </a:moveTo>
                    <a:lnTo>
                      <a:pt x="866394" y="1437894"/>
                    </a:lnTo>
                    <a:lnTo>
                      <a:pt x="862584" y="1445514"/>
                    </a:lnTo>
                    <a:lnTo>
                      <a:pt x="870204" y="1448562"/>
                    </a:lnTo>
                    <a:lnTo>
                      <a:pt x="874014" y="1441704"/>
                    </a:lnTo>
                    <a:close/>
                  </a:path>
                  <a:path w="1931670" h="1591310">
                    <a:moveTo>
                      <a:pt x="889254" y="1448562"/>
                    </a:moveTo>
                    <a:lnTo>
                      <a:pt x="881634" y="1444752"/>
                    </a:lnTo>
                    <a:lnTo>
                      <a:pt x="877824" y="1452372"/>
                    </a:lnTo>
                    <a:lnTo>
                      <a:pt x="885444" y="1456182"/>
                    </a:lnTo>
                    <a:lnTo>
                      <a:pt x="889254" y="1448562"/>
                    </a:lnTo>
                    <a:close/>
                  </a:path>
                  <a:path w="1931670" h="1591310">
                    <a:moveTo>
                      <a:pt x="904494" y="1455420"/>
                    </a:moveTo>
                    <a:lnTo>
                      <a:pt x="896874" y="1451610"/>
                    </a:lnTo>
                    <a:lnTo>
                      <a:pt x="893064" y="1459230"/>
                    </a:lnTo>
                    <a:lnTo>
                      <a:pt x="900684" y="1463040"/>
                    </a:lnTo>
                    <a:lnTo>
                      <a:pt x="904494" y="1455420"/>
                    </a:lnTo>
                    <a:close/>
                  </a:path>
                  <a:path w="1931670" h="1591310">
                    <a:moveTo>
                      <a:pt x="919734" y="1462278"/>
                    </a:moveTo>
                    <a:lnTo>
                      <a:pt x="912114" y="1459230"/>
                    </a:lnTo>
                    <a:lnTo>
                      <a:pt x="908304" y="1466850"/>
                    </a:lnTo>
                    <a:lnTo>
                      <a:pt x="915924" y="1469898"/>
                    </a:lnTo>
                    <a:lnTo>
                      <a:pt x="919734" y="1462278"/>
                    </a:lnTo>
                    <a:close/>
                  </a:path>
                  <a:path w="1931670" h="1591310">
                    <a:moveTo>
                      <a:pt x="934212" y="1469898"/>
                    </a:moveTo>
                    <a:lnTo>
                      <a:pt x="926592" y="1466088"/>
                    </a:lnTo>
                    <a:lnTo>
                      <a:pt x="923544" y="1473708"/>
                    </a:lnTo>
                    <a:lnTo>
                      <a:pt x="931164" y="1477518"/>
                    </a:lnTo>
                    <a:lnTo>
                      <a:pt x="934212" y="1469898"/>
                    </a:lnTo>
                    <a:close/>
                  </a:path>
                  <a:path w="1931670" h="1591310">
                    <a:moveTo>
                      <a:pt x="949452" y="1476756"/>
                    </a:moveTo>
                    <a:lnTo>
                      <a:pt x="941832" y="1472946"/>
                    </a:lnTo>
                    <a:lnTo>
                      <a:pt x="938784" y="1480566"/>
                    </a:lnTo>
                    <a:lnTo>
                      <a:pt x="946404" y="1484376"/>
                    </a:lnTo>
                    <a:lnTo>
                      <a:pt x="949452" y="1476756"/>
                    </a:lnTo>
                    <a:close/>
                  </a:path>
                  <a:path w="1931670" h="1591310">
                    <a:moveTo>
                      <a:pt x="964692" y="1483614"/>
                    </a:moveTo>
                    <a:lnTo>
                      <a:pt x="957072" y="1480566"/>
                    </a:lnTo>
                    <a:lnTo>
                      <a:pt x="954024" y="1488186"/>
                    </a:lnTo>
                    <a:lnTo>
                      <a:pt x="960882" y="1491234"/>
                    </a:lnTo>
                    <a:lnTo>
                      <a:pt x="964692" y="1483614"/>
                    </a:lnTo>
                    <a:close/>
                  </a:path>
                  <a:path w="1931670" h="1591310">
                    <a:moveTo>
                      <a:pt x="979932" y="1491234"/>
                    </a:moveTo>
                    <a:lnTo>
                      <a:pt x="972312" y="1487424"/>
                    </a:lnTo>
                    <a:lnTo>
                      <a:pt x="968502" y="1495044"/>
                    </a:lnTo>
                    <a:lnTo>
                      <a:pt x="976122" y="1498092"/>
                    </a:lnTo>
                    <a:lnTo>
                      <a:pt x="979932" y="1491234"/>
                    </a:lnTo>
                    <a:close/>
                  </a:path>
                  <a:path w="1931670" h="1591310">
                    <a:moveTo>
                      <a:pt x="995172" y="1498092"/>
                    </a:moveTo>
                    <a:lnTo>
                      <a:pt x="987552" y="1494282"/>
                    </a:lnTo>
                    <a:lnTo>
                      <a:pt x="983742" y="1501902"/>
                    </a:lnTo>
                    <a:lnTo>
                      <a:pt x="991362" y="1505712"/>
                    </a:lnTo>
                    <a:lnTo>
                      <a:pt x="995172" y="1498092"/>
                    </a:lnTo>
                    <a:close/>
                  </a:path>
                  <a:path w="1931670" h="1591310">
                    <a:moveTo>
                      <a:pt x="1010412" y="1504950"/>
                    </a:moveTo>
                    <a:lnTo>
                      <a:pt x="1002792" y="1501140"/>
                    </a:lnTo>
                    <a:lnTo>
                      <a:pt x="998982" y="1508760"/>
                    </a:lnTo>
                    <a:lnTo>
                      <a:pt x="1006602" y="1512570"/>
                    </a:lnTo>
                    <a:lnTo>
                      <a:pt x="1010412" y="1504950"/>
                    </a:lnTo>
                    <a:close/>
                  </a:path>
                  <a:path w="1931670" h="1591310">
                    <a:moveTo>
                      <a:pt x="1025652" y="1511808"/>
                    </a:moveTo>
                    <a:lnTo>
                      <a:pt x="1018032" y="1508760"/>
                    </a:lnTo>
                    <a:lnTo>
                      <a:pt x="1014222" y="1516380"/>
                    </a:lnTo>
                    <a:lnTo>
                      <a:pt x="1021842" y="1519428"/>
                    </a:lnTo>
                    <a:lnTo>
                      <a:pt x="1025652" y="1511808"/>
                    </a:lnTo>
                    <a:close/>
                  </a:path>
                  <a:path w="1931670" h="1591310">
                    <a:moveTo>
                      <a:pt x="1040130" y="1519428"/>
                    </a:moveTo>
                    <a:lnTo>
                      <a:pt x="1032510" y="1515618"/>
                    </a:lnTo>
                    <a:lnTo>
                      <a:pt x="1029462" y="1523238"/>
                    </a:lnTo>
                    <a:lnTo>
                      <a:pt x="1037082" y="1527048"/>
                    </a:lnTo>
                    <a:lnTo>
                      <a:pt x="1040130" y="1519428"/>
                    </a:lnTo>
                    <a:close/>
                  </a:path>
                  <a:path w="1931670" h="1591310">
                    <a:moveTo>
                      <a:pt x="1053846" y="1525524"/>
                    </a:moveTo>
                    <a:lnTo>
                      <a:pt x="1047750" y="1522476"/>
                    </a:lnTo>
                    <a:lnTo>
                      <a:pt x="1044702" y="1530096"/>
                    </a:lnTo>
                    <a:lnTo>
                      <a:pt x="1050036" y="1533144"/>
                    </a:lnTo>
                    <a:lnTo>
                      <a:pt x="1053846" y="1525524"/>
                    </a:lnTo>
                    <a:close/>
                  </a:path>
                  <a:path w="1931670" h="1591310">
                    <a:moveTo>
                      <a:pt x="1828800" y="249174"/>
                    </a:moveTo>
                    <a:lnTo>
                      <a:pt x="1824990" y="241554"/>
                    </a:lnTo>
                    <a:lnTo>
                      <a:pt x="18148" y="1057935"/>
                    </a:lnTo>
                    <a:lnTo>
                      <a:pt x="3810" y="1051560"/>
                    </a:lnTo>
                    <a:lnTo>
                      <a:pt x="0" y="1059180"/>
                    </a:lnTo>
                    <a:lnTo>
                      <a:pt x="17132" y="1066800"/>
                    </a:lnTo>
                    <a:lnTo>
                      <a:pt x="17526" y="1067562"/>
                    </a:lnTo>
                    <a:lnTo>
                      <a:pt x="18186" y="1067269"/>
                    </a:lnTo>
                    <a:lnTo>
                      <a:pt x="600456" y="1325880"/>
                    </a:lnTo>
                    <a:lnTo>
                      <a:pt x="604266" y="1318260"/>
                    </a:lnTo>
                    <a:lnTo>
                      <a:pt x="28575" y="1062570"/>
                    </a:lnTo>
                    <a:lnTo>
                      <a:pt x="1828800" y="249174"/>
                    </a:lnTo>
                    <a:close/>
                  </a:path>
                  <a:path w="1931670" h="1591310">
                    <a:moveTo>
                      <a:pt x="1921764" y="0"/>
                    </a:moveTo>
                    <a:lnTo>
                      <a:pt x="1822704" y="1524"/>
                    </a:lnTo>
                    <a:lnTo>
                      <a:pt x="1822704" y="9906"/>
                    </a:lnTo>
                    <a:lnTo>
                      <a:pt x="1921764" y="8382"/>
                    </a:lnTo>
                    <a:lnTo>
                      <a:pt x="1921764" y="0"/>
                    </a:lnTo>
                    <a:close/>
                  </a:path>
                  <a:path w="1931670" h="1591310">
                    <a:moveTo>
                      <a:pt x="1931657" y="230124"/>
                    </a:moveTo>
                    <a:lnTo>
                      <a:pt x="1930895" y="221742"/>
                    </a:lnTo>
                    <a:lnTo>
                      <a:pt x="1832597" y="223266"/>
                    </a:lnTo>
                    <a:lnTo>
                      <a:pt x="1832597" y="231648"/>
                    </a:lnTo>
                    <a:lnTo>
                      <a:pt x="1931657" y="23012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86" name="object 37">
              <a:extLst>
                <a:ext uri="{FF2B5EF4-FFF2-40B4-BE49-F238E27FC236}">
                  <a16:creationId xmlns:a16="http://schemas.microsoft.com/office/drawing/2014/main" id="{1CE30143-0F16-81B3-6291-5400825F193B}"/>
                </a:ext>
              </a:extLst>
            </p:cNvPr>
            <p:cNvSpPr txBox="1"/>
            <p:nvPr/>
          </p:nvSpPr>
          <p:spPr>
            <a:xfrm>
              <a:off x="4020641" y="4946805"/>
              <a:ext cx="176776" cy="263369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6">
                <a:spcBef>
                  <a:spcPts val="95"/>
                </a:spcBef>
              </a:pPr>
              <a:r>
                <a:rPr sz="1632" spc="-45" dirty="0">
                  <a:latin typeface="Comic Sans MS"/>
                  <a:cs typeface="Comic Sans MS"/>
                </a:rPr>
                <a:t>U</a:t>
              </a:r>
              <a:endParaRPr sz="1632">
                <a:latin typeface="Comic Sans MS"/>
                <a:cs typeface="Comic Sans MS"/>
              </a:endParaRPr>
            </a:p>
          </p:txBody>
        </p:sp>
        <p:sp>
          <p:nvSpPr>
            <p:cNvPr id="87" name="object 38">
              <a:extLst>
                <a:ext uri="{FF2B5EF4-FFF2-40B4-BE49-F238E27FC236}">
                  <a16:creationId xmlns:a16="http://schemas.microsoft.com/office/drawing/2014/main" id="{88BD3529-FD5E-C42C-9CCB-AC2C3F27F812}"/>
                </a:ext>
              </a:extLst>
            </p:cNvPr>
            <p:cNvSpPr txBox="1"/>
            <p:nvPr/>
          </p:nvSpPr>
          <p:spPr>
            <a:xfrm>
              <a:off x="4198914" y="5109456"/>
              <a:ext cx="570060" cy="219754"/>
            </a:xfrm>
            <a:prstGeom prst="rect">
              <a:avLst/>
            </a:prstGeom>
          </p:spPr>
          <p:txBody>
            <a:bodyPr vert="horz" wrap="square" lIns="0" tIns="10365" rIns="0" bIns="0" rtlCol="0">
              <a:spAutoFit/>
            </a:bodyPr>
            <a:lstStyle/>
            <a:p>
              <a:pPr marL="11516">
                <a:spcBef>
                  <a:spcPts val="82"/>
                </a:spcBef>
              </a:pPr>
              <a:r>
                <a:rPr sz="1360" spc="-9" dirty="0">
                  <a:latin typeface="Comic Sans MS"/>
                  <a:cs typeface="Comic Sans MS"/>
                </a:rPr>
                <a:t>sender</a:t>
              </a:r>
              <a:endParaRPr sz="1360">
                <a:latin typeface="Comic Sans MS"/>
                <a:cs typeface="Comic Sans MS"/>
              </a:endParaRPr>
            </a:p>
          </p:txBody>
        </p:sp>
        <p:sp>
          <p:nvSpPr>
            <p:cNvPr id="88" name="object 39">
              <a:extLst>
                <a:ext uri="{FF2B5EF4-FFF2-40B4-BE49-F238E27FC236}">
                  <a16:creationId xmlns:a16="http://schemas.microsoft.com/office/drawing/2014/main" id="{CA0A4920-428C-2B0B-48D1-527BC36D2E51}"/>
                </a:ext>
              </a:extLst>
            </p:cNvPr>
            <p:cNvSpPr txBox="1"/>
            <p:nvPr/>
          </p:nvSpPr>
          <p:spPr>
            <a:xfrm>
              <a:off x="6504719" y="4711025"/>
              <a:ext cx="593093" cy="630798"/>
            </a:xfrm>
            <a:prstGeom prst="rect">
              <a:avLst/>
            </a:prstGeom>
          </p:spPr>
          <p:txBody>
            <a:bodyPr vert="horz" wrap="square" lIns="0" tIns="31670" rIns="0" bIns="0" rtlCol="0">
              <a:spAutoFit/>
            </a:bodyPr>
            <a:lstStyle/>
            <a:p>
              <a:pPr marL="11516" marR="4607" indent="54127">
                <a:lnSpc>
                  <a:spcPct val="135800"/>
                </a:lnSpc>
                <a:spcBef>
                  <a:spcPts val="249"/>
                </a:spcBef>
              </a:pPr>
              <a:r>
                <a:rPr sz="1632" u="heavy" spc="-172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632" u="heavy" spc="-18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.</a:t>
              </a:r>
              <a:r>
                <a:rPr sz="1360" u="heavy" spc="-18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024</a:t>
              </a:r>
              <a:r>
                <a:rPr sz="1360" spc="-18" dirty="0">
                  <a:latin typeface="Comic Sans MS"/>
                  <a:cs typeface="Comic Sans MS"/>
                </a:rPr>
                <a:t> </a:t>
              </a:r>
              <a:r>
                <a:rPr sz="1360" spc="-9" dirty="0">
                  <a:latin typeface="Comic Sans MS"/>
                  <a:cs typeface="Comic Sans MS"/>
                </a:rPr>
                <a:t>30.008</a:t>
              </a:r>
              <a:endParaRPr sz="1360">
                <a:latin typeface="Comic Sans MS"/>
                <a:cs typeface="Comic Sans MS"/>
              </a:endParaRPr>
            </a:p>
          </p:txBody>
        </p:sp>
        <p:sp>
          <p:nvSpPr>
            <p:cNvPr id="89" name="object 40">
              <a:extLst>
                <a:ext uri="{FF2B5EF4-FFF2-40B4-BE49-F238E27FC236}">
                  <a16:creationId xmlns:a16="http://schemas.microsoft.com/office/drawing/2014/main" id="{2BFDBBF9-B958-C3F6-E408-333AA744FD5A}"/>
                </a:ext>
              </a:extLst>
            </p:cNvPr>
            <p:cNvSpPr txBox="1"/>
            <p:nvPr/>
          </p:nvSpPr>
          <p:spPr>
            <a:xfrm>
              <a:off x="7352557" y="4968917"/>
              <a:ext cx="140500" cy="263369"/>
            </a:xfrm>
            <a:prstGeom prst="rect">
              <a:avLst/>
            </a:prstGeom>
          </p:spPr>
          <p:txBody>
            <a:bodyPr vert="horz" wrap="square" lIns="0" tIns="12092" rIns="0" bIns="0" rtlCol="0">
              <a:spAutoFit/>
            </a:bodyPr>
            <a:lstStyle/>
            <a:p>
              <a:pPr marL="11516">
                <a:spcBef>
                  <a:spcPts val="95"/>
                </a:spcBef>
              </a:pPr>
              <a:r>
                <a:rPr sz="1632" spc="-45" dirty="0">
                  <a:latin typeface="Times New Roman"/>
                  <a:cs typeface="Times New Roman"/>
                </a:rPr>
                <a:t>=</a:t>
              </a:r>
              <a:endParaRPr sz="1632">
                <a:latin typeface="Times New Roman"/>
                <a:cs typeface="Times New Roman"/>
              </a:endParaRPr>
            </a:p>
          </p:txBody>
        </p:sp>
        <p:sp>
          <p:nvSpPr>
            <p:cNvPr id="90" name="object 41">
              <a:extLst>
                <a:ext uri="{FF2B5EF4-FFF2-40B4-BE49-F238E27FC236}">
                  <a16:creationId xmlns:a16="http://schemas.microsoft.com/office/drawing/2014/main" id="{CDDA70BC-DC21-17DD-46FF-30FC55EBCDC5}"/>
                </a:ext>
              </a:extLst>
            </p:cNvPr>
            <p:cNvSpPr txBox="1"/>
            <p:nvPr/>
          </p:nvSpPr>
          <p:spPr>
            <a:xfrm>
              <a:off x="7657972" y="4987152"/>
              <a:ext cx="592517" cy="219754"/>
            </a:xfrm>
            <a:prstGeom prst="rect">
              <a:avLst/>
            </a:prstGeom>
          </p:spPr>
          <p:txBody>
            <a:bodyPr vert="horz" wrap="square" lIns="0" tIns="10365" rIns="0" bIns="0" rtlCol="0">
              <a:spAutoFit/>
            </a:bodyPr>
            <a:lstStyle/>
            <a:p>
              <a:pPr marL="11516">
                <a:spcBef>
                  <a:spcPts val="82"/>
                </a:spcBef>
              </a:pPr>
              <a:r>
                <a:rPr sz="1360" spc="-9" dirty="0">
                  <a:latin typeface="Comic Sans MS"/>
                  <a:cs typeface="Comic Sans MS"/>
                </a:rPr>
                <a:t>0.0008</a:t>
              </a:r>
              <a:endParaRPr sz="1360">
                <a:latin typeface="Comic Sans MS"/>
                <a:cs typeface="Comic Sans MS"/>
              </a:endParaRPr>
            </a:p>
          </p:txBody>
        </p:sp>
        <p:sp>
          <p:nvSpPr>
            <p:cNvPr id="91" name="object 42">
              <a:extLst>
                <a:ext uri="{FF2B5EF4-FFF2-40B4-BE49-F238E27FC236}">
                  <a16:creationId xmlns:a16="http://schemas.microsoft.com/office/drawing/2014/main" id="{A938E376-B3CE-4239-EAF0-17C8F9ABD167}"/>
                </a:ext>
              </a:extLst>
            </p:cNvPr>
            <p:cNvSpPr txBox="1"/>
            <p:nvPr/>
          </p:nvSpPr>
          <p:spPr>
            <a:xfrm>
              <a:off x="4736267" y="4770937"/>
              <a:ext cx="1709030" cy="672873"/>
            </a:xfrm>
            <a:prstGeom prst="rect">
              <a:avLst/>
            </a:prstGeom>
          </p:spPr>
          <p:txBody>
            <a:bodyPr vert="horz" wrap="square" lIns="0" tIns="92707" rIns="0" bIns="0" rtlCol="0">
              <a:spAutoFit/>
            </a:bodyPr>
            <a:lstStyle/>
            <a:p>
              <a:pPr algn="ctr">
                <a:spcBef>
                  <a:spcPts val="730"/>
                </a:spcBef>
                <a:tabLst>
                  <a:tab pos="446259" algn="l"/>
                  <a:tab pos="1462578" algn="l"/>
                </a:tabLst>
              </a:pPr>
              <a:r>
                <a:rPr sz="2448" baseline="-30864" dirty="0">
                  <a:latin typeface="Times New Roman"/>
                  <a:cs typeface="Times New Roman"/>
                </a:rPr>
                <a:t>= </a:t>
              </a:r>
              <a:r>
                <a:rPr sz="1632" u="heavy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	3</a:t>
              </a:r>
              <a:r>
                <a:rPr sz="1632" u="heavy" spc="14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 </a:t>
              </a:r>
              <a:r>
                <a:rPr sz="1632" u="heavy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*</a:t>
              </a:r>
              <a:r>
                <a:rPr sz="1632" u="heavy" spc="45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 </a:t>
              </a:r>
              <a:r>
                <a:rPr sz="1632" u="heavy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L</a:t>
              </a:r>
              <a:r>
                <a:rPr sz="1632" u="heavy" spc="-36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 </a:t>
              </a:r>
              <a:r>
                <a:rPr sz="1632" u="heavy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/ </a:t>
              </a:r>
              <a:r>
                <a:rPr sz="1632" u="heavy" spc="-45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R</a:t>
              </a:r>
              <a:r>
                <a:rPr sz="1632" u="heavy" dirty="0">
                  <a:uFill>
                    <a:solidFill>
                      <a:srgbClr val="000000"/>
                    </a:solidFill>
                  </a:uFill>
                  <a:latin typeface="Comic Sans MS"/>
                  <a:cs typeface="Comic Sans MS"/>
                </a:rPr>
                <a:t>	</a:t>
              </a:r>
              <a:r>
                <a:rPr sz="1632" dirty="0">
                  <a:latin typeface="Comic Sans MS"/>
                  <a:cs typeface="Comic Sans MS"/>
                </a:rPr>
                <a:t> </a:t>
              </a:r>
              <a:r>
                <a:rPr sz="2448" baseline="-35493" dirty="0">
                  <a:latin typeface="Times New Roman"/>
                  <a:cs typeface="Times New Roman"/>
                </a:rPr>
                <a:t>=</a:t>
              </a:r>
              <a:endParaRPr sz="2448" baseline="-35493">
                <a:latin typeface="Times New Roman"/>
                <a:cs typeface="Times New Roman"/>
              </a:endParaRPr>
            </a:p>
            <a:p>
              <a:pPr marL="36277" algn="ctr">
                <a:spcBef>
                  <a:spcPts val="644"/>
                </a:spcBef>
              </a:pPr>
              <a:r>
                <a:rPr sz="1632" dirty="0">
                  <a:latin typeface="Comic Sans MS"/>
                  <a:cs typeface="Comic Sans MS"/>
                </a:rPr>
                <a:t>RTT</a:t>
              </a:r>
              <a:r>
                <a:rPr sz="1632" spc="18" dirty="0">
                  <a:latin typeface="Comic Sans MS"/>
                  <a:cs typeface="Comic Sans MS"/>
                </a:rPr>
                <a:t> </a:t>
              </a:r>
              <a:r>
                <a:rPr sz="1632" dirty="0">
                  <a:latin typeface="Comic Sans MS"/>
                  <a:cs typeface="Comic Sans MS"/>
                </a:rPr>
                <a:t>+</a:t>
              </a:r>
              <a:r>
                <a:rPr sz="1632" spc="-9" dirty="0">
                  <a:latin typeface="Comic Sans MS"/>
                  <a:cs typeface="Comic Sans MS"/>
                </a:rPr>
                <a:t> </a:t>
              </a:r>
              <a:r>
                <a:rPr sz="1632" dirty="0">
                  <a:latin typeface="Comic Sans MS"/>
                  <a:cs typeface="Comic Sans MS"/>
                </a:rPr>
                <a:t>L</a:t>
              </a:r>
              <a:r>
                <a:rPr sz="1632" spc="18" dirty="0">
                  <a:latin typeface="Comic Sans MS"/>
                  <a:cs typeface="Comic Sans MS"/>
                </a:rPr>
                <a:t> </a:t>
              </a:r>
              <a:r>
                <a:rPr sz="1632" dirty="0">
                  <a:latin typeface="Comic Sans MS"/>
                  <a:cs typeface="Comic Sans MS"/>
                </a:rPr>
                <a:t>/</a:t>
              </a:r>
              <a:r>
                <a:rPr sz="1632" spc="9" dirty="0">
                  <a:latin typeface="Comic Sans MS"/>
                  <a:cs typeface="Comic Sans MS"/>
                </a:rPr>
                <a:t> </a:t>
              </a:r>
              <a:r>
                <a:rPr sz="1632" spc="-45" dirty="0">
                  <a:latin typeface="Comic Sans MS"/>
                  <a:cs typeface="Comic Sans MS"/>
                </a:rPr>
                <a:t>R</a:t>
              </a:r>
              <a:endParaRPr sz="1632">
                <a:latin typeface="Comic Sans MS"/>
                <a:cs typeface="Comic Sans MS"/>
              </a:endParaRPr>
            </a:p>
          </p:txBody>
        </p:sp>
        <p:sp>
          <p:nvSpPr>
            <p:cNvPr id="92" name="object 43">
              <a:extLst>
                <a:ext uri="{FF2B5EF4-FFF2-40B4-BE49-F238E27FC236}">
                  <a16:creationId xmlns:a16="http://schemas.microsoft.com/office/drawing/2014/main" id="{A42D98B8-0D8E-558F-C9CE-0EA53C5B2DD2}"/>
                </a:ext>
              </a:extLst>
            </p:cNvPr>
            <p:cNvSpPr txBox="1"/>
            <p:nvPr/>
          </p:nvSpPr>
          <p:spPr>
            <a:xfrm>
              <a:off x="7297745" y="4244704"/>
              <a:ext cx="1286609" cy="249186"/>
            </a:xfrm>
            <a:prstGeom prst="rect">
              <a:avLst/>
            </a:prstGeom>
          </p:spPr>
          <p:txBody>
            <a:bodyPr vert="horz" wrap="square" lIns="0" tIns="10365" rIns="0" bIns="0" rtlCol="0">
              <a:spAutoFit/>
            </a:bodyPr>
            <a:lstStyle/>
            <a:p>
              <a:pPr marL="155471" marR="4607" indent="-144530">
                <a:lnSpc>
                  <a:spcPct val="100600"/>
                </a:lnSpc>
                <a:spcBef>
                  <a:spcPts val="82"/>
                </a:spcBef>
              </a:pPr>
              <a:r>
                <a:rPr lang="zh-CN" altLang="en-US" sz="1587" dirty="0">
                  <a:solidFill>
                    <a:srgbClr val="FF0000"/>
                  </a:solidFill>
                  <a:latin typeface="Comic Sans MS"/>
                  <a:cs typeface="Comic Sans MS"/>
                </a:rPr>
                <a:t>性能提升</a:t>
              </a:r>
              <a:r>
                <a:rPr sz="1587" spc="-23" dirty="0">
                  <a:solidFill>
                    <a:srgbClr val="FF0000"/>
                  </a:solidFill>
                  <a:latin typeface="Comic Sans MS"/>
                  <a:cs typeface="Comic Sans MS"/>
                </a:rPr>
                <a:t>3</a:t>
              </a:r>
              <a:r>
                <a:rPr lang="zh-CN" altLang="en-US" sz="1587" spc="-23" dirty="0">
                  <a:solidFill>
                    <a:srgbClr val="FF0000"/>
                  </a:solidFill>
                  <a:latin typeface="Comic Sans MS"/>
                  <a:cs typeface="Comic Sans MS"/>
                </a:rPr>
                <a:t>倍！</a:t>
              </a:r>
              <a:endParaRPr sz="1587" dirty="0">
                <a:latin typeface="Comic Sans MS"/>
                <a:cs typeface="Comic Sans MS"/>
              </a:endParaRPr>
            </a:p>
          </p:txBody>
        </p:sp>
        <p:sp>
          <p:nvSpPr>
            <p:cNvPr id="93" name="object 44">
              <a:extLst>
                <a:ext uri="{FF2B5EF4-FFF2-40B4-BE49-F238E27FC236}">
                  <a16:creationId xmlns:a16="http://schemas.microsoft.com/office/drawing/2014/main" id="{5D038302-F28C-F0FB-76B3-35D9D8CFBB6D}"/>
                </a:ext>
              </a:extLst>
            </p:cNvPr>
            <p:cNvSpPr/>
            <p:nvPr/>
          </p:nvSpPr>
          <p:spPr>
            <a:xfrm>
              <a:off x="7792488" y="4530772"/>
              <a:ext cx="118619" cy="408831"/>
            </a:xfrm>
            <a:custGeom>
              <a:avLst/>
              <a:gdLst/>
              <a:ahLst/>
              <a:cxnLst/>
              <a:rect l="l" t="t" r="r" b="b"/>
              <a:pathLst>
                <a:path w="130809" h="450850">
                  <a:moveTo>
                    <a:pt x="28475" y="384987"/>
                  </a:moveTo>
                  <a:lnTo>
                    <a:pt x="0" y="377952"/>
                  </a:lnTo>
                  <a:lnTo>
                    <a:pt x="16763" y="450342"/>
                  </a:lnTo>
                  <a:lnTo>
                    <a:pt x="25907" y="439601"/>
                  </a:lnTo>
                  <a:lnTo>
                    <a:pt x="25907" y="395478"/>
                  </a:lnTo>
                  <a:lnTo>
                    <a:pt x="28475" y="384987"/>
                  </a:lnTo>
                  <a:close/>
                </a:path>
                <a:path w="130809" h="450850">
                  <a:moveTo>
                    <a:pt x="36188" y="386892"/>
                  </a:moveTo>
                  <a:lnTo>
                    <a:pt x="28475" y="384987"/>
                  </a:lnTo>
                  <a:lnTo>
                    <a:pt x="25907" y="395478"/>
                  </a:lnTo>
                  <a:lnTo>
                    <a:pt x="33527" y="397764"/>
                  </a:lnTo>
                  <a:lnTo>
                    <a:pt x="36188" y="386892"/>
                  </a:lnTo>
                  <a:close/>
                </a:path>
                <a:path w="130809" h="450850">
                  <a:moveTo>
                    <a:pt x="64769" y="393954"/>
                  </a:moveTo>
                  <a:lnTo>
                    <a:pt x="36188" y="386892"/>
                  </a:lnTo>
                  <a:lnTo>
                    <a:pt x="33527" y="397764"/>
                  </a:lnTo>
                  <a:lnTo>
                    <a:pt x="25907" y="395478"/>
                  </a:lnTo>
                  <a:lnTo>
                    <a:pt x="25907" y="439601"/>
                  </a:lnTo>
                  <a:lnTo>
                    <a:pt x="64769" y="393954"/>
                  </a:lnTo>
                  <a:close/>
                </a:path>
                <a:path w="130809" h="450850">
                  <a:moveTo>
                    <a:pt x="130301" y="2285"/>
                  </a:moveTo>
                  <a:lnTo>
                    <a:pt x="122681" y="0"/>
                  </a:lnTo>
                  <a:lnTo>
                    <a:pt x="28475" y="384987"/>
                  </a:lnTo>
                  <a:lnTo>
                    <a:pt x="36188" y="386892"/>
                  </a:lnTo>
                  <a:lnTo>
                    <a:pt x="130301" y="22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09" name="右箭头 108">
            <a:extLst>
              <a:ext uri="{FF2B5EF4-FFF2-40B4-BE49-F238E27FC236}">
                <a16:creationId xmlns:a16="http://schemas.microsoft.com/office/drawing/2014/main" id="{1F69623D-629E-7A55-A0B3-ABED2069F37C}"/>
              </a:ext>
            </a:extLst>
          </p:cNvPr>
          <p:cNvSpPr/>
          <p:nvPr/>
        </p:nvSpPr>
        <p:spPr>
          <a:xfrm>
            <a:off x="2875402" y="6114862"/>
            <a:ext cx="6164115" cy="63347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object 11">
            <a:extLst>
              <a:ext uri="{FF2B5EF4-FFF2-40B4-BE49-F238E27FC236}">
                <a16:creationId xmlns:a16="http://schemas.microsoft.com/office/drawing/2014/main" id="{EBDFC731-52ED-3D02-C5B3-E2E7EB8F32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042" y="1233889"/>
            <a:ext cx="9849827" cy="3824779"/>
          </a:xfrm>
          <a:prstGeom prst="rect">
            <a:avLst/>
          </a:prstGeom>
        </p:spPr>
      </p:pic>
      <p:sp>
        <p:nvSpPr>
          <p:cNvPr id="84" name="右箭头 83">
            <a:extLst>
              <a:ext uri="{FF2B5EF4-FFF2-40B4-BE49-F238E27FC236}">
                <a16:creationId xmlns:a16="http://schemas.microsoft.com/office/drawing/2014/main" id="{4EDEDE07-A45D-18B4-F0FE-EC8C8405EAE7}"/>
              </a:ext>
            </a:extLst>
          </p:cNvPr>
          <p:cNvSpPr/>
          <p:nvPr/>
        </p:nvSpPr>
        <p:spPr>
          <a:xfrm>
            <a:off x="824042" y="5236031"/>
            <a:ext cx="9849827" cy="1021549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5">
            <a:extLst>
              <a:ext uri="{FF2B5EF4-FFF2-40B4-BE49-F238E27FC236}">
                <a16:creationId xmlns:a16="http://schemas.microsoft.com/office/drawing/2014/main" id="{75E8FEDB-7314-6AF2-ABEB-CC01D6A4F2C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721" y="1029984"/>
            <a:ext cx="11914557" cy="239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176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3614A523-7A6D-9A3F-ACB1-E67B7B8D4532}"/>
              </a:ext>
            </a:extLst>
          </p:cNvPr>
          <p:cNvGrpSpPr/>
          <p:nvPr/>
        </p:nvGrpSpPr>
        <p:grpSpPr>
          <a:xfrm>
            <a:off x="84070" y="1449907"/>
            <a:ext cx="5457706" cy="4368148"/>
            <a:chOff x="3202521" y="1516245"/>
            <a:chExt cx="5457706" cy="4368148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0316" y="2886233"/>
              <a:ext cx="2147112" cy="1377853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5106174" y="3761938"/>
              <a:ext cx="340309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18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5985794" y="3694913"/>
              <a:ext cx="2085039" cy="858139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 marR="430712">
                <a:lnSpc>
                  <a:spcPct val="102299"/>
                </a:lnSpc>
                <a:spcBef>
                  <a:spcPts val="86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start_timer udt_send(sndpkt[base]) udt_send(sndpkt[base+1])</a:t>
              </a:r>
              <a:endParaRPr sz="1088" dirty="0">
                <a:latin typeface="Arial"/>
                <a:cs typeface="Arial"/>
              </a:endParaRPr>
            </a:p>
            <a:p>
              <a:pPr marL="11516">
                <a:spcBef>
                  <a:spcPts val="27"/>
                </a:spcBef>
              </a:pPr>
              <a:r>
                <a:rPr sz="1088" spc="-45" dirty="0">
                  <a:solidFill>
                    <a:srgbClr val="163794"/>
                  </a:solidFill>
                  <a:latin typeface="Arial"/>
                  <a:cs typeface="Arial"/>
                </a:rPr>
                <a:t>…</a:t>
              </a:r>
              <a:endParaRPr sz="1088" dirty="0">
                <a:latin typeface="Arial"/>
                <a:cs typeface="Arial"/>
              </a:endParaRPr>
            </a:p>
            <a:p>
              <a:pPr marL="11516">
                <a:spcBef>
                  <a:spcPts val="32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udt_send(sndpkt[nextseqnum-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1])</a:t>
              </a:r>
              <a:endParaRPr sz="1088" dirty="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6003755" y="3507650"/>
              <a:ext cx="487718" cy="182535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FF0000"/>
                  </a:solidFill>
                  <a:latin typeface="Arial"/>
                  <a:cs typeface="Arial"/>
                </a:rPr>
                <a:t>timeout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6009754" y="3699519"/>
              <a:ext cx="1288106" cy="15547"/>
            </a:xfrm>
            <a:custGeom>
              <a:avLst/>
              <a:gdLst/>
              <a:ahLst/>
              <a:cxnLst/>
              <a:rect l="l" t="t" r="r" b="b"/>
              <a:pathLst>
                <a:path w="1420495" h="17145">
                  <a:moveTo>
                    <a:pt x="1420367" y="16763"/>
                  </a:moveTo>
                  <a:lnTo>
                    <a:pt x="1420367" y="0"/>
                  </a:lnTo>
                  <a:lnTo>
                    <a:pt x="0" y="0"/>
                  </a:lnTo>
                  <a:lnTo>
                    <a:pt x="0" y="16764"/>
                  </a:lnTo>
                  <a:lnTo>
                    <a:pt x="1420367" y="167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/>
            <p:cNvSpPr/>
            <p:nvPr/>
          </p:nvSpPr>
          <p:spPr>
            <a:xfrm>
              <a:off x="5163163" y="3711922"/>
              <a:ext cx="671980" cy="866607"/>
            </a:xfrm>
            <a:custGeom>
              <a:avLst/>
              <a:gdLst/>
              <a:ahLst/>
              <a:cxnLst/>
              <a:rect l="l" t="t" r="r" b="b"/>
              <a:pathLst>
                <a:path w="741045" h="955675">
                  <a:moveTo>
                    <a:pt x="90068" y="549452"/>
                  </a:moveTo>
                  <a:lnTo>
                    <a:pt x="75590" y="540308"/>
                  </a:lnTo>
                  <a:lnTo>
                    <a:pt x="61112" y="564692"/>
                  </a:lnTo>
                  <a:lnTo>
                    <a:pt x="48158" y="588314"/>
                  </a:lnTo>
                  <a:lnTo>
                    <a:pt x="47396" y="588314"/>
                  </a:lnTo>
                  <a:lnTo>
                    <a:pt x="36728" y="611174"/>
                  </a:lnTo>
                  <a:lnTo>
                    <a:pt x="35966" y="611174"/>
                  </a:lnTo>
                  <a:lnTo>
                    <a:pt x="26822" y="633272"/>
                  </a:lnTo>
                  <a:lnTo>
                    <a:pt x="26822" y="634034"/>
                  </a:lnTo>
                  <a:lnTo>
                    <a:pt x="18300" y="654939"/>
                  </a:lnTo>
                  <a:lnTo>
                    <a:pt x="18300" y="655777"/>
                  </a:lnTo>
                  <a:lnTo>
                    <a:pt x="11582" y="675944"/>
                  </a:lnTo>
                  <a:lnTo>
                    <a:pt x="7010" y="695756"/>
                  </a:lnTo>
                  <a:lnTo>
                    <a:pt x="6248" y="696518"/>
                  </a:lnTo>
                  <a:lnTo>
                    <a:pt x="3200" y="715568"/>
                  </a:lnTo>
                  <a:lnTo>
                    <a:pt x="3200" y="716330"/>
                  </a:lnTo>
                  <a:lnTo>
                    <a:pt x="914" y="734618"/>
                  </a:lnTo>
                  <a:lnTo>
                    <a:pt x="152" y="752906"/>
                  </a:lnTo>
                  <a:lnTo>
                    <a:pt x="0" y="765378"/>
                  </a:lnTo>
                  <a:lnTo>
                    <a:pt x="647" y="777836"/>
                  </a:lnTo>
                  <a:lnTo>
                    <a:pt x="2184" y="790219"/>
                  </a:lnTo>
                  <a:lnTo>
                    <a:pt x="4724" y="802436"/>
                  </a:lnTo>
                  <a:lnTo>
                    <a:pt x="4724" y="803198"/>
                  </a:lnTo>
                  <a:lnTo>
                    <a:pt x="8534" y="817676"/>
                  </a:lnTo>
                  <a:lnTo>
                    <a:pt x="9296" y="818438"/>
                  </a:lnTo>
                  <a:lnTo>
                    <a:pt x="16916" y="838479"/>
                  </a:lnTo>
                  <a:lnTo>
                    <a:pt x="19481" y="845235"/>
                  </a:lnTo>
                  <a:lnTo>
                    <a:pt x="20726" y="847356"/>
                  </a:lnTo>
                  <a:lnTo>
                    <a:pt x="29108" y="861656"/>
                  </a:lnTo>
                  <a:lnTo>
                    <a:pt x="34290" y="870508"/>
                  </a:lnTo>
                  <a:lnTo>
                    <a:pt x="48158" y="887488"/>
                  </a:lnTo>
                  <a:lnTo>
                    <a:pt x="52793" y="893178"/>
                  </a:lnTo>
                  <a:lnTo>
                    <a:pt x="64922" y="903998"/>
                  </a:lnTo>
                  <a:lnTo>
                    <a:pt x="64922" y="881684"/>
                  </a:lnTo>
                  <a:lnTo>
                    <a:pt x="64922" y="881557"/>
                  </a:lnTo>
                  <a:lnTo>
                    <a:pt x="56540" y="871778"/>
                  </a:lnTo>
                  <a:lnTo>
                    <a:pt x="56540" y="872540"/>
                  </a:lnTo>
                  <a:lnTo>
                    <a:pt x="48158" y="861872"/>
                  </a:lnTo>
                  <a:lnTo>
                    <a:pt x="48920" y="861872"/>
                  </a:lnTo>
                  <a:lnTo>
                    <a:pt x="41300" y="850442"/>
                  </a:lnTo>
                  <a:lnTo>
                    <a:pt x="41300" y="851204"/>
                  </a:lnTo>
                  <a:lnTo>
                    <a:pt x="35204" y="839012"/>
                  </a:lnTo>
                  <a:lnTo>
                    <a:pt x="35204" y="839774"/>
                  </a:lnTo>
                  <a:lnTo>
                    <a:pt x="29108" y="826058"/>
                  </a:lnTo>
                  <a:lnTo>
                    <a:pt x="29870" y="826820"/>
                  </a:lnTo>
                  <a:lnTo>
                    <a:pt x="24536" y="813104"/>
                  </a:lnTo>
                  <a:lnTo>
                    <a:pt x="24536" y="813866"/>
                  </a:lnTo>
                  <a:lnTo>
                    <a:pt x="20726" y="799388"/>
                  </a:lnTo>
                  <a:lnTo>
                    <a:pt x="21488" y="799388"/>
                  </a:lnTo>
                  <a:lnTo>
                    <a:pt x="18300" y="783450"/>
                  </a:lnTo>
                  <a:lnTo>
                    <a:pt x="16916" y="768908"/>
                  </a:lnTo>
                  <a:lnTo>
                    <a:pt x="16916" y="753668"/>
                  </a:lnTo>
                  <a:lnTo>
                    <a:pt x="17614" y="736904"/>
                  </a:lnTo>
                  <a:lnTo>
                    <a:pt x="19088" y="719150"/>
                  </a:lnTo>
                  <a:lnTo>
                    <a:pt x="23012" y="699566"/>
                  </a:lnTo>
                  <a:lnTo>
                    <a:pt x="23012" y="700328"/>
                  </a:lnTo>
                  <a:lnTo>
                    <a:pt x="27584" y="680516"/>
                  </a:lnTo>
                  <a:lnTo>
                    <a:pt x="34442" y="660704"/>
                  </a:lnTo>
                  <a:lnTo>
                    <a:pt x="42062" y="639368"/>
                  </a:lnTo>
                  <a:lnTo>
                    <a:pt x="42062" y="640130"/>
                  </a:lnTo>
                  <a:lnTo>
                    <a:pt x="51206" y="618032"/>
                  </a:lnTo>
                  <a:lnTo>
                    <a:pt x="51206" y="618794"/>
                  </a:lnTo>
                  <a:lnTo>
                    <a:pt x="62636" y="595934"/>
                  </a:lnTo>
                  <a:lnTo>
                    <a:pt x="75590" y="573074"/>
                  </a:lnTo>
                  <a:lnTo>
                    <a:pt x="90068" y="549452"/>
                  </a:lnTo>
                  <a:close/>
                </a:path>
                <a:path w="741045" h="955675">
                  <a:moveTo>
                    <a:pt x="177698" y="937171"/>
                  </a:moveTo>
                  <a:lnTo>
                    <a:pt x="165506" y="935024"/>
                  </a:lnTo>
                  <a:lnTo>
                    <a:pt x="166268" y="935024"/>
                  </a:lnTo>
                  <a:lnTo>
                    <a:pt x="153314" y="931976"/>
                  </a:lnTo>
                  <a:lnTo>
                    <a:pt x="140360" y="928166"/>
                  </a:lnTo>
                  <a:lnTo>
                    <a:pt x="141122" y="928928"/>
                  </a:lnTo>
                  <a:lnTo>
                    <a:pt x="128930" y="924356"/>
                  </a:lnTo>
                  <a:lnTo>
                    <a:pt x="116738" y="919022"/>
                  </a:lnTo>
                  <a:lnTo>
                    <a:pt x="117500" y="919022"/>
                  </a:lnTo>
                  <a:lnTo>
                    <a:pt x="105308" y="912926"/>
                  </a:lnTo>
                  <a:lnTo>
                    <a:pt x="106070" y="912926"/>
                  </a:lnTo>
                  <a:lnTo>
                    <a:pt x="94640" y="906068"/>
                  </a:lnTo>
                  <a:lnTo>
                    <a:pt x="95402" y="906830"/>
                  </a:lnTo>
                  <a:lnTo>
                    <a:pt x="81000" y="896289"/>
                  </a:lnTo>
                  <a:lnTo>
                    <a:pt x="80848" y="896162"/>
                  </a:lnTo>
                  <a:lnTo>
                    <a:pt x="74066" y="890828"/>
                  </a:lnTo>
                  <a:lnTo>
                    <a:pt x="74828" y="890828"/>
                  </a:lnTo>
                  <a:lnTo>
                    <a:pt x="65684" y="882446"/>
                  </a:lnTo>
                  <a:lnTo>
                    <a:pt x="65443" y="882154"/>
                  </a:lnTo>
                  <a:lnTo>
                    <a:pt x="64922" y="881684"/>
                  </a:lnTo>
                  <a:lnTo>
                    <a:pt x="65443" y="882205"/>
                  </a:lnTo>
                  <a:lnTo>
                    <a:pt x="65443" y="904455"/>
                  </a:lnTo>
                  <a:lnTo>
                    <a:pt x="74066" y="912164"/>
                  </a:lnTo>
                  <a:lnTo>
                    <a:pt x="74828" y="912164"/>
                  </a:lnTo>
                  <a:lnTo>
                    <a:pt x="84734" y="919238"/>
                  </a:lnTo>
                  <a:lnTo>
                    <a:pt x="85496" y="919784"/>
                  </a:lnTo>
                  <a:lnTo>
                    <a:pt x="85496" y="920546"/>
                  </a:lnTo>
                  <a:lnTo>
                    <a:pt x="95402" y="926490"/>
                  </a:lnTo>
                  <a:lnTo>
                    <a:pt x="96926" y="927404"/>
                  </a:lnTo>
                  <a:lnTo>
                    <a:pt x="97688" y="927404"/>
                  </a:lnTo>
                  <a:lnTo>
                    <a:pt x="105308" y="931519"/>
                  </a:lnTo>
                  <a:lnTo>
                    <a:pt x="112547" y="935431"/>
                  </a:lnTo>
                  <a:lnTo>
                    <a:pt x="116738" y="937107"/>
                  </a:lnTo>
                  <a:lnTo>
                    <a:pt x="128930" y="941997"/>
                  </a:lnTo>
                  <a:lnTo>
                    <a:pt x="141122" y="945870"/>
                  </a:lnTo>
                  <a:lnTo>
                    <a:pt x="146062" y="947445"/>
                  </a:lnTo>
                  <a:lnTo>
                    <a:pt x="162458" y="951788"/>
                  </a:lnTo>
                  <a:lnTo>
                    <a:pt x="165506" y="952296"/>
                  </a:lnTo>
                  <a:lnTo>
                    <a:pt x="176174" y="954074"/>
                  </a:lnTo>
                  <a:lnTo>
                    <a:pt x="177698" y="954252"/>
                  </a:lnTo>
                  <a:lnTo>
                    <a:pt x="177698" y="937310"/>
                  </a:lnTo>
                  <a:lnTo>
                    <a:pt x="177698" y="937171"/>
                  </a:lnTo>
                  <a:close/>
                </a:path>
                <a:path w="741045" h="955675">
                  <a:moveTo>
                    <a:pt x="318668" y="902030"/>
                  </a:moveTo>
                  <a:lnTo>
                    <a:pt x="308762" y="909116"/>
                  </a:lnTo>
                  <a:lnTo>
                    <a:pt x="309524" y="909116"/>
                  </a:lnTo>
                  <a:lnTo>
                    <a:pt x="298856" y="915974"/>
                  </a:lnTo>
                  <a:lnTo>
                    <a:pt x="299618" y="915212"/>
                  </a:lnTo>
                  <a:lnTo>
                    <a:pt x="288188" y="921308"/>
                  </a:lnTo>
                  <a:lnTo>
                    <a:pt x="288950" y="921308"/>
                  </a:lnTo>
                  <a:lnTo>
                    <a:pt x="276758" y="926642"/>
                  </a:lnTo>
                  <a:lnTo>
                    <a:pt x="277520" y="925880"/>
                  </a:lnTo>
                  <a:lnTo>
                    <a:pt x="265328" y="930452"/>
                  </a:lnTo>
                  <a:lnTo>
                    <a:pt x="266090" y="930452"/>
                  </a:lnTo>
                  <a:lnTo>
                    <a:pt x="253136" y="933500"/>
                  </a:lnTo>
                  <a:lnTo>
                    <a:pt x="253898" y="933500"/>
                  </a:lnTo>
                  <a:lnTo>
                    <a:pt x="241706" y="936358"/>
                  </a:lnTo>
                  <a:lnTo>
                    <a:pt x="241325" y="936447"/>
                  </a:lnTo>
                  <a:lnTo>
                    <a:pt x="241706" y="936548"/>
                  </a:lnTo>
                  <a:lnTo>
                    <a:pt x="240944" y="936536"/>
                  </a:lnTo>
                  <a:lnTo>
                    <a:pt x="240131" y="936726"/>
                  </a:lnTo>
                  <a:lnTo>
                    <a:pt x="230428" y="937869"/>
                  </a:lnTo>
                  <a:lnTo>
                    <a:pt x="229501" y="937983"/>
                  </a:lnTo>
                  <a:lnTo>
                    <a:pt x="228752" y="938072"/>
                  </a:lnTo>
                  <a:lnTo>
                    <a:pt x="228066" y="938149"/>
                  </a:lnTo>
                  <a:lnTo>
                    <a:pt x="216687" y="938784"/>
                  </a:lnTo>
                  <a:lnTo>
                    <a:pt x="215798" y="938872"/>
                  </a:lnTo>
                  <a:lnTo>
                    <a:pt x="204368" y="939596"/>
                  </a:lnTo>
                  <a:lnTo>
                    <a:pt x="192176" y="938911"/>
                  </a:lnTo>
                  <a:lnTo>
                    <a:pt x="178447" y="937387"/>
                  </a:lnTo>
                  <a:lnTo>
                    <a:pt x="178447" y="954341"/>
                  </a:lnTo>
                  <a:lnTo>
                    <a:pt x="189128" y="955598"/>
                  </a:lnTo>
                  <a:lnTo>
                    <a:pt x="216687" y="955611"/>
                  </a:lnTo>
                  <a:lnTo>
                    <a:pt x="228066" y="954989"/>
                  </a:lnTo>
                  <a:lnTo>
                    <a:pt x="229501" y="954900"/>
                  </a:lnTo>
                  <a:lnTo>
                    <a:pt x="230428" y="954849"/>
                  </a:lnTo>
                  <a:lnTo>
                    <a:pt x="240944" y="953058"/>
                  </a:lnTo>
                  <a:lnTo>
                    <a:pt x="241325" y="952995"/>
                  </a:lnTo>
                  <a:lnTo>
                    <a:pt x="241706" y="952931"/>
                  </a:lnTo>
                  <a:lnTo>
                    <a:pt x="243992" y="952550"/>
                  </a:lnTo>
                  <a:lnTo>
                    <a:pt x="244754" y="952550"/>
                  </a:lnTo>
                  <a:lnTo>
                    <a:pt x="253898" y="950925"/>
                  </a:lnTo>
                  <a:lnTo>
                    <a:pt x="257708" y="950264"/>
                  </a:lnTo>
                  <a:lnTo>
                    <a:pt x="257708" y="949502"/>
                  </a:lnTo>
                  <a:lnTo>
                    <a:pt x="266090" y="947521"/>
                  </a:lnTo>
                  <a:lnTo>
                    <a:pt x="270662" y="946454"/>
                  </a:lnTo>
                  <a:lnTo>
                    <a:pt x="276758" y="943521"/>
                  </a:lnTo>
                  <a:lnTo>
                    <a:pt x="288950" y="937679"/>
                  </a:lnTo>
                  <a:lnTo>
                    <a:pt x="298856" y="932929"/>
                  </a:lnTo>
                  <a:lnTo>
                    <a:pt x="309524" y="927811"/>
                  </a:lnTo>
                  <a:lnTo>
                    <a:pt x="315976" y="924712"/>
                  </a:lnTo>
                  <a:lnTo>
                    <a:pt x="318668" y="922388"/>
                  </a:lnTo>
                  <a:lnTo>
                    <a:pt x="318668" y="902258"/>
                  </a:lnTo>
                  <a:lnTo>
                    <a:pt x="318668" y="902030"/>
                  </a:lnTo>
                  <a:close/>
                </a:path>
                <a:path w="741045" h="955675">
                  <a:moveTo>
                    <a:pt x="391007" y="776833"/>
                  </a:moveTo>
                  <a:lnTo>
                    <a:pt x="388048" y="731583"/>
                  </a:lnTo>
                  <a:lnTo>
                    <a:pt x="378345" y="685812"/>
                  </a:lnTo>
                  <a:lnTo>
                    <a:pt x="362864" y="640892"/>
                  </a:lnTo>
                  <a:lnTo>
                    <a:pt x="352958" y="617270"/>
                  </a:lnTo>
                  <a:lnTo>
                    <a:pt x="352196" y="617270"/>
                  </a:lnTo>
                  <a:lnTo>
                    <a:pt x="340766" y="592124"/>
                  </a:lnTo>
                  <a:lnTo>
                    <a:pt x="328549" y="570344"/>
                  </a:lnTo>
                  <a:lnTo>
                    <a:pt x="350672" y="557072"/>
                  </a:lnTo>
                  <a:lnTo>
                    <a:pt x="287426" y="516686"/>
                  </a:lnTo>
                  <a:lnTo>
                    <a:pt x="293522" y="591362"/>
                  </a:lnTo>
                  <a:lnTo>
                    <a:pt x="308762" y="582218"/>
                  </a:lnTo>
                  <a:lnTo>
                    <a:pt x="314515" y="578764"/>
                  </a:lnTo>
                  <a:lnTo>
                    <a:pt x="326288" y="599744"/>
                  </a:lnTo>
                  <a:lnTo>
                    <a:pt x="325526" y="599744"/>
                  </a:lnTo>
                  <a:lnTo>
                    <a:pt x="326288" y="601268"/>
                  </a:lnTo>
                  <a:lnTo>
                    <a:pt x="337718" y="624128"/>
                  </a:lnTo>
                  <a:lnTo>
                    <a:pt x="336956" y="624128"/>
                  </a:lnTo>
                  <a:lnTo>
                    <a:pt x="337718" y="625805"/>
                  </a:lnTo>
                  <a:lnTo>
                    <a:pt x="347624" y="647750"/>
                  </a:lnTo>
                  <a:lnTo>
                    <a:pt x="346862" y="646988"/>
                  </a:lnTo>
                  <a:lnTo>
                    <a:pt x="347624" y="649058"/>
                  </a:lnTo>
                  <a:lnTo>
                    <a:pt x="355244" y="669848"/>
                  </a:lnTo>
                  <a:lnTo>
                    <a:pt x="355244" y="669086"/>
                  </a:lnTo>
                  <a:lnTo>
                    <a:pt x="362102" y="691184"/>
                  </a:lnTo>
                  <a:lnTo>
                    <a:pt x="362102" y="690422"/>
                  </a:lnTo>
                  <a:lnTo>
                    <a:pt x="367436" y="711758"/>
                  </a:lnTo>
                  <a:lnTo>
                    <a:pt x="367436" y="710996"/>
                  </a:lnTo>
                  <a:lnTo>
                    <a:pt x="371246" y="730808"/>
                  </a:lnTo>
                  <a:lnTo>
                    <a:pt x="371487" y="732066"/>
                  </a:lnTo>
                  <a:lnTo>
                    <a:pt x="373532" y="749096"/>
                  </a:lnTo>
                  <a:lnTo>
                    <a:pt x="374294" y="767384"/>
                  </a:lnTo>
                  <a:lnTo>
                    <a:pt x="374294" y="783386"/>
                  </a:lnTo>
                  <a:lnTo>
                    <a:pt x="372948" y="797306"/>
                  </a:lnTo>
                  <a:lnTo>
                    <a:pt x="372656" y="799363"/>
                  </a:lnTo>
                  <a:lnTo>
                    <a:pt x="370814" y="812253"/>
                  </a:lnTo>
                  <a:lnTo>
                    <a:pt x="367436" y="828344"/>
                  </a:lnTo>
                  <a:lnTo>
                    <a:pt x="367436" y="827582"/>
                  </a:lnTo>
                  <a:lnTo>
                    <a:pt x="362864" y="841298"/>
                  </a:lnTo>
                  <a:lnTo>
                    <a:pt x="362864" y="840536"/>
                  </a:lnTo>
                  <a:lnTo>
                    <a:pt x="357530" y="853490"/>
                  </a:lnTo>
                  <a:lnTo>
                    <a:pt x="357530" y="852728"/>
                  </a:lnTo>
                  <a:lnTo>
                    <a:pt x="351434" y="864920"/>
                  </a:lnTo>
                  <a:lnTo>
                    <a:pt x="351434" y="864158"/>
                  </a:lnTo>
                  <a:lnTo>
                    <a:pt x="343369" y="876236"/>
                  </a:lnTo>
                  <a:lnTo>
                    <a:pt x="336194" y="884732"/>
                  </a:lnTo>
                  <a:lnTo>
                    <a:pt x="336956" y="884732"/>
                  </a:lnTo>
                  <a:lnTo>
                    <a:pt x="328549" y="893140"/>
                  </a:lnTo>
                  <a:lnTo>
                    <a:pt x="319430" y="901547"/>
                  </a:lnTo>
                  <a:lnTo>
                    <a:pt x="319430" y="921715"/>
                  </a:lnTo>
                  <a:lnTo>
                    <a:pt x="336956" y="906538"/>
                  </a:lnTo>
                  <a:lnTo>
                    <a:pt x="344576" y="899934"/>
                  </a:lnTo>
                  <a:lnTo>
                    <a:pt x="349707" y="895489"/>
                  </a:lnTo>
                  <a:lnTo>
                    <a:pt x="370484" y="863727"/>
                  </a:lnTo>
                  <a:lnTo>
                    <a:pt x="372795" y="860183"/>
                  </a:lnTo>
                  <a:lnTo>
                    <a:pt x="374294" y="855751"/>
                  </a:lnTo>
                  <a:lnTo>
                    <a:pt x="386245" y="820166"/>
                  </a:lnTo>
                  <a:lnTo>
                    <a:pt x="391007" y="776833"/>
                  </a:lnTo>
                  <a:close/>
                </a:path>
                <a:path w="741045" h="955675">
                  <a:moveTo>
                    <a:pt x="634111" y="395287"/>
                  </a:moveTo>
                  <a:lnTo>
                    <a:pt x="624992" y="392480"/>
                  </a:lnTo>
                  <a:lnTo>
                    <a:pt x="625754" y="393242"/>
                  </a:lnTo>
                  <a:lnTo>
                    <a:pt x="615086" y="388670"/>
                  </a:lnTo>
                  <a:lnTo>
                    <a:pt x="615848" y="388670"/>
                  </a:lnTo>
                  <a:lnTo>
                    <a:pt x="604418" y="383336"/>
                  </a:lnTo>
                  <a:lnTo>
                    <a:pt x="592988" y="375716"/>
                  </a:lnTo>
                  <a:lnTo>
                    <a:pt x="592988" y="376478"/>
                  </a:lnTo>
                  <a:lnTo>
                    <a:pt x="580796" y="367334"/>
                  </a:lnTo>
                  <a:lnTo>
                    <a:pt x="567842" y="356666"/>
                  </a:lnTo>
                  <a:lnTo>
                    <a:pt x="568604" y="356666"/>
                  </a:lnTo>
                  <a:lnTo>
                    <a:pt x="563270" y="351891"/>
                  </a:lnTo>
                  <a:lnTo>
                    <a:pt x="554888" y="344474"/>
                  </a:lnTo>
                  <a:lnTo>
                    <a:pt x="540410" y="329234"/>
                  </a:lnTo>
                  <a:lnTo>
                    <a:pt x="540410" y="329996"/>
                  </a:lnTo>
                  <a:lnTo>
                    <a:pt x="525932" y="313232"/>
                  </a:lnTo>
                  <a:lnTo>
                    <a:pt x="513740" y="323900"/>
                  </a:lnTo>
                  <a:lnTo>
                    <a:pt x="528218" y="340664"/>
                  </a:lnTo>
                  <a:lnTo>
                    <a:pt x="528218" y="341426"/>
                  </a:lnTo>
                  <a:lnTo>
                    <a:pt x="566204" y="377126"/>
                  </a:lnTo>
                  <a:lnTo>
                    <a:pt x="567842" y="378206"/>
                  </a:lnTo>
                  <a:lnTo>
                    <a:pt x="601395" y="400431"/>
                  </a:lnTo>
                  <a:lnTo>
                    <a:pt x="615086" y="405282"/>
                  </a:lnTo>
                  <a:lnTo>
                    <a:pt x="625754" y="409067"/>
                  </a:lnTo>
                  <a:lnTo>
                    <a:pt x="633425" y="411784"/>
                  </a:lnTo>
                  <a:lnTo>
                    <a:pt x="634111" y="411784"/>
                  </a:lnTo>
                  <a:lnTo>
                    <a:pt x="634111" y="395516"/>
                  </a:lnTo>
                  <a:lnTo>
                    <a:pt x="634111" y="395287"/>
                  </a:lnTo>
                  <a:close/>
                </a:path>
                <a:path w="741045" h="955675">
                  <a:moveTo>
                    <a:pt x="740816" y="226364"/>
                  </a:moveTo>
                  <a:lnTo>
                    <a:pt x="733844" y="149936"/>
                  </a:lnTo>
                  <a:lnTo>
                    <a:pt x="724052" y="110083"/>
                  </a:lnTo>
                  <a:lnTo>
                    <a:pt x="710158" y="72885"/>
                  </a:lnTo>
                  <a:lnTo>
                    <a:pt x="669912" y="15976"/>
                  </a:lnTo>
                  <a:lnTo>
                    <a:pt x="656297" y="8521"/>
                  </a:lnTo>
                  <a:lnTo>
                    <a:pt x="656297" y="26619"/>
                  </a:lnTo>
                  <a:lnTo>
                    <a:pt x="655904" y="26390"/>
                  </a:lnTo>
                  <a:lnTo>
                    <a:pt x="655472" y="25958"/>
                  </a:lnTo>
                  <a:lnTo>
                    <a:pt x="656297" y="26619"/>
                  </a:lnTo>
                  <a:lnTo>
                    <a:pt x="656297" y="8521"/>
                  </a:lnTo>
                  <a:lnTo>
                    <a:pt x="643636" y="1574"/>
                  </a:lnTo>
                  <a:lnTo>
                    <a:pt x="615848" y="139"/>
                  </a:lnTo>
                  <a:lnTo>
                    <a:pt x="615086" y="101"/>
                  </a:lnTo>
                  <a:lnTo>
                    <a:pt x="613270" y="0"/>
                  </a:lnTo>
                  <a:lnTo>
                    <a:pt x="578853" y="13868"/>
                  </a:lnTo>
                  <a:lnTo>
                    <a:pt x="540410" y="45770"/>
                  </a:lnTo>
                  <a:lnTo>
                    <a:pt x="539648" y="46532"/>
                  </a:lnTo>
                  <a:lnTo>
                    <a:pt x="530682" y="57619"/>
                  </a:lnTo>
                  <a:lnTo>
                    <a:pt x="509930" y="42722"/>
                  </a:lnTo>
                  <a:lnTo>
                    <a:pt x="497738" y="116636"/>
                  </a:lnTo>
                  <a:lnTo>
                    <a:pt x="523646" y="102933"/>
                  </a:lnTo>
                  <a:lnTo>
                    <a:pt x="564032" y="81584"/>
                  </a:lnTo>
                  <a:lnTo>
                    <a:pt x="544372" y="67462"/>
                  </a:lnTo>
                  <a:lnTo>
                    <a:pt x="551840" y="58153"/>
                  </a:lnTo>
                  <a:lnTo>
                    <a:pt x="552602" y="57200"/>
                  </a:lnTo>
                  <a:lnTo>
                    <a:pt x="563270" y="46532"/>
                  </a:lnTo>
                  <a:lnTo>
                    <a:pt x="573176" y="38036"/>
                  </a:lnTo>
                  <a:lnTo>
                    <a:pt x="573938" y="37388"/>
                  </a:lnTo>
                  <a:lnTo>
                    <a:pt x="573176" y="37388"/>
                  </a:lnTo>
                  <a:lnTo>
                    <a:pt x="583844" y="29768"/>
                  </a:lnTo>
                  <a:lnTo>
                    <a:pt x="583844" y="30530"/>
                  </a:lnTo>
                  <a:lnTo>
                    <a:pt x="592988" y="24892"/>
                  </a:lnTo>
                  <a:lnTo>
                    <a:pt x="593750" y="24434"/>
                  </a:lnTo>
                  <a:lnTo>
                    <a:pt x="592988" y="24434"/>
                  </a:lnTo>
                  <a:lnTo>
                    <a:pt x="602894" y="19862"/>
                  </a:lnTo>
                  <a:lnTo>
                    <a:pt x="602132" y="20624"/>
                  </a:lnTo>
                  <a:lnTo>
                    <a:pt x="602894" y="20383"/>
                  </a:lnTo>
                  <a:lnTo>
                    <a:pt x="610514" y="18034"/>
                  </a:lnTo>
                  <a:lnTo>
                    <a:pt x="612038" y="17576"/>
                  </a:lnTo>
                  <a:lnTo>
                    <a:pt x="610514" y="17576"/>
                  </a:lnTo>
                  <a:lnTo>
                    <a:pt x="618896" y="16281"/>
                  </a:lnTo>
                  <a:lnTo>
                    <a:pt x="620420" y="16052"/>
                  </a:lnTo>
                  <a:lnTo>
                    <a:pt x="626516" y="16052"/>
                  </a:lnTo>
                  <a:lnTo>
                    <a:pt x="628040" y="16179"/>
                  </a:lnTo>
                  <a:lnTo>
                    <a:pt x="633425" y="16624"/>
                  </a:lnTo>
                  <a:lnTo>
                    <a:pt x="634123" y="16687"/>
                  </a:lnTo>
                  <a:lnTo>
                    <a:pt x="634898" y="17018"/>
                  </a:lnTo>
                  <a:lnTo>
                    <a:pt x="635660" y="17221"/>
                  </a:lnTo>
                  <a:lnTo>
                    <a:pt x="642518" y="19100"/>
                  </a:lnTo>
                  <a:lnTo>
                    <a:pt x="641756" y="19100"/>
                  </a:lnTo>
                  <a:lnTo>
                    <a:pt x="642518" y="19405"/>
                  </a:lnTo>
                  <a:lnTo>
                    <a:pt x="649376" y="22148"/>
                  </a:lnTo>
                  <a:lnTo>
                    <a:pt x="648614" y="22148"/>
                  </a:lnTo>
                  <a:lnTo>
                    <a:pt x="649376" y="22606"/>
                  </a:lnTo>
                  <a:lnTo>
                    <a:pt x="655472" y="26263"/>
                  </a:lnTo>
                  <a:lnTo>
                    <a:pt x="656996" y="27178"/>
                  </a:lnTo>
                  <a:lnTo>
                    <a:pt x="662330" y="31445"/>
                  </a:lnTo>
                  <a:lnTo>
                    <a:pt x="686714" y="62534"/>
                  </a:lnTo>
                  <a:lnTo>
                    <a:pt x="685952" y="61772"/>
                  </a:lnTo>
                  <a:lnTo>
                    <a:pt x="686714" y="63296"/>
                  </a:lnTo>
                  <a:lnTo>
                    <a:pt x="691286" y="72440"/>
                  </a:lnTo>
                  <a:lnTo>
                    <a:pt x="691286" y="71678"/>
                  </a:lnTo>
                  <a:lnTo>
                    <a:pt x="701192" y="94538"/>
                  </a:lnTo>
                  <a:lnTo>
                    <a:pt x="700430" y="93776"/>
                  </a:lnTo>
                  <a:lnTo>
                    <a:pt x="701192" y="95986"/>
                  </a:lnTo>
                  <a:lnTo>
                    <a:pt x="708812" y="118160"/>
                  </a:lnTo>
                  <a:lnTo>
                    <a:pt x="708812" y="117398"/>
                  </a:lnTo>
                  <a:lnTo>
                    <a:pt x="714908" y="144068"/>
                  </a:lnTo>
                  <a:lnTo>
                    <a:pt x="714908" y="143306"/>
                  </a:lnTo>
                  <a:lnTo>
                    <a:pt x="720242" y="170738"/>
                  </a:lnTo>
                  <a:lnTo>
                    <a:pt x="723290" y="198742"/>
                  </a:lnTo>
                  <a:lnTo>
                    <a:pt x="723290" y="198170"/>
                  </a:lnTo>
                  <a:lnTo>
                    <a:pt x="724052" y="226364"/>
                  </a:lnTo>
                  <a:lnTo>
                    <a:pt x="724052" y="253796"/>
                  </a:lnTo>
                  <a:lnTo>
                    <a:pt x="721766" y="280466"/>
                  </a:lnTo>
                  <a:lnTo>
                    <a:pt x="718248" y="303669"/>
                  </a:lnTo>
                  <a:lnTo>
                    <a:pt x="711860" y="329234"/>
                  </a:lnTo>
                  <a:lnTo>
                    <a:pt x="712622" y="328472"/>
                  </a:lnTo>
                  <a:lnTo>
                    <a:pt x="704240" y="349808"/>
                  </a:lnTo>
                  <a:lnTo>
                    <a:pt x="705002" y="349046"/>
                  </a:lnTo>
                  <a:lnTo>
                    <a:pt x="700430" y="358190"/>
                  </a:lnTo>
                  <a:lnTo>
                    <a:pt x="695096" y="366572"/>
                  </a:lnTo>
                  <a:lnTo>
                    <a:pt x="695858" y="365810"/>
                  </a:lnTo>
                  <a:lnTo>
                    <a:pt x="690029" y="373811"/>
                  </a:lnTo>
                  <a:lnTo>
                    <a:pt x="690524" y="373430"/>
                  </a:lnTo>
                  <a:lnTo>
                    <a:pt x="690029" y="373976"/>
                  </a:lnTo>
                  <a:lnTo>
                    <a:pt x="689800" y="374116"/>
                  </a:lnTo>
                  <a:lnTo>
                    <a:pt x="689381" y="374713"/>
                  </a:lnTo>
                  <a:lnTo>
                    <a:pt x="685952" y="378574"/>
                  </a:lnTo>
                  <a:lnTo>
                    <a:pt x="685190" y="379526"/>
                  </a:lnTo>
                  <a:lnTo>
                    <a:pt x="679856" y="384263"/>
                  </a:lnTo>
                  <a:lnTo>
                    <a:pt x="672236" y="390194"/>
                  </a:lnTo>
                  <a:lnTo>
                    <a:pt x="673404" y="389267"/>
                  </a:lnTo>
                  <a:lnTo>
                    <a:pt x="673011" y="389420"/>
                  </a:lnTo>
                  <a:lnTo>
                    <a:pt x="666902" y="392480"/>
                  </a:lnTo>
                  <a:lnTo>
                    <a:pt x="658520" y="395528"/>
                  </a:lnTo>
                  <a:lnTo>
                    <a:pt x="659282" y="394766"/>
                  </a:lnTo>
                  <a:lnTo>
                    <a:pt x="650989" y="396278"/>
                  </a:lnTo>
                  <a:lnTo>
                    <a:pt x="642518" y="396163"/>
                  </a:lnTo>
                  <a:lnTo>
                    <a:pt x="635660" y="395643"/>
                  </a:lnTo>
                  <a:lnTo>
                    <a:pt x="634898" y="395592"/>
                  </a:lnTo>
                  <a:lnTo>
                    <a:pt x="634898" y="411784"/>
                  </a:lnTo>
                  <a:lnTo>
                    <a:pt x="652424" y="411708"/>
                  </a:lnTo>
                  <a:lnTo>
                    <a:pt x="658520" y="411683"/>
                  </a:lnTo>
                  <a:lnTo>
                    <a:pt x="661987" y="411670"/>
                  </a:lnTo>
                  <a:lnTo>
                    <a:pt x="665378" y="410146"/>
                  </a:lnTo>
                  <a:lnTo>
                    <a:pt x="672236" y="407060"/>
                  </a:lnTo>
                  <a:lnTo>
                    <a:pt x="686714" y="400558"/>
                  </a:lnTo>
                  <a:lnTo>
                    <a:pt x="690524" y="396557"/>
                  </a:lnTo>
                  <a:lnTo>
                    <a:pt x="695858" y="390944"/>
                  </a:lnTo>
                  <a:lnTo>
                    <a:pt x="705002" y="381317"/>
                  </a:lnTo>
                  <a:lnTo>
                    <a:pt x="707313" y="378891"/>
                  </a:lnTo>
                  <a:lnTo>
                    <a:pt x="712622" y="368427"/>
                  </a:lnTo>
                  <a:lnTo>
                    <a:pt x="717956" y="357911"/>
                  </a:lnTo>
                  <a:lnTo>
                    <a:pt x="723290" y="347395"/>
                  </a:lnTo>
                  <a:lnTo>
                    <a:pt x="723290" y="347599"/>
                  </a:lnTo>
                  <a:lnTo>
                    <a:pt x="724052" y="344805"/>
                  </a:lnTo>
                  <a:lnTo>
                    <a:pt x="734682" y="305803"/>
                  </a:lnTo>
                  <a:lnTo>
                    <a:pt x="740816" y="255320"/>
                  </a:lnTo>
                  <a:lnTo>
                    <a:pt x="740816" y="2263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4747553" y="1516245"/>
              <a:ext cx="940888" cy="182535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rdt_send(data)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772895" y="1737820"/>
              <a:ext cx="1522464" cy="24184"/>
            </a:xfrm>
            <a:custGeom>
              <a:avLst/>
              <a:gdLst/>
              <a:ahLst/>
              <a:cxnLst/>
              <a:rect l="l" t="t" r="r" b="b"/>
              <a:pathLst>
                <a:path w="1678939" h="26669">
                  <a:moveTo>
                    <a:pt x="1678686" y="26669"/>
                  </a:moveTo>
                  <a:lnTo>
                    <a:pt x="1678686" y="1523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1678686" y="266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747539" y="1787111"/>
              <a:ext cx="3912688" cy="1522196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if</a:t>
              </a:r>
              <a:r>
                <a:rPr sz="1088" spc="4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(</a:t>
              </a:r>
              <a:r>
                <a:rPr sz="1088" dirty="0">
                  <a:solidFill>
                    <a:srgbClr val="FF0000"/>
                  </a:solidFill>
                  <a:latin typeface="Arial"/>
                  <a:cs typeface="Arial"/>
                </a:rPr>
                <a:t>nextseqnum</a:t>
              </a:r>
              <a:r>
                <a:rPr sz="1088" spc="27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FF0000"/>
                  </a:solidFill>
                  <a:latin typeface="Arial"/>
                  <a:cs typeface="Arial"/>
                </a:rPr>
                <a:t>&lt;</a:t>
              </a:r>
              <a:r>
                <a:rPr sz="1088" spc="41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FF0000"/>
                  </a:solidFill>
                  <a:latin typeface="Arial"/>
                  <a:cs typeface="Arial"/>
                </a:rPr>
                <a:t>base+N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)</a:t>
              </a:r>
              <a:r>
                <a:rPr sz="1088" spc="2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45" dirty="0">
                  <a:solidFill>
                    <a:srgbClr val="163794"/>
                  </a:solidFill>
                  <a:latin typeface="Arial"/>
                  <a:cs typeface="Arial"/>
                </a:rPr>
                <a:t>{</a:t>
              </a:r>
              <a:endParaRPr sz="1088">
                <a:latin typeface="Arial"/>
                <a:cs typeface="Arial"/>
              </a:endParaRPr>
            </a:p>
            <a:p>
              <a:pPr marL="167563" marR="4607">
                <a:lnSpc>
                  <a:spcPts val="1342"/>
                </a:lnSpc>
                <a:spcBef>
                  <a:spcPts val="4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sndpkt[nextseqnum]</a:t>
              </a:r>
              <a:r>
                <a:rPr sz="1088" spc="5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=</a:t>
              </a:r>
              <a:r>
                <a:rPr sz="1088" spc="5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make_pkt(nextseqnum,data,chksum) udt_send(sndpkt[nextseqnum])</a:t>
              </a:r>
              <a:endParaRPr sz="1088">
                <a:latin typeface="Arial"/>
                <a:cs typeface="Arial"/>
              </a:endParaRPr>
            </a:p>
            <a:p>
              <a:pPr marL="167563">
                <a:lnSpc>
                  <a:spcPts val="1279"/>
                </a:lnSpc>
              </a:pPr>
              <a:r>
                <a:rPr sz="1088" dirty="0">
                  <a:solidFill>
                    <a:srgbClr val="FF0000"/>
                  </a:solidFill>
                  <a:latin typeface="Arial"/>
                  <a:cs typeface="Arial"/>
                </a:rPr>
                <a:t>if</a:t>
              </a:r>
              <a:r>
                <a:rPr sz="1088" spc="23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FF0000"/>
                  </a:solidFill>
                  <a:latin typeface="Arial"/>
                  <a:cs typeface="Arial"/>
                </a:rPr>
                <a:t>(base</a:t>
              </a:r>
              <a:r>
                <a:rPr sz="1088" spc="14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FF0000"/>
                  </a:solidFill>
                  <a:latin typeface="Arial"/>
                  <a:cs typeface="Arial"/>
                </a:rPr>
                <a:t>==</a:t>
              </a:r>
              <a:r>
                <a:rPr sz="1088" spc="9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FF0000"/>
                  </a:solidFill>
                  <a:latin typeface="Arial"/>
                  <a:cs typeface="Arial"/>
                </a:rPr>
                <a:t>nextseqnum)</a:t>
              </a:r>
              <a:endParaRPr sz="1088">
                <a:latin typeface="Arial"/>
                <a:cs typeface="Arial"/>
              </a:endParaRPr>
            </a:p>
            <a:p>
              <a:pPr marL="167563" marR="2803082" indent="117466">
                <a:lnSpc>
                  <a:spcPct val="102099"/>
                </a:lnSpc>
                <a:spcBef>
                  <a:spcPts val="5"/>
                </a:spcBef>
              </a:pPr>
              <a:r>
                <a:rPr sz="1088" spc="-9" dirty="0">
                  <a:solidFill>
                    <a:srgbClr val="FF0000"/>
                  </a:solidFill>
                  <a:latin typeface="Arial"/>
                  <a:cs typeface="Arial"/>
                </a:rPr>
                <a:t>start_timer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nextseqnum++</a:t>
              </a:r>
              <a:endParaRPr sz="1088">
                <a:latin typeface="Arial"/>
                <a:cs typeface="Arial"/>
              </a:endParaRPr>
            </a:p>
            <a:p>
              <a:pPr marL="167563">
                <a:spcBef>
                  <a:spcPts val="32"/>
                </a:spcBef>
              </a:pPr>
              <a:r>
                <a:rPr sz="1088" spc="-45" dirty="0">
                  <a:solidFill>
                    <a:srgbClr val="163794"/>
                  </a:solidFill>
                  <a:latin typeface="Arial"/>
                  <a:cs typeface="Arial"/>
                </a:rPr>
                <a:t>}</a:t>
              </a:r>
              <a:endParaRPr sz="1088">
                <a:latin typeface="Arial"/>
                <a:cs typeface="Arial"/>
              </a:endParaRPr>
            </a:p>
            <a:p>
              <a:pPr marL="89252" marR="2702890" indent="-78311">
                <a:lnSpc>
                  <a:spcPct val="101699"/>
                </a:lnSpc>
                <a:spcBef>
                  <a:spcPts val="5"/>
                </a:spcBef>
              </a:pPr>
              <a:r>
                <a:rPr sz="1088" spc="-18" dirty="0">
                  <a:solidFill>
                    <a:srgbClr val="163794"/>
                  </a:solidFill>
                  <a:latin typeface="Arial"/>
                  <a:cs typeface="Arial"/>
                </a:rPr>
                <a:t>else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refuse_data(data)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4866403" y="4624281"/>
              <a:ext cx="1809798" cy="1260112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38772" marR="559119" indent="-117466">
                <a:lnSpc>
                  <a:spcPct val="102099"/>
                </a:lnSpc>
                <a:spcBef>
                  <a:spcPts val="91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r>
                <a:rPr sz="1088" spc="59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23" dirty="0">
                  <a:solidFill>
                    <a:srgbClr val="163794"/>
                  </a:solidFill>
                  <a:latin typeface="Arial"/>
                  <a:cs typeface="Arial"/>
                </a:rPr>
                <a:t>&amp;&amp;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notcorrupt(rcvpkt)</a:t>
              </a:r>
              <a:endParaRPr sz="1088">
                <a:latin typeface="Arial"/>
                <a:cs typeface="Arial"/>
              </a:endParaRPr>
            </a:p>
            <a:p>
              <a:pPr marL="11516" marR="4607">
                <a:lnSpc>
                  <a:spcPct val="102099"/>
                </a:lnSpc>
                <a:spcBef>
                  <a:spcPts val="462"/>
                </a:spcBef>
              </a:pPr>
              <a:r>
                <a:rPr sz="1088" dirty="0">
                  <a:solidFill>
                    <a:srgbClr val="FF0000"/>
                  </a:solidFill>
                  <a:latin typeface="Arial"/>
                  <a:cs typeface="Arial"/>
                </a:rPr>
                <a:t>base</a:t>
              </a:r>
              <a:r>
                <a:rPr sz="1088" spc="18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FF0000"/>
                  </a:solidFill>
                  <a:latin typeface="Arial"/>
                  <a:cs typeface="Arial"/>
                </a:rPr>
                <a:t>=</a:t>
              </a:r>
              <a:r>
                <a:rPr sz="1088" spc="32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FF0000"/>
                  </a:solidFill>
                  <a:latin typeface="Arial"/>
                  <a:cs typeface="Arial"/>
                </a:rPr>
                <a:t>getacknum(rcvpkt)+1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If</a:t>
              </a:r>
              <a:r>
                <a:rPr sz="1088" spc="2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(base</a:t>
              </a:r>
              <a:r>
                <a:rPr sz="1088" spc="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==</a:t>
              </a:r>
              <a:r>
                <a:rPr sz="1088" spc="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nextseqnum)</a:t>
              </a:r>
              <a:endParaRPr sz="1088">
                <a:latin typeface="Arial"/>
                <a:cs typeface="Arial"/>
              </a:endParaRPr>
            </a:p>
            <a:p>
              <a:pPr marL="89252" marR="967950" indent="77735">
                <a:lnSpc>
                  <a:spcPct val="102099"/>
                </a:lnSpc>
                <a:spcBef>
                  <a:spcPts val="5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stop_timer </a:t>
              </a:r>
              <a:r>
                <a:rPr sz="1088" spc="-18" dirty="0">
                  <a:solidFill>
                    <a:srgbClr val="163794"/>
                  </a:solidFill>
                  <a:latin typeface="Arial"/>
                  <a:cs typeface="Arial"/>
                </a:rPr>
                <a:t>else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start_timer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888980" y="5008931"/>
              <a:ext cx="1287530" cy="23033"/>
            </a:xfrm>
            <a:custGeom>
              <a:avLst/>
              <a:gdLst/>
              <a:ahLst/>
              <a:cxnLst/>
              <a:rect l="l" t="t" r="r" b="b"/>
              <a:pathLst>
                <a:path w="1419860" h="25400">
                  <a:moveTo>
                    <a:pt x="1419606" y="25146"/>
                  </a:moveTo>
                  <a:lnTo>
                    <a:pt x="1419606" y="0"/>
                  </a:lnTo>
                  <a:lnTo>
                    <a:pt x="0" y="0"/>
                  </a:lnTo>
                  <a:lnTo>
                    <a:pt x="0" y="25146"/>
                  </a:lnTo>
                  <a:lnTo>
                    <a:pt x="1419606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3202521" y="4076324"/>
              <a:ext cx="1278893" cy="349952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endParaRPr sz="1088">
                <a:latin typeface="Arial"/>
                <a:cs typeface="Arial"/>
              </a:endParaRPr>
            </a:p>
            <a:p>
              <a:pPr marL="128983">
                <a:spcBef>
                  <a:spcPts val="27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088" spc="27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corrupt(rcvpkt)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214730" y="4444399"/>
              <a:ext cx="1209219" cy="15547"/>
            </a:xfrm>
            <a:custGeom>
              <a:avLst/>
              <a:gdLst/>
              <a:ahLst/>
              <a:cxnLst/>
              <a:rect l="l" t="t" r="r" b="b"/>
              <a:pathLst>
                <a:path w="1333500" h="17145">
                  <a:moveTo>
                    <a:pt x="1333500" y="16763"/>
                  </a:moveTo>
                  <a:lnTo>
                    <a:pt x="1333500" y="0"/>
                  </a:lnTo>
                  <a:lnTo>
                    <a:pt x="0" y="0"/>
                  </a:lnTo>
                  <a:lnTo>
                    <a:pt x="0" y="16763"/>
                  </a:lnTo>
                  <a:lnTo>
                    <a:pt x="1333500" y="167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390464" y="2941449"/>
              <a:ext cx="952980" cy="641296"/>
            </a:xfrm>
            <a:prstGeom prst="rect">
              <a:avLst/>
            </a:prstGeom>
          </p:spPr>
          <p:txBody>
            <a:bodyPr vert="horz" wrap="square" lIns="0" tIns="63340" rIns="0" bIns="0" rtlCol="0">
              <a:spAutoFit/>
            </a:bodyPr>
            <a:lstStyle/>
            <a:p>
              <a:pPr marL="46065">
                <a:spcBef>
                  <a:spcPts val="499"/>
                </a:spcBef>
              </a:pPr>
              <a:r>
                <a:rPr sz="1270" spc="-45" dirty="0">
                  <a:solidFill>
                    <a:srgbClr val="163794"/>
                  </a:solidFill>
                  <a:latin typeface="Arial"/>
                  <a:cs typeface="Arial"/>
                </a:rPr>
                <a:t>Λ</a:t>
              </a:r>
              <a:endParaRPr sz="1270">
                <a:latin typeface="Arial"/>
                <a:cs typeface="Arial"/>
              </a:endParaRPr>
            </a:p>
            <a:p>
              <a:pPr marL="11516" marR="4607">
                <a:lnSpc>
                  <a:spcPct val="101699"/>
                </a:lnSpc>
                <a:spcBef>
                  <a:spcPts val="358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base=1 nextseqnum=1</a:t>
              </a:r>
              <a:endParaRPr sz="1088">
                <a:latin typeface="Arial"/>
                <a:cs typeface="Arial"/>
              </a:endParaRPr>
            </a:p>
          </p:txBody>
        </p:sp>
      </p:grpSp>
      <p:sp>
        <p:nvSpPr>
          <p:cNvPr id="58" name="object 24">
            <a:extLst>
              <a:ext uri="{FF2B5EF4-FFF2-40B4-BE49-F238E27FC236}">
                <a16:creationId xmlns:a16="http://schemas.microsoft.com/office/drawing/2014/main" id="{03860F60-C9C5-F015-09AA-131E10C8F41F}"/>
              </a:ext>
            </a:extLst>
          </p:cNvPr>
          <p:cNvSpPr txBox="1"/>
          <p:nvPr/>
        </p:nvSpPr>
        <p:spPr>
          <a:xfrm>
            <a:off x="1831083" y="554765"/>
            <a:ext cx="993898" cy="381542"/>
          </a:xfrm>
          <a:prstGeom prst="rect">
            <a:avLst/>
          </a:prstGeom>
        </p:spPr>
        <p:txBody>
          <a:bodyPr vert="horz" wrap="square" lIns="0" tIns="12092" rIns="0" bIns="0" rtlCol="0">
            <a:spAutoFit/>
          </a:bodyPr>
          <a:lstStyle/>
          <a:p>
            <a:pPr marL="11516">
              <a:spcBef>
                <a:spcPts val="95"/>
              </a:spcBef>
            </a:pPr>
            <a:r>
              <a:rPr sz="2400" spc="-9" dirty="0">
                <a:solidFill>
                  <a:srgbClr val="FF0000"/>
                </a:solidFill>
                <a:latin typeface="Comic Sans MS"/>
                <a:cs typeface="Comic Sans MS"/>
              </a:rPr>
              <a:t>sender</a:t>
            </a:r>
            <a:endParaRPr sz="2400" dirty="0">
              <a:latin typeface="Comic Sans MS"/>
              <a:cs typeface="Comic Sans MS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D7C0A80-48CB-8A7D-552F-E431DABD4B63}"/>
              </a:ext>
            </a:extLst>
          </p:cNvPr>
          <p:cNvSpPr txBox="1"/>
          <p:nvPr/>
        </p:nvSpPr>
        <p:spPr>
          <a:xfrm>
            <a:off x="7778943" y="514703"/>
            <a:ext cx="1334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receiver</a:t>
            </a:r>
            <a:endParaRPr kumimoji="1" lang="zh-CN" altLang="en-US" sz="24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90C5B74C-D9E1-848F-7E4B-E787792866C9}"/>
              </a:ext>
            </a:extLst>
          </p:cNvPr>
          <p:cNvGrpSpPr/>
          <p:nvPr/>
        </p:nvGrpSpPr>
        <p:grpSpPr>
          <a:xfrm>
            <a:off x="6096000" y="2310008"/>
            <a:ext cx="6125674" cy="1732875"/>
            <a:chOff x="3380105" y="1601240"/>
            <a:chExt cx="6125674" cy="1732875"/>
          </a:xfrm>
        </p:grpSpPr>
        <p:sp>
          <p:nvSpPr>
            <p:cNvPr id="62" name="object 3">
              <a:extLst>
                <a:ext uri="{FF2B5EF4-FFF2-40B4-BE49-F238E27FC236}">
                  <a16:creationId xmlns:a16="http://schemas.microsoft.com/office/drawing/2014/main" id="{9431D0DD-8C32-E8A5-3896-99D9753D1082}"/>
                </a:ext>
              </a:extLst>
            </p:cNvPr>
            <p:cNvSpPr/>
            <p:nvPr/>
          </p:nvSpPr>
          <p:spPr>
            <a:xfrm>
              <a:off x="5272475" y="2249147"/>
              <a:ext cx="543573" cy="537815"/>
            </a:xfrm>
            <a:custGeom>
              <a:avLst/>
              <a:gdLst/>
              <a:ahLst/>
              <a:cxnLst/>
              <a:rect l="l" t="t" r="r" b="b"/>
              <a:pathLst>
                <a:path w="599439" h="593089">
                  <a:moveTo>
                    <a:pt x="50799" y="163067"/>
                  </a:moveTo>
                  <a:lnTo>
                    <a:pt x="50799" y="131063"/>
                  </a:lnTo>
                  <a:lnTo>
                    <a:pt x="39369" y="149145"/>
                  </a:lnTo>
                  <a:lnTo>
                    <a:pt x="29209" y="168206"/>
                  </a:lnTo>
                  <a:lnTo>
                    <a:pt x="20319" y="187937"/>
                  </a:lnTo>
                  <a:lnTo>
                    <a:pt x="12699" y="208025"/>
                  </a:lnTo>
                  <a:lnTo>
                    <a:pt x="12699" y="208787"/>
                  </a:lnTo>
                  <a:lnTo>
                    <a:pt x="8889" y="222503"/>
                  </a:lnTo>
                  <a:lnTo>
                    <a:pt x="5079" y="236981"/>
                  </a:lnTo>
                  <a:lnTo>
                    <a:pt x="2539" y="252826"/>
                  </a:lnTo>
                  <a:lnTo>
                    <a:pt x="0" y="280744"/>
                  </a:lnTo>
                  <a:lnTo>
                    <a:pt x="0" y="312419"/>
                  </a:lnTo>
                  <a:lnTo>
                    <a:pt x="3810" y="348804"/>
                  </a:lnTo>
                  <a:lnTo>
                    <a:pt x="12700" y="384000"/>
                  </a:lnTo>
                  <a:lnTo>
                    <a:pt x="16510" y="394166"/>
                  </a:lnTo>
                  <a:lnTo>
                    <a:pt x="16510" y="282701"/>
                  </a:lnTo>
                  <a:lnTo>
                    <a:pt x="17779" y="267461"/>
                  </a:lnTo>
                  <a:lnTo>
                    <a:pt x="17779" y="268223"/>
                  </a:lnTo>
                  <a:lnTo>
                    <a:pt x="18949" y="254888"/>
                  </a:lnTo>
                  <a:lnTo>
                    <a:pt x="22859" y="240029"/>
                  </a:lnTo>
                  <a:lnTo>
                    <a:pt x="22859" y="240791"/>
                  </a:lnTo>
                  <a:lnTo>
                    <a:pt x="25399" y="226313"/>
                  </a:lnTo>
                  <a:lnTo>
                    <a:pt x="25399" y="227075"/>
                  </a:lnTo>
                  <a:lnTo>
                    <a:pt x="29209" y="213359"/>
                  </a:lnTo>
                  <a:lnTo>
                    <a:pt x="38099" y="187451"/>
                  </a:lnTo>
                  <a:lnTo>
                    <a:pt x="38099" y="188213"/>
                  </a:lnTo>
                  <a:lnTo>
                    <a:pt x="44449" y="175259"/>
                  </a:lnTo>
                  <a:lnTo>
                    <a:pt x="50799" y="163067"/>
                  </a:lnTo>
                  <a:close/>
                </a:path>
                <a:path w="599439" h="593089">
                  <a:moveTo>
                    <a:pt x="142240" y="528827"/>
                  </a:moveTo>
                  <a:lnTo>
                    <a:pt x="129540" y="520445"/>
                  </a:lnTo>
                  <a:lnTo>
                    <a:pt x="129540" y="520191"/>
                  </a:lnTo>
                  <a:lnTo>
                    <a:pt x="119380" y="512063"/>
                  </a:lnTo>
                  <a:lnTo>
                    <a:pt x="119380" y="512825"/>
                  </a:lnTo>
                  <a:lnTo>
                    <a:pt x="99060" y="494537"/>
                  </a:lnTo>
                  <a:lnTo>
                    <a:pt x="81280" y="474725"/>
                  </a:lnTo>
                  <a:lnTo>
                    <a:pt x="72390" y="464057"/>
                  </a:lnTo>
                  <a:lnTo>
                    <a:pt x="64770" y="452627"/>
                  </a:lnTo>
                  <a:lnTo>
                    <a:pt x="64770" y="453389"/>
                  </a:lnTo>
                  <a:lnTo>
                    <a:pt x="57150" y="441197"/>
                  </a:lnTo>
                  <a:lnTo>
                    <a:pt x="57150" y="441959"/>
                  </a:lnTo>
                  <a:lnTo>
                    <a:pt x="50800" y="429767"/>
                  </a:lnTo>
                  <a:lnTo>
                    <a:pt x="50800" y="430529"/>
                  </a:lnTo>
                  <a:lnTo>
                    <a:pt x="44450" y="417575"/>
                  </a:lnTo>
                  <a:lnTo>
                    <a:pt x="44450" y="418337"/>
                  </a:lnTo>
                  <a:lnTo>
                    <a:pt x="38100" y="405383"/>
                  </a:lnTo>
                  <a:lnTo>
                    <a:pt x="34290" y="392429"/>
                  </a:lnTo>
                  <a:lnTo>
                    <a:pt x="34290" y="393191"/>
                  </a:lnTo>
                  <a:lnTo>
                    <a:pt x="29210" y="379475"/>
                  </a:lnTo>
                  <a:lnTo>
                    <a:pt x="29210" y="380237"/>
                  </a:lnTo>
                  <a:lnTo>
                    <a:pt x="25400" y="366521"/>
                  </a:lnTo>
                  <a:lnTo>
                    <a:pt x="22860" y="352805"/>
                  </a:lnTo>
                  <a:lnTo>
                    <a:pt x="22860" y="353567"/>
                  </a:lnTo>
                  <a:lnTo>
                    <a:pt x="18949" y="338708"/>
                  </a:lnTo>
                  <a:lnTo>
                    <a:pt x="16510" y="310895"/>
                  </a:lnTo>
                  <a:lnTo>
                    <a:pt x="16510" y="394166"/>
                  </a:lnTo>
                  <a:lnTo>
                    <a:pt x="25400" y="417886"/>
                  </a:lnTo>
                  <a:lnTo>
                    <a:pt x="43180" y="450341"/>
                  </a:lnTo>
                  <a:lnTo>
                    <a:pt x="50800" y="462533"/>
                  </a:lnTo>
                  <a:lnTo>
                    <a:pt x="58420" y="473963"/>
                  </a:lnTo>
                  <a:lnTo>
                    <a:pt x="59690" y="473963"/>
                  </a:lnTo>
                  <a:lnTo>
                    <a:pt x="68580" y="485393"/>
                  </a:lnTo>
                  <a:lnTo>
                    <a:pt x="101600" y="518988"/>
                  </a:lnTo>
                  <a:lnTo>
                    <a:pt x="129540" y="539979"/>
                  </a:lnTo>
                  <a:lnTo>
                    <a:pt x="129540" y="520445"/>
                  </a:lnTo>
                  <a:lnTo>
                    <a:pt x="130810" y="521284"/>
                  </a:lnTo>
                  <a:lnTo>
                    <a:pt x="130810" y="540933"/>
                  </a:lnTo>
                  <a:lnTo>
                    <a:pt x="138430" y="546658"/>
                  </a:lnTo>
                  <a:lnTo>
                    <a:pt x="140970" y="548001"/>
                  </a:lnTo>
                  <a:lnTo>
                    <a:pt x="140970" y="528827"/>
                  </a:lnTo>
                  <a:lnTo>
                    <a:pt x="142240" y="528827"/>
                  </a:lnTo>
                  <a:close/>
                </a:path>
                <a:path w="599439" h="593089">
                  <a:moveTo>
                    <a:pt x="599440" y="318838"/>
                  </a:moveTo>
                  <a:lnTo>
                    <a:pt x="599440" y="271722"/>
                  </a:lnTo>
                  <a:lnTo>
                    <a:pt x="591820" y="225523"/>
                  </a:lnTo>
                  <a:lnTo>
                    <a:pt x="576580" y="181137"/>
                  </a:lnTo>
                  <a:lnTo>
                    <a:pt x="554990" y="139461"/>
                  </a:lnTo>
                  <a:lnTo>
                    <a:pt x="527050" y="101389"/>
                  </a:lnTo>
                  <a:lnTo>
                    <a:pt x="491490" y="67817"/>
                  </a:lnTo>
                  <a:lnTo>
                    <a:pt x="480059" y="59435"/>
                  </a:lnTo>
                  <a:lnTo>
                    <a:pt x="480059" y="58673"/>
                  </a:lnTo>
                  <a:lnTo>
                    <a:pt x="457200" y="43433"/>
                  </a:lnTo>
                  <a:lnTo>
                    <a:pt x="455930" y="42671"/>
                  </a:lnTo>
                  <a:lnTo>
                    <a:pt x="443230" y="35813"/>
                  </a:lnTo>
                  <a:lnTo>
                    <a:pt x="430530" y="29717"/>
                  </a:lnTo>
                  <a:lnTo>
                    <a:pt x="430530" y="28955"/>
                  </a:lnTo>
                  <a:lnTo>
                    <a:pt x="403860" y="18287"/>
                  </a:lnTo>
                  <a:lnTo>
                    <a:pt x="389890" y="13715"/>
                  </a:lnTo>
                  <a:lnTo>
                    <a:pt x="375920" y="9905"/>
                  </a:lnTo>
                  <a:lnTo>
                    <a:pt x="374650" y="9143"/>
                  </a:lnTo>
                  <a:lnTo>
                    <a:pt x="360680" y="6095"/>
                  </a:lnTo>
                  <a:lnTo>
                    <a:pt x="346710" y="3809"/>
                  </a:lnTo>
                  <a:lnTo>
                    <a:pt x="331470" y="1523"/>
                  </a:lnTo>
                  <a:lnTo>
                    <a:pt x="300990" y="0"/>
                  </a:lnTo>
                  <a:lnTo>
                    <a:pt x="299720" y="0"/>
                  </a:lnTo>
                  <a:lnTo>
                    <a:pt x="251460" y="3956"/>
                  </a:lnTo>
                  <a:lnTo>
                    <a:pt x="187960" y="21789"/>
                  </a:lnTo>
                  <a:lnTo>
                    <a:pt x="157479" y="35813"/>
                  </a:lnTo>
                  <a:lnTo>
                    <a:pt x="156210" y="35813"/>
                  </a:lnTo>
                  <a:lnTo>
                    <a:pt x="144779" y="42671"/>
                  </a:lnTo>
                  <a:lnTo>
                    <a:pt x="144779" y="43433"/>
                  </a:lnTo>
                  <a:lnTo>
                    <a:pt x="132079" y="51053"/>
                  </a:lnTo>
                  <a:lnTo>
                    <a:pt x="87630" y="86901"/>
                  </a:lnTo>
                  <a:lnTo>
                    <a:pt x="58419" y="119633"/>
                  </a:lnTo>
                  <a:lnTo>
                    <a:pt x="50799" y="130301"/>
                  </a:lnTo>
                  <a:lnTo>
                    <a:pt x="50799" y="163829"/>
                  </a:lnTo>
                  <a:lnTo>
                    <a:pt x="57149" y="151637"/>
                  </a:lnTo>
                  <a:lnTo>
                    <a:pt x="72389" y="128777"/>
                  </a:lnTo>
                  <a:lnTo>
                    <a:pt x="72389" y="129539"/>
                  </a:lnTo>
                  <a:lnTo>
                    <a:pt x="90169" y="108203"/>
                  </a:lnTo>
                  <a:lnTo>
                    <a:pt x="90169" y="108965"/>
                  </a:lnTo>
                  <a:lnTo>
                    <a:pt x="99059" y="99059"/>
                  </a:lnTo>
                  <a:lnTo>
                    <a:pt x="109219" y="89153"/>
                  </a:lnTo>
                  <a:lnTo>
                    <a:pt x="109219" y="89915"/>
                  </a:lnTo>
                  <a:lnTo>
                    <a:pt x="119379" y="80771"/>
                  </a:lnTo>
                  <a:lnTo>
                    <a:pt x="129539" y="73321"/>
                  </a:lnTo>
                  <a:lnTo>
                    <a:pt x="129539" y="72389"/>
                  </a:lnTo>
                  <a:lnTo>
                    <a:pt x="140969" y="64769"/>
                  </a:lnTo>
                  <a:lnTo>
                    <a:pt x="152399" y="57911"/>
                  </a:lnTo>
                  <a:lnTo>
                    <a:pt x="152399" y="57149"/>
                  </a:lnTo>
                  <a:lnTo>
                    <a:pt x="165099" y="50291"/>
                  </a:lnTo>
                  <a:lnTo>
                    <a:pt x="165099" y="51053"/>
                  </a:lnTo>
                  <a:lnTo>
                    <a:pt x="176529" y="44195"/>
                  </a:lnTo>
                  <a:lnTo>
                    <a:pt x="189229" y="39346"/>
                  </a:lnTo>
                  <a:lnTo>
                    <a:pt x="189229" y="38861"/>
                  </a:lnTo>
                  <a:lnTo>
                    <a:pt x="201929" y="34012"/>
                  </a:lnTo>
                  <a:lnTo>
                    <a:pt x="201929" y="33527"/>
                  </a:lnTo>
                  <a:lnTo>
                    <a:pt x="228600" y="26254"/>
                  </a:lnTo>
                  <a:lnTo>
                    <a:pt x="228600" y="25907"/>
                  </a:lnTo>
                  <a:lnTo>
                    <a:pt x="242570" y="23113"/>
                  </a:lnTo>
                  <a:lnTo>
                    <a:pt x="242570" y="22859"/>
                  </a:lnTo>
                  <a:lnTo>
                    <a:pt x="256540" y="19811"/>
                  </a:lnTo>
                  <a:lnTo>
                    <a:pt x="270510" y="18356"/>
                  </a:lnTo>
                  <a:lnTo>
                    <a:pt x="271168" y="18255"/>
                  </a:lnTo>
                  <a:lnTo>
                    <a:pt x="299720" y="16827"/>
                  </a:lnTo>
                  <a:lnTo>
                    <a:pt x="300990" y="16763"/>
                  </a:lnTo>
                  <a:lnTo>
                    <a:pt x="328930" y="18287"/>
                  </a:lnTo>
                  <a:lnTo>
                    <a:pt x="341629" y="19557"/>
                  </a:lnTo>
                  <a:lnTo>
                    <a:pt x="342887" y="19809"/>
                  </a:lnTo>
                  <a:lnTo>
                    <a:pt x="344170" y="19811"/>
                  </a:lnTo>
                  <a:lnTo>
                    <a:pt x="344170" y="20065"/>
                  </a:lnTo>
                  <a:lnTo>
                    <a:pt x="358140" y="22859"/>
                  </a:lnTo>
                  <a:lnTo>
                    <a:pt x="370840" y="25907"/>
                  </a:lnTo>
                  <a:lnTo>
                    <a:pt x="384810" y="29717"/>
                  </a:lnTo>
                  <a:lnTo>
                    <a:pt x="397510" y="33527"/>
                  </a:lnTo>
                  <a:lnTo>
                    <a:pt x="424180" y="44195"/>
                  </a:lnTo>
                  <a:lnTo>
                    <a:pt x="424180" y="44881"/>
                  </a:lnTo>
                  <a:lnTo>
                    <a:pt x="435609" y="51053"/>
                  </a:lnTo>
                  <a:lnTo>
                    <a:pt x="435609" y="50291"/>
                  </a:lnTo>
                  <a:lnTo>
                    <a:pt x="447040" y="57149"/>
                  </a:lnTo>
                  <a:lnTo>
                    <a:pt x="469900" y="72389"/>
                  </a:lnTo>
                  <a:lnTo>
                    <a:pt x="481330" y="80771"/>
                  </a:lnTo>
                  <a:lnTo>
                    <a:pt x="491490" y="89915"/>
                  </a:lnTo>
                  <a:lnTo>
                    <a:pt x="491490" y="89153"/>
                  </a:lnTo>
                  <a:lnTo>
                    <a:pt x="501650" y="99059"/>
                  </a:lnTo>
                  <a:lnTo>
                    <a:pt x="501650" y="100298"/>
                  </a:lnTo>
                  <a:lnTo>
                    <a:pt x="510540" y="108965"/>
                  </a:lnTo>
                  <a:lnTo>
                    <a:pt x="510540" y="108203"/>
                  </a:lnTo>
                  <a:lnTo>
                    <a:pt x="528320" y="129539"/>
                  </a:lnTo>
                  <a:lnTo>
                    <a:pt x="528320" y="130410"/>
                  </a:lnTo>
                  <a:lnTo>
                    <a:pt x="535940" y="140207"/>
                  </a:lnTo>
                  <a:lnTo>
                    <a:pt x="543560" y="151637"/>
                  </a:lnTo>
                  <a:lnTo>
                    <a:pt x="543560" y="153669"/>
                  </a:lnTo>
                  <a:lnTo>
                    <a:pt x="549910" y="163829"/>
                  </a:lnTo>
                  <a:lnTo>
                    <a:pt x="549910" y="163067"/>
                  </a:lnTo>
                  <a:lnTo>
                    <a:pt x="556260" y="175259"/>
                  </a:lnTo>
                  <a:lnTo>
                    <a:pt x="561340" y="188213"/>
                  </a:lnTo>
                  <a:lnTo>
                    <a:pt x="561340" y="187451"/>
                  </a:lnTo>
                  <a:lnTo>
                    <a:pt x="567690" y="200405"/>
                  </a:lnTo>
                  <a:lnTo>
                    <a:pt x="571500" y="213359"/>
                  </a:lnTo>
                  <a:lnTo>
                    <a:pt x="575310" y="227075"/>
                  </a:lnTo>
                  <a:lnTo>
                    <a:pt x="575310" y="226313"/>
                  </a:lnTo>
                  <a:lnTo>
                    <a:pt x="579120" y="240791"/>
                  </a:lnTo>
                  <a:lnTo>
                    <a:pt x="579120" y="240029"/>
                  </a:lnTo>
                  <a:lnTo>
                    <a:pt x="580256" y="252983"/>
                  </a:lnTo>
                  <a:lnTo>
                    <a:pt x="582930" y="268224"/>
                  </a:lnTo>
                  <a:lnTo>
                    <a:pt x="582930" y="267461"/>
                  </a:lnTo>
                  <a:lnTo>
                    <a:pt x="584200" y="282701"/>
                  </a:lnTo>
                  <a:lnTo>
                    <a:pt x="584200" y="390888"/>
                  </a:lnTo>
                  <a:lnTo>
                    <a:pt x="593090" y="365977"/>
                  </a:lnTo>
                  <a:lnTo>
                    <a:pt x="599440" y="318838"/>
                  </a:lnTo>
                  <a:close/>
                </a:path>
                <a:path w="599439" h="593089">
                  <a:moveTo>
                    <a:pt x="130809" y="72389"/>
                  </a:moveTo>
                  <a:lnTo>
                    <a:pt x="129539" y="72389"/>
                  </a:lnTo>
                  <a:lnTo>
                    <a:pt x="129539" y="73321"/>
                  </a:lnTo>
                  <a:lnTo>
                    <a:pt x="130809" y="72389"/>
                  </a:lnTo>
                  <a:close/>
                </a:path>
                <a:path w="599439" h="593089">
                  <a:moveTo>
                    <a:pt x="153670" y="535685"/>
                  </a:moveTo>
                  <a:lnTo>
                    <a:pt x="140970" y="528827"/>
                  </a:lnTo>
                  <a:lnTo>
                    <a:pt x="140970" y="548001"/>
                  </a:lnTo>
                  <a:lnTo>
                    <a:pt x="152400" y="554043"/>
                  </a:lnTo>
                  <a:lnTo>
                    <a:pt x="152400" y="535685"/>
                  </a:lnTo>
                  <a:lnTo>
                    <a:pt x="153670" y="535685"/>
                  </a:lnTo>
                  <a:close/>
                </a:path>
                <a:path w="599439" h="593089">
                  <a:moveTo>
                    <a:pt x="153669" y="57149"/>
                  </a:moveTo>
                  <a:lnTo>
                    <a:pt x="152399" y="57149"/>
                  </a:lnTo>
                  <a:lnTo>
                    <a:pt x="152399" y="57911"/>
                  </a:lnTo>
                  <a:lnTo>
                    <a:pt x="153669" y="57149"/>
                  </a:lnTo>
                  <a:close/>
                </a:path>
                <a:path w="599439" h="593089">
                  <a:moveTo>
                    <a:pt x="190500" y="554735"/>
                  </a:moveTo>
                  <a:lnTo>
                    <a:pt x="176530" y="548639"/>
                  </a:lnTo>
                  <a:lnTo>
                    <a:pt x="165100" y="542543"/>
                  </a:lnTo>
                  <a:lnTo>
                    <a:pt x="152400" y="535685"/>
                  </a:lnTo>
                  <a:lnTo>
                    <a:pt x="152400" y="554043"/>
                  </a:lnTo>
                  <a:lnTo>
                    <a:pt x="179070" y="568142"/>
                  </a:lnTo>
                  <a:lnTo>
                    <a:pt x="189230" y="571679"/>
                  </a:lnTo>
                  <a:lnTo>
                    <a:pt x="189230" y="554735"/>
                  </a:lnTo>
                  <a:lnTo>
                    <a:pt x="190500" y="554735"/>
                  </a:lnTo>
                  <a:close/>
                </a:path>
                <a:path w="599439" h="593089">
                  <a:moveTo>
                    <a:pt x="190499" y="38861"/>
                  </a:moveTo>
                  <a:lnTo>
                    <a:pt x="189229" y="38861"/>
                  </a:lnTo>
                  <a:lnTo>
                    <a:pt x="189229" y="39346"/>
                  </a:lnTo>
                  <a:lnTo>
                    <a:pt x="190499" y="38861"/>
                  </a:lnTo>
                  <a:close/>
                </a:path>
                <a:path w="599439" h="593089">
                  <a:moveTo>
                    <a:pt x="203200" y="559307"/>
                  </a:moveTo>
                  <a:lnTo>
                    <a:pt x="189230" y="554735"/>
                  </a:lnTo>
                  <a:lnTo>
                    <a:pt x="189230" y="571679"/>
                  </a:lnTo>
                  <a:lnTo>
                    <a:pt x="201930" y="576101"/>
                  </a:lnTo>
                  <a:lnTo>
                    <a:pt x="201930" y="559307"/>
                  </a:lnTo>
                  <a:lnTo>
                    <a:pt x="203200" y="559307"/>
                  </a:lnTo>
                  <a:close/>
                </a:path>
                <a:path w="599439" h="593089">
                  <a:moveTo>
                    <a:pt x="203199" y="33527"/>
                  </a:moveTo>
                  <a:lnTo>
                    <a:pt x="201929" y="33527"/>
                  </a:lnTo>
                  <a:lnTo>
                    <a:pt x="201929" y="34012"/>
                  </a:lnTo>
                  <a:lnTo>
                    <a:pt x="203199" y="33527"/>
                  </a:lnTo>
                  <a:close/>
                </a:path>
                <a:path w="599439" h="593089">
                  <a:moveTo>
                    <a:pt x="229870" y="567689"/>
                  </a:moveTo>
                  <a:lnTo>
                    <a:pt x="215900" y="563879"/>
                  </a:lnTo>
                  <a:lnTo>
                    <a:pt x="201930" y="559307"/>
                  </a:lnTo>
                  <a:lnTo>
                    <a:pt x="201930" y="576101"/>
                  </a:lnTo>
                  <a:lnTo>
                    <a:pt x="222250" y="583175"/>
                  </a:lnTo>
                  <a:lnTo>
                    <a:pt x="228600" y="584330"/>
                  </a:lnTo>
                  <a:lnTo>
                    <a:pt x="228600" y="567689"/>
                  </a:lnTo>
                  <a:lnTo>
                    <a:pt x="229870" y="567689"/>
                  </a:lnTo>
                  <a:close/>
                </a:path>
                <a:path w="599439" h="593089">
                  <a:moveTo>
                    <a:pt x="229870" y="25907"/>
                  </a:moveTo>
                  <a:lnTo>
                    <a:pt x="228600" y="25907"/>
                  </a:lnTo>
                  <a:lnTo>
                    <a:pt x="228600" y="26254"/>
                  </a:lnTo>
                  <a:lnTo>
                    <a:pt x="229870" y="25907"/>
                  </a:lnTo>
                  <a:close/>
                </a:path>
                <a:path w="599439" h="593089">
                  <a:moveTo>
                    <a:pt x="243840" y="570737"/>
                  </a:moveTo>
                  <a:lnTo>
                    <a:pt x="228600" y="567689"/>
                  </a:lnTo>
                  <a:lnTo>
                    <a:pt x="228600" y="584330"/>
                  </a:lnTo>
                  <a:lnTo>
                    <a:pt x="242570" y="586872"/>
                  </a:lnTo>
                  <a:lnTo>
                    <a:pt x="242570" y="570737"/>
                  </a:lnTo>
                  <a:lnTo>
                    <a:pt x="243840" y="570737"/>
                  </a:lnTo>
                  <a:close/>
                </a:path>
                <a:path w="599439" h="593089">
                  <a:moveTo>
                    <a:pt x="243840" y="22859"/>
                  </a:moveTo>
                  <a:lnTo>
                    <a:pt x="242570" y="22859"/>
                  </a:lnTo>
                  <a:lnTo>
                    <a:pt x="242570" y="23113"/>
                  </a:lnTo>
                  <a:lnTo>
                    <a:pt x="243840" y="22859"/>
                  </a:lnTo>
                  <a:close/>
                </a:path>
                <a:path w="599439" h="593089">
                  <a:moveTo>
                    <a:pt x="271776" y="575373"/>
                  </a:moveTo>
                  <a:lnTo>
                    <a:pt x="271168" y="575214"/>
                  </a:lnTo>
                  <a:lnTo>
                    <a:pt x="242570" y="570737"/>
                  </a:lnTo>
                  <a:lnTo>
                    <a:pt x="242570" y="586872"/>
                  </a:lnTo>
                  <a:lnTo>
                    <a:pt x="267970" y="591494"/>
                  </a:lnTo>
                  <a:lnTo>
                    <a:pt x="270510" y="591565"/>
                  </a:lnTo>
                  <a:lnTo>
                    <a:pt x="270510" y="575309"/>
                  </a:lnTo>
                  <a:lnTo>
                    <a:pt x="271776" y="575373"/>
                  </a:lnTo>
                  <a:close/>
                </a:path>
                <a:path w="599439" h="593089">
                  <a:moveTo>
                    <a:pt x="344170" y="590041"/>
                  </a:moveTo>
                  <a:lnTo>
                    <a:pt x="344170" y="573023"/>
                  </a:lnTo>
                  <a:lnTo>
                    <a:pt x="328930" y="575309"/>
                  </a:lnTo>
                  <a:lnTo>
                    <a:pt x="300990" y="576833"/>
                  </a:lnTo>
                  <a:lnTo>
                    <a:pt x="273049" y="575436"/>
                  </a:lnTo>
                  <a:lnTo>
                    <a:pt x="270510" y="575309"/>
                  </a:lnTo>
                  <a:lnTo>
                    <a:pt x="270510" y="591565"/>
                  </a:lnTo>
                  <a:lnTo>
                    <a:pt x="314960" y="592800"/>
                  </a:lnTo>
                  <a:lnTo>
                    <a:pt x="316230" y="592835"/>
                  </a:lnTo>
                  <a:lnTo>
                    <a:pt x="331470" y="592073"/>
                  </a:lnTo>
                  <a:lnTo>
                    <a:pt x="331470" y="591311"/>
                  </a:lnTo>
                  <a:lnTo>
                    <a:pt x="344170" y="590041"/>
                  </a:lnTo>
                  <a:close/>
                </a:path>
                <a:path w="599439" h="593089">
                  <a:moveTo>
                    <a:pt x="344170" y="20065"/>
                  </a:moveTo>
                  <a:lnTo>
                    <a:pt x="344170" y="19811"/>
                  </a:lnTo>
                  <a:lnTo>
                    <a:pt x="342887" y="19683"/>
                  </a:lnTo>
                  <a:lnTo>
                    <a:pt x="344170" y="20065"/>
                  </a:lnTo>
                  <a:close/>
                </a:path>
                <a:path w="599439" h="593089">
                  <a:moveTo>
                    <a:pt x="424180" y="566650"/>
                  </a:moveTo>
                  <a:lnTo>
                    <a:pt x="424180" y="548639"/>
                  </a:lnTo>
                  <a:lnTo>
                    <a:pt x="411480" y="554735"/>
                  </a:lnTo>
                  <a:lnTo>
                    <a:pt x="397510" y="559307"/>
                  </a:lnTo>
                  <a:lnTo>
                    <a:pt x="384810" y="563879"/>
                  </a:lnTo>
                  <a:lnTo>
                    <a:pt x="370840" y="567689"/>
                  </a:lnTo>
                  <a:lnTo>
                    <a:pt x="358140" y="570737"/>
                  </a:lnTo>
                  <a:lnTo>
                    <a:pt x="342887" y="573025"/>
                  </a:lnTo>
                  <a:lnTo>
                    <a:pt x="344170" y="573023"/>
                  </a:lnTo>
                  <a:lnTo>
                    <a:pt x="344170" y="590041"/>
                  </a:lnTo>
                  <a:lnTo>
                    <a:pt x="346710" y="589787"/>
                  </a:lnTo>
                  <a:lnTo>
                    <a:pt x="360680" y="587501"/>
                  </a:lnTo>
                  <a:lnTo>
                    <a:pt x="374650" y="583691"/>
                  </a:lnTo>
                  <a:lnTo>
                    <a:pt x="375920" y="583691"/>
                  </a:lnTo>
                  <a:lnTo>
                    <a:pt x="389890" y="579881"/>
                  </a:lnTo>
                  <a:lnTo>
                    <a:pt x="403860" y="575309"/>
                  </a:lnTo>
                  <a:lnTo>
                    <a:pt x="416559" y="569975"/>
                  </a:lnTo>
                  <a:lnTo>
                    <a:pt x="424180" y="566650"/>
                  </a:lnTo>
                  <a:close/>
                </a:path>
                <a:path w="599439" h="593089">
                  <a:moveTo>
                    <a:pt x="424180" y="44881"/>
                  </a:moveTo>
                  <a:lnTo>
                    <a:pt x="424180" y="44195"/>
                  </a:lnTo>
                  <a:lnTo>
                    <a:pt x="422909" y="44195"/>
                  </a:lnTo>
                  <a:lnTo>
                    <a:pt x="424180" y="44881"/>
                  </a:lnTo>
                  <a:close/>
                </a:path>
                <a:path w="599439" h="593089">
                  <a:moveTo>
                    <a:pt x="501650" y="516243"/>
                  </a:moveTo>
                  <a:lnTo>
                    <a:pt x="501650" y="494537"/>
                  </a:lnTo>
                  <a:lnTo>
                    <a:pt x="481330" y="512825"/>
                  </a:lnTo>
                  <a:lnTo>
                    <a:pt x="481330" y="512063"/>
                  </a:lnTo>
                  <a:lnTo>
                    <a:pt x="469900" y="521207"/>
                  </a:lnTo>
                  <a:lnTo>
                    <a:pt x="469900" y="520445"/>
                  </a:lnTo>
                  <a:lnTo>
                    <a:pt x="458470" y="528827"/>
                  </a:lnTo>
                  <a:lnTo>
                    <a:pt x="435609" y="542543"/>
                  </a:lnTo>
                  <a:lnTo>
                    <a:pt x="422909" y="548639"/>
                  </a:lnTo>
                  <a:lnTo>
                    <a:pt x="424180" y="548639"/>
                  </a:lnTo>
                  <a:lnTo>
                    <a:pt x="424180" y="566650"/>
                  </a:lnTo>
                  <a:lnTo>
                    <a:pt x="430530" y="563879"/>
                  </a:lnTo>
                  <a:lnTo>
                    <a:pt x="443230" y="557783"/>
                  </a:lnTo>
                  <a:lnTo>
                    <a:pt x="443230" y="557021"/>
                  </a:lnTo>
                  <a:lnTo>
                    <a:pt x="455930" y="550163"/>
                  </a:lnTo>
                  <a:lnTo>
                    <a:pt x="457200" y="550163"/>
                  </a:lnTo>
                  <a:lnTo>
                    <a:pt x="468630" y="542543"/>
                  </a:lnTo>
                  <a:lnTo>
                    <a:pt x="491490" y="525779"/>
                  </a:lnTo>
                  <a:lnTo>
                    <a:pt x="491490" y="525017"/>
                  </a:lnTo>
                  <a:lnTo>
                    <a:pt x="501650" y="516243"/>
                  </a:lnTo>
                  <a:close/>
                </a:path>
                <a:path w="599439" h="593089">
                  <a:moveTo>
                    <a:pt x="501650" y="100298"/>
                  </a:moveTo>
                  <a:lnTo>
                    <a:pt x="501650" y="99059"/>
                  </a:lnTo>
                  <a:lnTo>
                    <a:pt x="500380" y="99059"/>
                  </a:lnTo>
                  <a:lnTo>
                    <a:pt x="501650" y="100298"/>
                  </a:lnTo>
                  <a:close/>
                </a:path>
                <a:path w="599439" h="593089">
                  <a:moveTo>
                    <a:pt x="528320" y="489528"/>
                  </a:moveTo>
                  <a:lnTo>
                    <a:pt x="528320" y="464057"/>
                  </a:lnTo>
                  <a:lnTo>
                    <a:pt x="519430" y="474725"/>
                  </a:lnTo>
                  <a:lnTo>
                    <a:pt x="510540" y="484631"/>
                  </a:lnTo>
                  <a:lnTo>
                    <a:pt x="500380" y="494537"/>
                  </a:lnTo>
                  <a:lnTo>
                    <a:pt x="501650" y="494537"/>
                  </a:lnTo>
                  <a:lnTo>
                    <a:pt x="501650" y="516243"/>
                  </a:lnTo>
                  <a:lnTo>
                    <a:pt x="513080" y="506372"/>
                  </a:lnTo>
                  <a:lnTo>
                    <a:pt x="528320" y="489528"/>
                  </a:lnTo>
                  <a:close/>
                </a:path>
                <a:path w="599439" h="593089">
                  <a:moveTo>
                    <a:pt x="528320" y="130410"/>
                  </a:moveTo>
                  <a:lnTo>
                    <a:pt x="528320" y="129539"/>
                  </a:lnTo>
                  <a:lnTo>
                    <a:pt x="527050" y="128777"/>
                  </a:lnTo>
                  <a:lnTo>
                    <a:pt x="528320" y="130410"/>
                  </a:lnTo>
                  <a:close/>
                </a:path>
                <a:path w="599439" h="593089">
                  <a:moveTo>
                    <a:pt x="543560" y="470582"/>
                  </a:moveTo>
                  <a:lnTo>
                    <a:pt x="543560" y="441197"/>
                  </a:lnTo>
                  <a:lnTo>
                    <a:pt x="535940" y="453389"/>
                  </a:lnTo>
                  <a:lnTo>
                    <a:pt x="535940" y="452627"/>
                  </a:lnTo>
                  <a:lnTo>
                    <a:pt x="527050" y="464057"/>
                  </a:lnTo>
                  <a:lnTo>
                    <a:pt x="528320" y="464057"/>
                  </a:lnTo>
                  <a:lnTo>
                    <a:pt x="528320" y="489528"/>
                  </a:lnTo>
                  <a:lnTo>
                    <a:pt x="532130" y="485317"/>
                  </a:lnTo>
                  <a:lnTo>
                    <a:pt x="543560" y="470582"/>
                  </a:lnTo>
                  <a:close/>
                </a:path>
                <a:path w="599439" h="593089">
                  <a:moveTo>
                    <a:pt x="543560" y="153669"/>
                  </a:moveTo>
                  <a:lnTo>
                    <a:pt x="543560" y="151637"/>
                  </a:lnTo>
                  <a:lnTo>
                    <a:pt x="542290" y="151637"/>
                  </a:lnTo>
                  <a:lnTo>
                    <a:pt x="543560" y="153669"/>
                  </a:lnTo>
                  <a:close/>
                </a:path>
                <a:path w="599439" h="593089">
                  <a:moveTo>
                    <a:pt x="584200" y="390888"/>
                  </a:moveTo>
                  <a:lnTo>
                    <a:pt x="584200" y="310895"/>
                  </a:lnTo>
                  <a:lnTo>
                    <a:pt x="582930" y="325373"/>
                  </a:lnTo>
                  <a:lnTo>
                    <a:pt x="580256" y="340613"/>
                  </a:lnTo>
                  <a:lnTo>
                    <a:pt x="579120" y="353567"/>
                  </a:lnTo>
                  <a:lnTo>
                    <a:pt x="579120" y="352805"/>
                  </a:lnTo>
                  <a:lnTo>
                    <a:pt x="571500" y="380237"/>
                  </a:lnTo>
                  <a:lnTo>
                    <a:pt x="571500" y="379475"/>
                  </a:lnTo>
                  <a:lnTo>
                    <a:pt x="567690" y="393191"/>
                  </a:lnTo>
                  <a:lnTo>
                    <a:pt x="567690" y="392429"/>
                  </a:lnTo>
                  <a:lnTo>
                    <a:pt x="556260" y="418337"/>
                  </a:lnTo>
                  <a:lnTo>
                    <a:pt x="556260" y="417575"/>
                  </a:lnTo>
                  <a:lnTo>
                    <a:pt x="549910" y="430529"/>
                  </a:lnTo>
                  <a:lnTo>
                    <a:pt x="549910" y="429767"/>
                  </a:lnTo>
                  <a:lnTo>
                    <a:pt x="542290" y="441959"/>
                  </a:lnTo>
                  <a:lnTo>
                    <a:pt x="543560" y="441197"/>
                  </a:lnTo>
                  <a:lnTo>
                    <a:pt x="543560" y="470582"/>
                  </a:lnTo>
                  <a:lnTo>
                    <a:pt x="549910" y="462395"/>
                  </a:lnTo>
                  <a:lnTo>
                    <a:pt x="565150" y="438149"/>
                  </a:lnTo>
                  <a:lnTo>
                    <a:pt x="571500" y="425195"/>
                  </a:lnTo>
                  <a:lnTo>
                    <a:pt x="576580" y="412241"/>
                  </a:lnTo>
                  <a:lnTo>
                    <a:pt x="584200" y="3908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3" name="object 4">
              <a:extLst>
                <a:ext uri="{FF2B5EF4-FFF2-40B4-BE49-F238E27FC236}">
                  <a16:creationId xmlns:a16="http://schemas.microsoft.com/office/drawing/2014/main" id="{D86E38DC-142A-D514-5783-930D0348E0BF}"/>
                </a:ext>
              </a:extLst>
            </p:cNvPr>
            <p:cNvSpPr txBox="1"/>
            <p:nvPr/>
          </p:nvSpPr>
          <p:spPr>
            <a:xfrm>
              <a:off x="5355618" y="2409686"/>
              <a:ext cx="340309" cy="20706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270" spc="-18" dirty="0">
                  <a:solidFill>
                    <a:srgbClr val="163794"/>
                  </a:solidFill>
                  <a:latin typeface="Arial"/>
                  <a:cs typeface="Arial"/>
                </a:rPr>
                <a:t>Wait</a:t>
              </a:r>
              <a:endParaRPr sz="1270">
                <a:latin typeface="Arial"/>
                <a:cs typeface="Arial"/>
              </a:endParaRPr>
            </a:p>
          </p:txBody>
        </p:sp>
        <p:sp>
          <p:nvSpPr>
            <p:cNvPr id="64" name="object 5">
              <a:extLst>
                <a:ext uri="{FF2B5EF4-FFF2-40B4-BE49-F238E27FC236}">
                  <a16:creationId xmlns:a16="http://schemas.microsoft.com/office/drawing/2014/main" id="{61F13B27-8F10-21F8-1320-7AE652B6E469}"/>
                </a:ext>
              </a:extLst>
            </p:cNvPr>
            <p:cNvSpPr/>
            <p:nvPr/>
          </p:nvSpPr>
          <p:spPr>
            <a:xfrm>
              <a:off x="3437226" y="2118552"/>
              <a:ext cx="1830527" cy="407680"/>
            </a:xfrm>
            <a:custGeom>
              <a:avLst/>
              <a:gdLst/>
              <a:ahLst/>
              <a:cxnLst/>
              <a:rect l="l" t="t" r="r" b="b"/>
              <a:pathLst>
                <a:path w="2018664" h="449580">
                  <a:moveTo>
                    <a:pt x="102869" y="19811"/>
                  </a:moveTo>
                  <a:lnTo>
                    <a:pt x="5333" y="0"/>
                  </a:lnTo>
                  <a:lnTo>
                    <a:pt x="0" y="24384"/>
                  </a:lnTo>
                  <a:lnTo>
                    <a:pt x="98297" y="44195"/>
                  </a:lnTo>
                  <a:lnTo>
                    <a:pt x="102869" y="19811"/>
                  </a:lnTo>
                  <a:close/>
                </a:path>
                <a:path w="2018664" h="449580">
                  <a:moveTo>
                    <a:pt x="275081" y="55625"/>
                  </a:moveTo>
                  <a:lnTo>
                    <a:pt x="176783" y="35051"/>
                  </a:lnTo>
                  <a:lnTo>
                    <a:pt x="171449" y="59435"/>
                  </a:lnTo>
                  <a:lnTo>
                    <a:pt x="269747" y="80009"/>
                  </a:lnTo>
                  <a:lnTo>
                    <a:pt x="275081" y="55625"/>
                  </a:lnTo>
                  <a:close/>
                </a:path>
                <a:path w="2018664" h="449580">
                  <a:moveTo>
                    <a:pt x="446531" y="90677"/>
                  </a:moveTo>
                  <a:lnTo>
                    <a:pt x="348995" y="70865"/>
                  </a:lnTo>
                  <a:lnTo>
                    <a:pt x="343661" y="95249"/>
                  </a:lnTo>
                  <a:lnTo>
                    <a:pt x="441959" y="115061"/>
                  </a:lnTo>
                  <a:lnTo>
                    <a:pt x="446531" y="90677"/>
                  </a:lnTo>
                  <a:close/>
                </a:path>
                <a:path w="2018664" h="449580">
                  <a:moveTo>
                    <a:pt x="618743" y="126491"/>
                  </a:moveTo>
                  <a:lnTo>
                    <a:pt x="520445" y="105917"/>
                  </a:lnTo>
                  <a:lnTo>
                    <a:pt x="515111" y="130301"/>
                  </a:lnTo>
                  <a:lnTo>
                    <a:pt x="613409" y="150875"/>
                  </a:lnTo>
                  <a:lnTo>
                    <a:pt x="618743" y="126491"/>
                  </a:lnTo>
                  <a:close/>
                </a:path>
                <a:path w="2018664" h="449580">
                  <a:moveTo>
                    <a:pt x="790193" y="161543"/>
                  </a:moveTo>
                  <a:lnTo>
                    <a:pt x="691895" y="141731"/>
                  </a:lnTo>
                  <a:lnTo>
                    <a:pt x="687323" y="166115"/>
                  </a:lnTo>
                  <a:lnTo>
                    <a:pt x="785621" y="186689"/>
                  </a:lnTo>
                  <a:lnTo>
                    <a:pt x="790193" y="161543"/>
                  </a:lnTo>
                  <a:close/>
                </a:path>
                <a:path w="2018664" h="449580">
                  <a:moveTo>
                    <a:pt x="962405" y="197357"/>
                  </a:moveTo>
                  <a:lnTo>
                    <a:pt x="864107" y="176783"/>
                  </a:lnTo>
                  <a:lnTo>
                    <a:pt x="858773" y="201167"/>
                  </a:lnTo>
                  <a:lnTo>
                    <a:pt x="957071" y="221741"/>
                  </a:lnTo>
                  <a:lnTo>
                    <a:pt x="962405" y="197357"/>
                  </a:lnTo>
                  <a:close/>
                </a:path>
                <a:path w="2018664" h="449580">
                  <a:moveTo>
                    <a:pt x="1133855" y="232409"/>
                  </a:moveTo>
                  <a:lnTo>
                    <a:pt x="1035557" y="212597"/>
                  </a:lnTo>
                  <a:lnTo>
                    <a:pt x="1030985" y="236981"/>
                  </a:lnTo>
                  <a:lnTo>
                    <a:pt x="1128521" y="257555"/>
                  </a:lnTo>
                  <a:lnTo>
                    <a:pt x="1133855" y="232409"/>
                  </a:lnTo>
                  <a:close/>
                </a:path>
                <a:path w="2018664" h="449580">
                  <a:moveTo>
                    <a:pt x="1306067" y="268223"/>
                  </a:moveTo>
                  <a:lnTo>
                    <a:pt x="1207770" y="247649"/>
                  </a:lnTo>
                  <a:lnTo>
                    <a:pt x="1202436" y="272795"/>
                  </a:lnTo>
                  <a:lnTo>
                    <a:pt x="1300733" y="292607"/>
                  </a:lnTo>
                  <a:lnTo>
                    <a:pt x="1306067" y="268223"/>
                  </a:lnTo>
                  <a:close/>
                </a:path>
                <a:path w="2018664" h="449580">
                  <a:moveTo>
                    <a:pt x="1477517" y="304037"/>
                  </a:moveTo>
                  <a:lnTo>
                    <a:pt x="1379220" y="283463"/>
                  </a:lnTo>
                  <a:lnTo>
                    <a:pt x="1374647" y="307847"/>
                  </a:lnTo>
                  <a:lnTo>
                    <a:pt x="1472183" y="328421"/>
                  </a:lnTo>
                  <a:lnTo>
                    <a:pt x="1477517" y="304037"/>
                  </a:lnTo>
                  <a:close/>
                </a:path>
                <a:path w="2018664" h="449580">
                  <a:moveTo>
                    <a:pt x="1648967" y="339089"/>
                  </a:moveTo>
                  <a:lnTo>
                    <a:pt x="1551431" y="318515"/>
                  </a:lnTo>
                  <a:lnTo>
                    <a:pt x="1546097" y="343661"/>
                  </a:lnTo>
                  <a:lnTo>
                    <a:pt x="1644395" y="363473"/>
                  </a:lnTo>
                  <a:lnTo>
                    <a:pt x="1648967" y="339089"/>
                  </a:lnTo>
                  <a:close/>
                </a:path>
                <a:path w="2018664" h="449580">
                  <a:moveTo>
                    <a:pt x="1821179" y="374903"/>
                  </a:moveTo>
                  <a:lnTo>
                    <a:pt x="1722882" y="354329"/>
                  </a:lnTo>
                  <a:lnTo>
                    <a:pt x="1717547" y="378713"/>
                  </a:lnTo>
                  <a:lnTo>
                    <a:pt x="1815845" y="399287"/>
                  </a:lnTo>
                  <a:lnTo>
                    <a:pt x="1821179" y="374903"/>
                  </a:lnTo>
                  <a:close/>
                </a:path>
                <a:path w="2018664" h="449580">
                  <a:moveTo>
                    <a:pt x="1947208" y="400596"/>
                  </a:moveTo>
                  <a:lnTo>
                    <a:pt x="1894332" y="390143"/>
                  </a:lnTo>
                  <a:lnTo>
                    <a:pt x="1889759" y="414527"/>
                  </a:lnTo>
                  <a:lnTo>
                    <a:pt x="1942124" y="425000"/>
                  </a:lnTo>
                  <a:lnTo>
                    <a:pt x="1947208" y="400596"/>
                  </a:lnTo>
                  <a:close/>
                </a:path>
                <a:path w="2018664" h="449580">
                  <a:moveTo>
                    <a:pt x="1959864" y="443597"/>
                  </a:moveTo>
                  <a:lnTo>
                    <a:pt x="1959864" y="403097"/>
                  </a:lnTo>
                  <a:lnTo>
                    <a:pt x="1954529" y="427481"/>
                  </a:lnTo>
                  <a:lnTo>
                    <a:pt x="1942124" y="425000"/>
                  </a:lnTo>
                  <a:lnTo>
                    <a:pt x="1937003" y="449579"/>
                  </a:lnTo>
                  <a:lnTo>
                    <a:pt x="1959864" y="443597"/>
                  </a:lnTo>
                  <a:close/>
                </a:path>
                <a:path w="2018664" h="449580">
                  <a:moveTo>
                    <a:pt x="1959864" y="403097"/>
                  </a:moveTo>
                  <a:lnTo>
                    <a:pt x="1947208" y="400596"/>
                  </a:lnTo>
                  <a:lnTo>
                    <a:pt x="1942124" y="425000"/>
                  </a:lnTo>
                  <a:lnTo>
                    <a:pt x="1954529" y="427481"/>
                  </a:lnTo>
                  <a:lnTo>
                    <a:pt x="1959864" y="403097"/>
                  </a:lnTo>
                  <a:close/>
                </a:path>
                <a:path w="2018664" h="449580">
                  <a:moveTo>
                    <a:pt x="2018538" y="428243"/>
                  </a:moveTo>
                  <a:lnTo>
                    <a:pt x="1952244" y="376427"/>
                  </a:lnTo>
                  <a:lnTo>
                    <a:pt x="1947208" y="400596"/>
                  </a:lnTo>
                  <a:lnTo>
                    <a:pt x="1959864" y="403097"/>
                  </a:lnTo>
                  <a:lnTo>
                    <a:pt x="1959864" y="443597"/>
                  </a:lnTo>
                  <a:lnTo>
                    <a:pt x="2018538" y="42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5" name="object 6">
              <a:extLst>
                <a:ext uri="{FF2B5EF4-FFF2-40B4-BE49-F238E27FC236}">
                  <a16:creationId xmlns:a16="http://schemas.microsoft.com/office/drawing/2014/main" id="{9A2A39B8-7F77-89CD-7E9C-2E2DD1C8D601}"/>
                </a:ext>
              </a:extLst>
            </p:cNvPr>
            <p:cNvSpPr txBox="1"/>
            <p:nvPr/>
          </p:nvSpPr>
          <p:spPr>
            <a:xfrm>
              <a:off x="4862256" y="1820969"/>
              <a:ext cx="1114785" cy="182535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udt_send(sndpkt)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66" name="object 7">
              <a:extLst>
                <a:ext uri="{FF2B5EF4-FFF2-40B4-BE49-F238E27FC236}">
                  <a16:creationId xmlns:a16="http://schemas.microsoft.com/office/drawing/2014/main" id="{487E56C3-5D53-3A02-1B00-EB72D9B7C23D}"/>
                </a:ext>
              </a:extLst>
            </p:cNvPr>
            <p:cNvSpPr txBox="1"/>
            <p:nvPr/>
          </p:nvSpPr>
          <p:spPr>
            <a:xfrm>
              <a:off x="4894043" y="1601240"/>
              <a:ext cx="448563" cy="182535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default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67" name="object 8">
              <a:extLst>
                <a:ext uri="{FF2B5EF4-FFF2-40B4-BE49-F238E27FC236}">
                  <a16:creationId xmlns:a16="http://schemas.microsoft.com/office/drawing/2014/main" id="{8E1BD658-4023-AE4C-C5AA-CE34161F6C35}"/>
                </a:ext>
              </a:extLst>
            </p:cNvPr>
            <p:cNvSpPr/>
            <p:nvPr/>
          </p:nvSpPr>
          <p:spPr>
            <a:xfrm>
              <a:off x="4897272" y="1806227"/>
              <a:ext cx="649523" cy="23033"/>
            </a:xfrm>
            <a:custGeom>
              <a:avLst/>
              <a:gdLst/>
              <a:ahLst/>
              <a:cxnLst/>
              <a:rect l="l" t="t" r="r" b="b"/>
              <a:pathLst>
                <a:path w="716279" h="25400">
                  <a:moveTo>
                    <a:pt x="716279" y="25145"/>
                  </a:moveTo>
                  <a:lnTo>
                    <a:pt x="716279" y="0"/>
                  </a:lnTo>
                  <a:lnTo>
                    <a:pt x="0" y="0"/>
                  </a:lnTo>
                  <a:lnTo>
                    <a:pt x="0" y="25145"/>
                  </a:lnTo>
                  <a:lnTo>
                    <a:pt x="716279" y="25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8" name="object 9">
              <a:extLst>
                <a:ext uri="{FF2B5EF4-FFF2-40B4-BE49-F238E27FC236}">
                  <a16:creationId xmlns:a16="http://schemas.microsoft.com/office/drawing/2014/main" id="{FED8F27F-E400-4636-B32E-BED3BB169F46}"/>
                </a:ext>
              </a:extLst>
            </p:cNvPr>
            <p:cNvSpPr/>
            <p:nvPr/>
          </p:nvSpPr>
          <p:spPr>
            <a:xfrm>
              <a:off x="5815587" y="2336686"/>
              <a:ext cx="455472" cy="375434"/>
            </a:xfrm>
            <a:custGeom>
              <a:avLst/>
              <a:gdLst/>
              <a:ahLst/>
              <a:cxnLst/>
              <a:rect l="l" t="t" r="r" b="b"/>
              <a:pathLst>
                <a:path w="502285" h="414019">
                  <a:moveTo>
                    <a:pt x="50291" y="72163"/>
                  </a:moveTo>
                  <a:lnTo>
                    <a:pt x="35813" y="51292"/>
                  </a:lnTo>
                  <a:lnTo>
                    <a:pt x="0" y="116824"/>
                  </a:lnTo>
                  <a:lnTo>
                    <a:pt x="41147" y="110885"/>
                  </a:lnTo>
                  <a:lnTo>
                    <a:pt x="41147" y="77962"/>
                  </a:lnTo>
                  <a:lnTo>
                    <a:pt x="50291" y="72163"/>
                  </a:lnTo>
                  <a:close/>
                </a:path>
                <a:path w="502285" h="414019">
                  <a:moveTo>
                    <a:pt x="60079" y="86233"/>
                  </a:moveTo>
                  <a:lnTo>
                    <a:pt x="50291" y="72163"/>
                  </a:lnTo>
                  <a:lnTo>
                    <a:pt x="41147" y="77962"/>
                  </a:lnTo>
                  <a:lnTo>
                    <a:pt x="50291" y="92440"/>
                  </a:lnTo>
                  <a:lnTo>
                    <a:pt x="60079" y="86233"/>
                  </a:lnTo>
                  <a:close/>
                </a:path>
                <a:path w="502285" h="414019">
                  <a:moveTo>
                    <a:pt x="73913" y="106156"/>
                  </a:moveTo>
                  <a:lnTo>
                    <a:pt x="60079" y="86233"/>
                  </a:lnTo>
                  <a:lnTo>
                    <a:pt x="50291" y="92440"/>
                  </a:lnTo>
                  <a:lnTo>
                    <a:pt x="41147" y="77962"/>
                  </a:lnTo>
                  <a:lnTo>
                    <a:pt x="41147" y="110885"/>
                  </a:lnTo>
                  <a:lnTo>
                    <a:pt x="72389" y="106376"/>
                  </a:lnTo>
                  <a:lnTo>
                    <a:pt x="73151" y="106266"/>
                  </a:lnTo>
                  <a:lnTo>
                    <a:pt x="73913" y="106156"/>
                  </a:lnTo>
                  <a:close/>
                </a:path>
                <a:path w="502285" h="414019">
                  <a:moveTo>
                    <a:pt x="139445" y="355330"/>
                  </a:moveTo>
                  <a:lnTo>
                    <a:pt x="110489" y="343138"/>
                  </a:lnTo>
                  <a:lnTo>
                    <a:pt x="80771" y="327898"/>
                  </a:lnTo>
                  <a:lnTo>
                    <a:pt x="80771" y="328660"/>
                  </a:lnTo>
                  <a:lnTo>
                    <a:pt x="49529" y="311896"/>
                  </a:lnTo>
                  <a:lnTo>
                    <a:pt x="41909" y="326374"/>
                  </a:lnTo>
                  <a:lnTo>
                    <a:pt x="73151" y="343138"/>
                  </a:lnTo>
                  <a:lnTo>
                    <a:pt x="103631" y="358378"/>
                  </a:lnTo>
                  <a:lnTo>
                    <a:pt x="132587" y="371332"/>
                  </a:lnTo>
                  <a:lnTo>
                    <a:pt x="138683" y="373702"/>
                  </a:lnTo>
                  <a:lnTo>
                    <a:pt x="138683" y="355330"/>
                  </a:lnTo>
                  <a:lnTo>
                    <a:pt x="139445" y="355330"/>
                  </a:lnTo>
                  <a:close/>
                </a:path>
                <a:path w="502285" h="414019">
                  <a:moveTo>
                    <a:pt x="501395" y="256022"/>
                  </a:moveTo>
                  <a:lnTo>
                    <a:pt x="501395" y="211312"/>
                  </a:lnTo>
                  <a:lnTo>
                    <a:pt x="495936" y="181540"/>
                  </a:lnTo>
                  <a:lnTo>
                    <a:pt x="487356" y="152580"/>
                  </a:lnTo>
                  <a:lnTo>
                    <a:pt x="475317" y="124983"/>
                  </a:lnTo>
                  <a:lnTo>
                    <a:pt x="459485" y="99298"/>
                  </a:lnTo>
                  <a:lnTo>
                    <a:pt x="459485" y="98536"/>
                  </a:lnTo>
                  <a:lnTo>
                    <a:pt x="450341" y="86344"/>
                  </a:lnTo>
                  <a:lnTo>
                    <a:pt x="449579" y="86344"/>
                  </a:lnTo>
                  <a:lnTo>
                    <a:pt x="442481" y="76938"/>
                  </a:lnTo>
                  <a:lnTo>
                    <a:pt x="434540" y="68327"/>
                  </a:lnTo>
                  <a:lnTo>
                    <a:pt x="425927" y="60342"/>
                  </a:lnTo>
                  <a:lnTo>
                    <a:pt x="416813" y="52816"/>
                  </a:lnTo>
                  <a:lnTo>
                    <a:pt x="416813" y="52054"/>
                  </a:lnTo>
                  <a:lnTo>
                    <a:pt x="404621" y="42910"/>
                  </a:lnTo>
                  <a:lnTo>
                    <a:pt x="364765" y="19815"/>
                  </a:lnTo>
                  <a:lnTo>
                    <a:pt x="322419" y="5786"/>
                  </a:lnTo>
                  <a:lnTo>
                    <a:pt x="278453" y="0"/>
                  </a:lnTo>
                  <a:lnTo>
                    <a:pt x="236232" y="1541"/>
                  </a:lnTo>
                  <a:lnTo>
                    <a:pt x="233739" y="1632"/>
                  </a:lnTo>
                  <a:lnTo>
                    <a:pt x="189145" y="9860"/>
                  </a:lnTo>
                  <a:lnTo>
                    <a:pt x="145541" y="23860"/>
                  </a:lnTo>
                  <a:lnTo>
                    <a:pt x="121919" y="33004"/>
                  </a:lnTo>
                  <a:lnTo>
                    <a:pt x="121919" y="33766"/>
                  </a:lnTo>
                  <a:lnTo>
                    <a:pt x="97535" y="45196"/>
                  </a:lnTo>
                  <a:lnTo>
                    <a:pt x="73151" y="58150"/>
                  </a:lnTo>
                  <a:lnTo>
                    <a:pt x="72389" y="58150"/>
                  </a:lnTo>
                  <a:lnTo>
                    <a:pt x="50291" y="72163"/>
                  </a:lnTo>
                  <a:lnTo>
                    <a:pt x="60079" y="86233"/>
                  </a:lnTo>
                  <a:lnTo>
                    <a:pt x="80771" y="73111"/>
                  </a:lnTo>
                  <a:lnTo>
                    <a:pt x="80771" y="72628"/>
                  </a:lnTo>
                  <a:lnTo>
                    <a:pt x="105155" y="59674"/>
                  </a:lnTo>
                  <a:lnTo>
                    <a:pt x="128777" y="48244"/>
                  </a:lnTo>
                  <a:lnTo>
                    <a:pt x="128777" y="49006"/>
                  </a:lnTo>
                  <a:lnTo>
                    <a:pt x="150875" y="39430"/>
                  </a:lnTo>
                  <a:lnTo>
                    <a:pt x="150875" y="39100"/>
                  </a:lnTo>
                  <a:lnTo>
                    <a:pt x="172973" y="31734"/>
                  </a:lnTo>
                  <a:lnTo>
                    <a:pt x="172973" y="31480"/>
                  </a:lnTo>
                  <a:lnTo>
                    <a:pt x="194309" y="25594"/>
                  </a:lnTo>
                  <a:lnTo>
                    <a:pt x="194309" y="25384"/>
                  </a:lnTo>
                  <a:lnTo>
                    <a:pt x="215645" y="20812"/>
                  </a:lnTo>
                  <a:lnTo>
                    <a:pt x="215645" y="21461"/>
                  </a:lnTo>
                  <a:lnTo>
                    <a:pt x="235457" y="18526"/>
                  </a:lnTo>
                  <a:lnTo>
                    <a:pt x="254507" y="16328"/>
                  </a:lnTo>
                  <a:lnTo>
                    <a:pt x="255269" y="16240"/>
                  </a:lnTo>
                  <a:lnTo>
                    <a:pt x="255269" y="16971"/>
                  </a:lnTo>
                  <a:lnTo>
                    <a:pt x="272795" y="16270"/>
                  </a:lnTo>
                  <a:lnTo>
                    <a:pt x="273557" y="16240"/>
                  </a:lnTo>
                  <a:lnTo>
                    <a:pt x="278453" y="16712"/>
                  </a:lnTo>
                  <a:lnTo>
                    <a:pt x="288797" y="17573"/>
                  </a:lnTo>
                  <a:lnTo>
                    <a:pt x="304799" y="19573"/>
                  </a:lnTo>
                  <a:lnTo>
                    <a:pt x="305561" y="19669"/>
                  </a:lnTo>
                  <a:lnTo>
                    <a:pt x="306171" y="19745"/>
                  </a:lnTo>
                  <a:lnTo>
                    <a:pt x="307859" y="20052"/>
                  </a:lnTo>
                  <a:lnTo>
                    <a:pt x="308609" y="20050"/>
                  </a:lnTo>
                  <a:lnTo>
                    <a:pt x="308609" y="20188"/>
                  </a:lnTo>
                  <a:lnTo>
                    <a:pt x="324611" y="23098"/>
                  </a:lnTo>
                  <a:lnTo>
                    <a:pt x="324611" y="23315"/>
                  </a:lnTo>
                  <a:lnTo>
                    <a:pt x="339851" y="27670"/>
                  </a:lnTo>
                  <a:lnTo>
                    <a:pt x="339851" y="27960"/>
                  </a:lnTo>
                  <a:lnTo>
                    <a:pt x="355091" y="33766"/>
                  </a:lnTo>
                  <a:lnTo>
                    <a:pt x="355091" y="34127"/>
                  </a:lnTo>
                  <a:lnTo>
                    <a:pt x="368045" y="40263"/>
                  </a:lnTo>
                  <a:lnTo>
                    <a:pt x="368045" y="39862"/>
                  </a:lnTo>
                  <a:lnTo>
                    <a:pt x="382523" y="47482"/>
                  </a:lnTo>
                  <a:lnTo>
                    <a:pt x="382523" y="47975"/>
                  </a:lnTo>
                  <a:lnTo>
                    <a:pt x="394715" y="55864"/>
                  </a:lnTo>
                  <a:lnTo>
                    <a:pt x="394715" y="56435"/>
                  </a:lnTo>
                  <a:lnTo>
                    <a:pt x="406145" y="65008"/>
                  </a:lnTo>
                  <a:lnTo>
                    <a:pt x="417575" y="74914"/>
                  </a:lnTo>
                  <a:lnTo>
                    <a:pt x="417575" y="75676"/>
                  </a:lnTo>
                  <a:lnTo>
                    <a:pt x="427481" y="85582"/>
                  </a:lnTo>
                  <a:lnTo>
                    <a:pt x="436684" y="96199"/>
                  </a:lnTo>
                  <a:lnTo>
                    <a:pt x="437266" y="97103"/>
                  </a:lnTo>
                  <a:lnTo>
                    <a:pt x="445769" y="108442"/>
                  </a:lnTo>
                  <a:lnTo>
                    <a:pt x="445769" y="107680"/>
                  </a:lnTo>
                  <a:lnTo>
                    <a:pt x="453389" y="120634"/>
                  </a:lnTo>
                  <a:lnTo>
                    <a:pt x="453389" y="119872"/>
                  </a:lnTo>
                  <a:lnTo>
                    <a:pt x="467105" y="145780"/>
                  </a:lnTo>
                  <a:lnTo>
                    <a:pt x="467105" y="147494"/>
                  </a:lnTo>
                  <a:lnTo>
                    <a:pt x="472439" y="159496"/>
                  </a:lnTo>
                  <a:lnTo>
                    <a:pt x="472439" y="161020"/>
                  </a:lnTo>
                  <a:lnTo>
                    <a:pt x="476249" y="172450"/>
                  </a:lnTo>
                  <a:lnTo>
                    <a:pt x="480059" y="186166"/>
                  </a:lnTo>
                  <a:lnTo>
                    <a:pt x="483107" y="199882"/>
                  </a:lnTo>
                  <a:lnTo>
                    <a:pt x="483107" y="199076"/>
                  </a:lnTo>
                  <a:lnTo>
                    <a:pt x="484552" y="212840"/>
                  </a:lnTo>
                  <a:lnTo>
                    <a:pt x="484552" y="211328"/>
                  </a:lnTo>
                  <a:lnTo>
                    <a:pt x="485393" y="227314"/>
                  </a:lnTo>
                  <a:lnTo>
                    <a:pt x="485393" y="315149"/>
                  </a:lnTo>
                  <a:lnTo>
                    <a:pt x="488467" y="309282"/>
                  </a:lnTo>
                  <a:lnTo>
                    <a:pt x="497128" y="283102"/>
                  </a:lnTo>
                  <a:lnTo>
                    <a:pt x="501395" y="256022"/>
                  </a:lnTo>
                  <a:close/>
                </a:path>
                <a:path w="502285" h="414019">
                  <a:moveTo>
                    <a:pt x="81533" y="72628"/>
                  </a:moveTo>
                  <a:lnTo>
                    <a:pt x="80771" y="72628"/>
                  </a:lnTo>
                  <a:lnTo>
                    <a:pt x="80771" y="73111"/>
                  </a:lnTo>
                  <a:lnTo>
                    <a:pt x="81533" y="72628"/>
                  </a:lnTo>
                  <a:close/>
                </a:path>
                <a:path w="502285" h="414019">
                  <a:moveTo>
                    <a:pt x="166877" y="366760"/>
                  </a:moveTo>
                  <a:lnTo>
                    <a:pt x="138683" y="355330"/>
                  </a:lnTo>
                  <a:lnTo>
                    <a:pt x="138683" y="373702"/>
                  </a:lnTo>
                  <a:lnTo>
                    <a:pt x="160019" y="382000"/>
                  </a:lnTo>
                  <a:lnTo>
                    <a:pt x="160781" y="382000"/>
                  </a:lnTo>
                  <a:lnTo>
                    <a:pt x="166115" y="383828"/>
                  </a:lnTo>
                  <a:lnTo>
                    <a:pt x="166115" y="366760"/>
                  </a:lnTo>
                  <a:lnTo>
                    <a:pt x="166877" y="366760"/>
                  </a:lnTo>
                  <a:close/>
                </a:path>
                <a:path w="502285" h="414019">
                  <a:moveTo>
                    <a:pt x="151637" y="39100"/>
                  </a:moveTo>
                  <a:lnTo>
                    <a:pt x="150875" y="39100"/>
                  </a:lnTo>
                  <a:lnTo>
                    <a:pt x="150875" y="39430"/>
                  </a:lnTo>
                  <a:lnTo>
                    <a:pt x="151637" y="39100"/>
                  </a:lnTo>
                  <a:close/>
                </a:path>
                <a:path w="502285" h="414019">
                  <a:moveTo>
                    <a:pt x="192785" y="375904"/>
                  </a:moveTo>
                  <a:lnTo>
                    <a:pt x="166115" y="366760"/>
                  </a:lnTo>
                  <a:lnTo>
                    <a:pt x="166115" y="383828"/>
                  </a:lnTo>
                  <a:lnTo>
                    <a:pt x="187451" y="391144"/>
                  </a:lnTo>
                  <a:lnTo>
                    <a:pt x="187451" y="391906"/>
                  </a:lnTo>
                  <a:lnTo>
                    <a:pt x="192023" y="393153"/>
                  </a:lnTo>
                  <a:lnTo>
                    <a:pt x="192023" y="375904"/>
                  </a:lnTo>
                  <a:lnTo>
                    <a:pt x="192785" y="375904"/>
                  </a:lnTo>
                  <a:close/>
                </a:path>
                <a:path w="502285" h="414019">
                  <a:moveTo>
                    <a:pt x="173735" y="31480"/>
                  </a:moveTo>
                  <a:lnTo>
                    <a:pt x="172973" y="31480"/>
                  </a:lnTo>
                  <a:lnTo>
                    <a:pt x="172973" y="31734"/>
                  </a:lnTo>
                  <a:lnTo>
                    <a:pt x="173735" y="31480"/>
                  </a:lnTo>
                  <a:close/>
                </a:path>
                <a:path w="502285" h="414019">
                  <a:moveTo>
                    <a:pt x="217931" y="382762"/>
                  </a:moveTo>
                  <a:lnTo>
                    <a:pt x="192023" y="375904"/>
                  </a:lnTo>
                  <a:lnTo>
                    <a:pt x="192023" y="393153"/>
                  </a:lnTo>
                  <a:lnTo>
                    <a:pt x="212597" y="398764"/>
                  </a:lnTo>
                  <a:lnTo>
                    <a:pt x="213359" y="399526"/>
                  </a:lnTo>
                  <a:lnTo>
                    <a:pt x="217169" y="400369"/>
                  </a:lnTo>
                  <a:lnTo>
                    <a:pt x="217169" y="382762"/>
                  </a:lnTo>
                  <a:lnTo>
                    <a:pt x="217931" y="382762"/>
                  </a:lnTo>
                  <a:close/>
                </a:path>
                <a:path w="502285" h="414019">
                  <a:moveTo>
                    <a:pt x="195071" y="25384"/>
                  </a:moveTo>
                  <a:lnTo>
                    <a:pt x="194309" y="25384"/>
                  </a:lnTo>
                  <a:lnTo>
                    <a:pt x="194309" y="25594"/>
                  </a:lnTo>
                  <a:lnTo>
                    <a:pt x="195071" y="25384"/>
                  </a:lnTo>
                  <a:close/>
                </a:path>
                <a:path w="502285" h="414019">
                  <a:moveTo>
                    <a:pt x="215645" y="21461"/>
                  </a:moveTo>
                  <a:lnTo>
                    <a:pt x="215645" y="20812"/>
                  </a:lnTo>
                  <a:lnTo>
                    <a:pt x="214883" y="21574"/>
                  </a:lnTo>
                  <a:lnTo>
                    <a:pt x="215645" y="21461"/>
                  </a:lnTo>
                  <a:close/>
                </a:path>
                <a:path w="502285" h="414019">
                  <a:moveTo>
                    <a:pt x="241553" y="388858"/>
                  </a:moveTo>
                  <a:lnTo>
                    <a:pt x="217169" y="382762"/>
                  </a:lnTo>
                  <a:lnTo>
                    <a:pt x="217169" y="400369"/>
                  </a:lnTo>
                  <a:lnTo>
                    <a:pt x="236232" y="404586"/>
                  </a:lnTo>
                  <a:lnTo>
                    <a:pt x="240791" y="405482"/>
                  </a:lnTo>
                  <a:lnTo>
                    <a:pt x="240791" y="388858"/>
                  </a:lnTo>
                  <a:lnTo>
                    <a:pt x="241553" y="388858"/>
                  </a:lnTo>
                  <a:close/>
                </a:path>
                <a:path w="502285" h="414019">
                  <a:moveTo>
                    <a:pt x="342137" y="412585"/>
                  </a:moveTo>
                  <a:lnTo>
                    <a:pt x="342137" y="395716"/>
                  </a:lnTo>
                  <a:lnTo>
                    <a:pt x="325373" y="397113"/>
                  </a:lnTo>
                  <a:lnTo>
                    <a:pt x="304799" y="397183"/>
                  </a:lnTo>
                  <a:lnTo>
                    <a:pt x="284987" y="395716"/>
                  </a:lnTo>
                  <a:lnTo>
                    <a:pt x="263651" y="392668"/>
                  </a:lnTo>
                  <a:lnTo>
                    <a:pt x="263651" y="393430"/>
                  </a:lnTo>
                  <a:lnTo>
                    <a:pt x="240791" y="388858"/>
                  </a:lnTo>
                  <a:lnTo>
                    <a:pt x="240791" y="405482"/>
                  </a:lnTo>
                  <a:lnTo>
                    <a:pt x="258732" y="409008"/>
                  </a:lnTo>
                  <a:lnTo>
                    <a:pt x="281406" y="412308"/>
                  </a:lnTo>
                  <a:lnTo>
                    <a:pt x="304799" y="414004"/>
                  </a:lnTo>
                  <a:lnTo>
                    <a:pt x="324611" y="414004"/>
                  </a:lnTo>
                  <a:lnTo>
                    <a:pt x="325373" y="413242"/>
                  </a:lnTo>
                  <a:lnTo>
                    <a:pt x="339089" y="412739"/>
                  </a:lnTo>
                  <a:lnTo>
                    <a:pt x="341736" y="412642"/>
                  </a:lnTo>
                  <a:lnTo>
                    <a:pt x="342137" y="412585"/>
                  </a:lnTo>
                  <a:close/>
                </a:path>
                <a:path w="502285" h="414019">
                  <a:moveTo>
                    <a:pt x="255269" y="16971"/>
                  </a:moveTo>
                  <a:lnTo>
                    <a:pt x="255269" y="16240"/>
                  </a:lnTo>
                  <a:lnTo>
                    <a:pt x="254507" y="17002"/>
                  </a:lnTo>
                  <a:lnTo>
                    <a:pt x="255269" y="16971"/>
                  </a:lnTo>
                  <a:close/>
                </a:path>
                <a:path w="502285" h="414019">
                  <a:moveTo>
                    <a:pt x="308609" y="20188"/>
                  </a:moveTo>
                  <a:lnTo>
                    <a:pt x="308609" y="20050"/>
                  </a:lnTo>
                  <a:lnTo>
                    <a:pt x="307859" y="19956"/>
                  </a:lnTo>
                  <a:lnTo>
                    <a:pt x="308609" y="20188"/>
                  </a:lnTo>
                  <a:close/>
                </a:path>
                <a:path w="502285" h="414019">
                  <a:moveTo>
                    <a:pt x="324611" y="23315"/>
                  </a:moveTo>
                  <a:lnTo>
                    <a:pt x="324611" y="23098"/>
                  </a:lnTo>
                  <a:lnTo>
                    <a:pt x="323849" y="23098"/>
                  </a:lnTo>
                  <a:lnTo>
                    <a:pt x="324611" y="23315"/>
                  </a:lnTo>
                  <a:close/>
                </a:path>
                <a:path w="502285" h="414019">
                  <a:moveTo>
                    <a:pt x="339851" y="27960"/>
                  </a:moveTo>
                  <a:lnTo>
                    <a:pt x="339851" y="27670"/>
                  </a:lnTo>
                  <a:lnTo>
                    <a:pt x="339089" y="27670"/>
                  </a:lnTo>
                  <a:lnTo>
                    <a:pt x="339851" y="27960"/>
                  </a:lnTo>
                  <a:close/>
                </a:path>
                <a:path w="502285" h="414019">
                  <a:moveTo>
                    <a:pt x="358901" y="392668"/>
                  </a:moveTo>
                  <a:lnTo>
                    <a:pt x="342137" y="395583"/>
                  </a:lnTo>
                  <a:lnTo>
                    <a:pt x="341736" y="395653"/>
                  </a:lnTo>
                  <a:lnTo>
                    <a:pt x="342137" y="395716"/>
                  </a:lnTo>
                  <a:lnTo>
                    <a:pt x="342137" y="412585"/>
                  </a:lnTo>
                  <a:lnTo>
                    <a:pt x="358139" y="410151"/>
                  </a:lnTo>
                  <a:lnTo>
                    <a:pt x="358139" y="393430"/>
                  </a:lnTo>
                  <a:lnTo>
                    <a:pt x="358901" y="392668"/>
                  </a:lnTo>
                  <a:close/>
                </a:path>
                <a:path w="502285" h="414019">
                  <a:moveTo>
                    <a:pt x="355091" y="34127"/>
                  </a:moveTo>
                  <a:lnTo>
                    <a:pt x="355091" y="33766"/>
                  </a:lnTo>
                  <a:lnTo>
                    <a:pt x="354329" y="33766"/>
                  </a:lnTo>
                  <a:lnTo>
                    <a:pt x="355091" y="34127"/>
                  </a:lnTo>
                  <a:close/>
                </a:path>
                <a:path w="502285" h="414019">
                  <a:moveTo>
                    <a:pt x="388619" y="384286"/>
                  </a:moveTo>
                  <a:lnTo>
                    <a:pt x="374141" y="389620"/>
                  </a:lnTo>
                  <a:lnTo>
                    <a:pt x="358139" y="393430"/>
                  </a:lnTo>
                  <a:lnTo>
                    <a:pt x="358139" y="410151"/>
                  </a:lnTo>
                  <a:lnTo>
                    <a:pt x="360392" y="409808"/>
                  </a:lnTo>
                  <a:lnTo>
                    <a:pt x="378650" y="405453"/>
                  </a:lnTo>
                  <a:lnTo>
                    <a:pt x="387857" y="402345"/>
                  </a:lnTo>
                  <a:lnTo>
                    <a:pt x="387857" y="385048"/>
                  </a:lnTo>
                  <a:lnTo>
                    <a:pt x="388619" y="384286"/>
                  </a:lnTo>
                  <a:close/>
                </a:path>
                <a:path w="502285" h="414019">
                  <a:moveTo>
                    <a:pt x="368807" y="40624"/>
                  </a:moveTo>
                  <a:lnTo>
                    <a:pt x="368045" y="39862"/>
                  </a:lnTo>
                  <a:lnTo>
                    <a:pt x="368045" y="40263"/>
                  </a:lnTo>
                  <a:lnTo>
                    <a:pt x="368807" y="40624"/>
                  </a:lnTo>
                  <a:close/>
                </a:path>
                <a:path w="502285" h="414019">
                  <a:moveTo>
                    <a:pt x="382523" y="47975"/>
                  </a:moveTo>
                  <a:lnTo>
                    <a:pt x="382523" y="47482"/>
                  </a:lnTo>
                  <a:lnTo>
                    <a:pt x="381761" y="47482"/>
                  </a:lnTo>
                  <a:lnTo>
                    <a:pt x="382523" y="47975"/>
                  </a:lnTo>
                  <a:close/>
                </a:path>
                <a:path w="502285" h="414019">
                  <a:moveTo>
                    <a:pt x="402335" y="397079"/>
                  </a:moveTo>
                  <a:lnTo>
                    <a:pt x="402335" y="378952"/>
                  </a:lnTo>
                  <a:lnTo>
                    <a:pt x="387857" y="385048"/>
                  </a:lnTo>
                  <a:lnTo>
                    <a:pt x="387857" y="402345"/>
                  </a:lnTo>
                  <a:lnTo>
                    <a:pt x="393953" y="400288"/>
                  </a:lnTo>
                  <a:lnTo>
                    <a:pt x="394715" y="400288"/>
                  </a:lnTo>
                  <a:lnTo>
                    <a:pt x="402335" y="397079"/>
                  </a:lnTo>
                  <a:close/>
                </a:path>
                <a:path w="502285" h="414019">
                  <a:moveTo>
                    <a:pt x="394715" y="56435"/>
                  </a:moveTo>
                  <a:lnTo>
                    <a:pt x="394715" y="55864"/>
                  </a:lnTo>
                  <a:lnTo>
                    <a:pt x="393953" y="55864"/>
                  </a:lnTo>
                  <a:lnTo>
                    <a:pt x="394715" y="56435"/>
                  </a:lnTo>
                  <a:close/>
                </a:path>
                <a:path w="502285" h="414019">
                  <a:moveTo>
                    <a:pt x="414527" y="390606"/>
                  </a:moveTo>
                  <a:lnTo>
                    <a:pt x="414527" y="372094"/>
                  </a:lnTo>
                  <a:lnTo>
                    <a:pt x="401573" y="378952"/>
                  </a:lnTo>
                  <a:lnTo>
                    <a:pt x="402335" y="378952"/>
                  </a:lnTo>
                  <a:lnTo>
                    <a:pt x="402335" y="397079"/>
                  </a:lnTo>
                  <a:lnTo>
                    <a:pt x="409193" y="394192"/>
                  </a:lnTo>
                  <a:lnTo>
                    <a:pt x="409193" y="393430"/>
                  </a:lnTo>
                  <a:lnTo>
                    <a:pt x="414527" y="390606"/>
                  </a:lnTo>
                  <a:close/>
                </a:path>
                <a:path w="502285" h="414019">
                  <a:moveTo>
                    <a:pt x="461009" y="353933"/>
                  </a:moveTo>
                  <a:lnTo>
                    <a:pt x="461009" y="327136"/>
                  </a:lnTo>
                  <a:lnTo>
                    <a:pt x="453389" y="337804"/>
                  </a:lnTo>
                  <a:lnTo>
                    <a:pt x="453389" y="337042"/>
                  </a:lnTo>
                  <a:lnTo>
                    <a:pt x="445007" y="347710"/>
                  </a:lnTo>
                  <a:lnTo>
                    <a:pt x="445007" y="346948"/>
                  </a:lnTo>
                  <a:lnTo>
                    <a:pt x="435863" y="356092"/>
                  </a:lnTo>
                  <a:lnTo>
                    <a:pt x="425195" y="365236"/>
                  </a:lnTo>
                  <a:lnTo>
                    <a:pt x="425195" y="364950"/>
                  </a:lnTo>
                  <a:lnTo>
                    <a:pt x="413765" y="372094"/>
                  </a:lnTo>
                  <a:lnTo>
                    <a:pt x="414527" y="372094"/>
                  </a:lnTo>
                  <a:lnTo>
                    <a:pt x="414527" y="390606"/>
                  </a:lnTo>
                  <a:lnTo>
                    <a:pt x="422147" y="386572"/>
                  </a:lnTo>
                  <a:lnTo>
                    <a:pt x="422909" y="386572"/>
                  </a:lnTo>
                  <a:lnTo>
                    <a:pt x="425195" y="385000"/>
                  </a:lnTo>
                  <a:lnTo>
                    <a:pt x="425195" y="365236"/>
                  </a:lnTo>
                  <a:lnTo>
                    <a:pt x="425927" y="364609"/>
                  </a:lnTo>
                  <a:lnTo>
                    <a:pt x="425927" y="384497"/>
                  </a:lnTo>
                  <a:lnTo>
                    <a:pt x="435101" y="378190"/>
                  </a:lnTo>
                  <a:lnTo>
                    <a:pt x="435863" y="378190"/>
                  </a:lnTo>
                  <a:lnTo>
                    <a:pt x="446531" y="369046"/>
                  </a:lnTo>
                  <a:lnTo>
                    <a:pt x="447293" y="368284"/>
                  </a:lnTo>
                  <a:lnTo>
                    <a:pt x="457199" y="359140"/>
                  </a:lnTo>
                  <a:lnTo>
                    <a:pt x="457199" y="358378"/>
                  </a:lnTo>
                  <a:lnTo>
                    <a:pt x="461009" y="353933"/>
                  </a:lnTo>
                  <a:close/>
                </a:path>
                <a:path w="502285" h="414019">
                  <a:moveTo>
                    <a:pt x="417575" y="75676"/>
                  </a:moveTo>
                  <a:lnTo>
                    <a:pt x="417575" y="74914"/>
                  </a:lnTo>
                  <a:lnTo>
                    <a:pt x="416813" y="74914"/>
                  </a:lnTo>
                  <a:lnTo>
                    <a:pt x="417575" y="75676"/>
                  </a:lnTo>
                  <a:close/>
                </a:path>
                <a:path w="502285" h="414019">
                  <a:moveTo>
                    <a:pt x="437266" y="97103"/>
                  </a:moveTo>
                  <a:lnTo>
                    <a:pt x="436684" y="96199"/>
                  </a:lnTo>
                  <a:lnTo>
                    <a:pt x="435863" y="95253"/>
                  </a:lnTo>
                  <a:lnTo>
                    <a:pt x="437266" y="97103"/>
                  </a:lnTo>
                  <a:close/>
                </a:path>
                <a:path w="502285" h="414019">
                  <a:moveTo>
                    <a:pt x="485393" y="315149"/>
                  </a:moveTo>
                  <a:lnTo>
                    <a:pt x="485393" y="240268"/>
                  </a:lnTo>
                  <a:lnTo>
                    <a:pt x="484552" y="255412"/>
                  </a:lnTo>
                  <a:lnTo>
                    <a:pt x="484552" y="254698"/>
                  </a:lnTo>
                  <a:lnTo>
                    <a:pt x="483107" y="267700"/>
                  </a:lnTo>
                  <a:lnTo>
                    <a:pt x="483107" y="266938"/>
                  </a:lnTo>
                  <a:lnTo>
                    <a:pt x="480821" y="279892"/>
                  </a:lnTo>
                  <a:lnTo>
                    <a:pt x="477011" y="292846"/>
                  </a:lnTo>
                  <a:lnTo>
                    <a:pt x="477011" y="292084"/>
                  </a:lnTo>
                  <a:lnTo>
                    <a:pt x="472439" y="305038"/>
                  </a:lnTo>
                  <a:lnTo>
                    <a:pt x="472439" y="304276"/>
                  </a:lnTo>
                  <a:lnTo>
                    <a:pt x="467105" y="316468"/>
                  </a:lnTo>
                  <a:lnTo>
                    <a:pt x="467105" y="315706"/>
                  </a:lnTo>
                  <a:lnTo>
                    <a:pt x="460247" y="327136"/>
                  </a:lnTo>
                  <a:lnTo>
                    <a:pt x="461009" y="327136"/>
                  </a:lnTo>
                  <a:lnTo>
                    <a:pt x="461009" y="353933"/>
                  </a:lnTo>
                  <a:lnTo>
                    <a:pt x="466343" y="347710"/>
                  </a:lnTo>
                  <a:lnTo>
                    <a:pt x="467105" y="347710"/>
                  </a:lnTo>
                  <a:lnTo>
                    <a:pt x="474725" y="336280"/>
                  </a:lnTo>
                  <a:lnTo>
                    <a:pt x="474725" y="335518"/>
                  </a:lnTo>
                  <a:lnTo>
                    <a:pt x="485393" y="315149"/>
                  </a:lnTo>
                  <a:close/>
                </a:path>
                <a:path w="502285" h="414019">
                  <a:moveTo>
                    <a:pt x="467105" y="147494"/>
                  </a:moveTo>
                  <a:lnTo>
                    <a:pt x="467105" y="145780"/>
                  </a:lnTo>
                  <a:lnTo>
                    <a:pt x="466343" y="145780"/>
                  </a:lnTo>
                  <a:lnTo>
                    <a:pt x="467105" y="147494"/>
                  </a:lnTo>
                  <a:close/>
                </a:path>
                <a:path w="502285" h="414019">
                  <a:moveTo>
                    <a:pt x="472439" y="161020"/>
                  </a:moveTo>
                  <a:lnTo>
                    <a:pt x="472439" y="159496"/>
                  </a:lnTo>
                  <a:lnTo>
                    <a:pt x="471677" y="158734"/>
                  </a:lnTo>
                  <a:lnTo>
                    <a:pt x="472439" y="161020"/>
                  </a:lnTo>
                  <a:close/>
                </a:path>
                <a:path w="502285" h="414019">
                  <a:moveTo>
                    <a:pt x="502157" y="225790"/>
                  </a:moveTo>
                  <a:lnTo>
                    <a:pt x="501395" y="212074"/>
                  </a:lnTo>
                  <a:lnTo>
                    <a:pt x="501395" y="257851"/>
                  </a:lnTo>
                  <a:lnTo>
                    <a:pt x="502157" y="225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9" name="object 10">
              <a:extLst>
                <a:ext uri="{FF2B5EF4-FFF2-40B4-BE49-F238E27FC236}">
                  <a16:creationId xmlns:a16="http://schemas.microsoft.com/office/drawing/2014/main" id="{2E06AC60-7F36-D759-CBD3-411C0DFAAC21}"/>
                </a:ext>
              </a:extLst>
            </p:cNvPr>
            <p:cNvSpPr txBox="1"/>
            <p:nvPr/>
          </p:nvSpPr>
          <p:spPr>
            <a:xfrm>
              <a:off x="6251828" y="1889376"/>
              <a:ext cx="3253951" cy="1444739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28215">
                <a:spcBef>
                  <a:spcPts val="118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rdt_rcv(rcvpkt)</a:t>
              </a:r>
              <a:endParaRPr sz="1088">
                <a:latin typeface="Arial"/>
                <a:cs typeface="Arial"/>
              </a:endParaRPr>
            </a:p>
            <a:p>
              <a:pPr marL="106526">
                <a:spcBef>
                  <a:spcPts val="27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&amp;&amp;</a:t>
              </a:r>
              <a:r>
                <a:rPr sz="1088" spc="27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notcurrupt(rcvpkt)</a:t>
              </a:r>
              <a:endParaRPr sz="1088">
                <a:latin typeface="Arial"/>
                <a:cs typeface="Arial"/>
              </a:endParaRPr>
            </a:p>
            <a:p>
              <a:pPr marL="11516">
                <a:spcBef>
                  <a:spcPts val="27"/>
                </a:spcBef>
              </a:pPr>
              <a:r>
                <a:rPr sz="1088" u="heavy" spc="95" dirty="0">
                  <a:solidFill>
                    <a:srgbClr val="163794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  </a:t>
              </a:r>
              <a:r>
                <a:rPr sz="1088" u="heavy" dirty="0">
                  <a:solidFill>
                    <a:srgbClr val="163794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&amp;&amp;</a:t>
              </a:r>
              <a:r>
                <a:rPr sz="1088" u="heavy" spc="14" dirty="0">
                  <a:solidFill>
                    <a:srgbClr val="163794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 </a:t>
              </a:r>
              <a:r>
                <a:rPr sz="1088" u="heavy" spc="-9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hasseqnum(rcvpkt,expectedseqnum</a:t>
              </a:r>
              <a:r>
                <a:rPr sz="1088" spc="-9" dirty="0">
                  <a:solidFill>
                    <a:srgbClr val="FF0000"/>
                  </a:solidFill>
                  <a:latin typeface="Arial"/>
                  <a:cs typeface="Arial"/>
                </a:rPr>
                <a:t>)</a:t>
              </a:r>
              <a:endParaRPr sz="1088">
                <a:latin typeface="Arial"/>
                <a:cs typeface="Arial"/>
              </a:endParaRPr>
            </a:p>
            <a:p>
              <a:pPr marL="31670" marR="2006150">
                <a:lnSpc>
                  <a:spcPct val="102099"/>
                </a:lnSpc>
                <a:spcBef>
                  <a:spcPts val="603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extract(rcvpkt,data) deliver_data(data)</a:t>
              </a:r>
              <a:endParaRPr sz="1088">
                <a:latin typeface="Arial"/>
                <a:cs typeface="Arial"/>
              </a:endParaRPr>
            </a:p>
            <a:p>
              <a:pPr marL="31670" marR="4607">
                <a:lnSpc>
                  <a:spcPct val="102099"/>
                </a:lnSpc>
                <a:spcBef>
                  <a:spcPts val="5"/>
                </a:spcBef>
              </a:pP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sndpkt</a:t>
              </a:r>
              <a:r>
                <a:rPr sz="1088" spc="1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=</a:t>
              </a:r>
              <a:r>
                <a:rPr sz="1088" spc="23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make_pkt(expectedseqnum,ACK,chksum) udt_send(sndpkt)</a:t>
              </a:r>
              <a:endParaRPr sz="1088">
                <a:latin typeface="Arial"/>
                <a:cs typeface="Arial"/>
              </a:endParaRPr>
            </a:p>
            <a:p>
              <a:pPr marL="31670">
                <a:spcBef>
                  <a:spcPts val="27"/>
                </a:spcBef>
              </a:pPr>
              <a:r>
                <a:rPr sz="1088" spc="-9" dirty="0">
                  <a:solidFill>
                    <a:srgbClr val="FF0000"/>
                  </a:solidFill>
                  <a:latin typeface="Arial"/>
                  <a:cs typeface="Arial"/>
                </a:rPr>
                <a:t>expectedseqnum++</a:t>
              </a:r>
              <a:endParaRPr sz="1088">
                <a:latin typeface="Arial"/>
                <a:cs typeface="Arial"/>
              </a:endParaRPr>
            </a:p>
          </p:txBody>
        </p:sp>
        <p:sp>
          <p:nvSpPr>
            <p:cNvPr id="70" name="object 11">
              <a:extLst>
                <a:ext uri="{FF2B5EF4-FFF2-40B4-BE49-F238E27FC236}">
                  <a16:creationId xmlns:a16="http://schemas.microsoft.com/office/drawing/2014/main" id="{4103CCC6-A1DE-E3EF-9ECE-47228520F6FD}"/>
                </a:ext>
              </a:extLst>
            </p:cNvPr>
            <p:cNvSpPr/>
            <p:nvPr/>
          </p:nvSpPr>
          <p:spPr>
            <a:xfrm>
              <a:off x="5354112" y="2032179"/>
              <a:ext cx="376010" cy="213053"/>
            </a:xfrm>
            <a:custGeom>
              <a:avLst/>
              <a:gdLst/>
              <a:ahLst/>
              <a:cxnLst/>
              <a:rect l="l" t="t" r="r" b="b"/>
              <a:pathLst>
                <a:path w="414654" h="234950">
                  <a:moveTo>
                    <a:pt x="364887" y="53339"/>
                  </a:moveTo>
                  <a:lnTo>
                    <a:pt x="364125" y="52577"/>
                  </a:lnTo>
                  <a:lnTo>
                    <a:pt x="364125" y="32765"/>
                  </a:lnTo>
                  <a:lnTo>
                    <a:pt x="354219" y="27431"/>
                  </a:lnTo>
                  <a:lnTo>
                    <a:pt x="353457" y="27431"/>
                  </a:lnTo>
                  <a:lnTo>
                    <a:pt x="342789" y="22859"/>
                  </a:lnTo>
                  <a:lnTo>
                    <a:pt x="342027" y="22859"/>
                  </a:lnTo>
                  <a:lnTo>
                    <a:pt x="319167" y="14477"/>
                  </a:lnTo>
                  <a:lnTo>
                    <a:pt x="318405" y="14477"/>
                  </a:lnTo>
                  <a:lnTo>
                    <a:pt x="293259" y="8381"/>
                  </a:lnTo>
                  <a:lnTo>
                    <a:pt x="292497" y="8381"/>
                  </a:lnTo>
                  <a:lnTo>
                    <a:pt x="265827" y="3809"/>
                  </a:lnTo>
                  <a:lnTo>
                    <a:pt x="265065" y="3809"/>
                  </a:lnTo>
                  <a:lnTo>
                    <a:pt x="237633" y="761"/>
                  </a:lnTo>
                  <a:lnTo>
                    <a:pt x="233823" y="681"/>
                  </a:lnTo>
                  <a:lnTo>
                    <a:pt x="207915" y="0"/>
                  </a:lnTo>
                  <a:lnTo>
                    <a:pt x="146777" y="3508"/>
                  </a:lnTo>
                  <a:lnTo>
                    <a:pt x="81172" y="18244"/>
                  </a:lnTo>
                  <a:lnTo>
                    <a:pt x="51705" y="31241"/>
                  </a:lnTo>
                  <a:lnTo>
                    <a:pt x="50943" y="31241"/>
                  </a:lnTo>
                  <a:lnTo>
                    <a:pt x="41799" y="36575"/>
                  </a:lnTo>
                  <a:lnTo>
                    <a:pt x="41037" y="37337"/>
                  </a:lnTo>
                  <a:lnTo>
                    <a:pt x="15466" y="58995"/>
                  </a:lnTo>
                  <a:lnTo>
                    <a:pt x="1584" y="84743"/>
                  </a:lnTo>
                  <a:lnTo>
                    <a:pt x="0" y="113840"/>
                  </a:lnTo>
                  <a:lnTo>
                    <a:pt x="11319" y="145541"/>
                  </a:lnTo>
                  <a:lnTo>
                    <a:pt x="12081" y="146303"/>
                  </a:lnTo>
                  <a:lnTo>
                    <a:pt x="15891" y="153447"/>
                  </a:lnTo>
                  <a:lnTo>
                    <a:pt x="15891" y="102869"/>
                  </a:lnTo>
                  <a:lnTo>
                    <a:pt x="16514" y="96011"/>
                  </a:lnTo>
                  <a:lnTo>
                    <a:pt x="18168" y="86916"/>
                  </a:lnTo>
                  <a:lnTo>
                    <a:pt x="18168" y="88414"/>
                  </a:lnTo>
                  <a:lnTo>
                    <a:pt x="20463" y="82676"/>
                  </a:lnTo>
                  <a:lnTo>
                    <a:pt x="20463" y="81533"/>
                  </a:lnTo>
                  <a:lnTo>
                    <a:pt x="24273" y="75183"/>
                  </a:lnTo>
                  <a:lnTo>
                    <a:pt x="24273" y="74675"/>
                  </a:lnTo>
                  <a:lnTo>
                    <a:pt x="30369" y="67817"/>
                  </a:lnTo>
                  <a:lnTo>
                    <a:pt x="32655" y="65150"/>
                  </a:lnTo>
                  <a:lnTo>
                    <a:pt x="35703" y="61721"/>
                  </a:lnTo>
                  <a:lnTo>
                    <a:pt x="35703" y="62483"/>
                  </a:lnTo>
                  <a:lnTo>
                    <a:pt x="42561" y="56387"/>
                  </a:lnTo>
                  <a:lnTo>
                    <a:pt x="50181" y="51538"/>
                  </a:lnTo>
                  <a:lnTo>
                    <a:pt x="50181" y="51053"/>
                  </a:lnTo>
                  <a:lnTo>
                    <a:pt x="59325" y="45719"/>
                  </a:lnTo>
                  <a:lnTo>
                    <a:pt x="59325" y="46115"/>
                  </a:lnTo>
                  <a:lnTo>
                    <a:pt x="79137" y="36575"/>
                  </a:lnTo>
                  <a:lnTo>
                    <a:pt x="79137" y="37092"/>
                  </a:lnTo>
                  <a:lnTo>
                    <a:pt x="101235" y="29963"/>
                  </a:lnTo>
                  <a:lnTo>
                    <a:pt x="101235" y="29717"/>
                  </a:lnTo>
                  <a:lnTo>
                    <a:pt x="125619" y="23806"/>
                  </a:lnTo>
                  <a:lnTo>
                    <a:pt x="125619" y="23621"/>
                  </a:lnTo>
                  <a:lnTo>
                    <a:pt x="152303" y="19915"/>
                  </a:lnTo>
                  <a:lnTo>
                    <a:pt x="153042" y="19730"/>
                  </a:lnTo>
                  <a:lnTo>
                    <a:pt x="178959" y="16928"/>
                  </a:lnTo>
                  <a:lnTo>
                    <a:pt x="179730" y="16845"/>
                  </a:lnTo>
                  <a:lnTo>
                    <a:pt x="180737" y="16736"/>
                  </a:lnTo>
                  <a:lnTo>
                    <a:pt x="207915" y="16001"/>
                  </a:lnTo>
                  <a:lnTo>
                    <a:pt x="233823" y="17402"/>
                  </a:lnTo>
                  <a:lnTo>
                    <a:pt x="235349" y="17526"/>
                  </a:lnTo>
                  <a:lnTo>
                    <a:pt x="236871" y="17610"/>
                  </a:lnTo>
                  <a:lnTo>
                    <a:pt x="262071" y="19690"/>
                  </a:lnTo>
                  <a:lnTo>
                    <a:pt x="263137" y="19811"/>
                  </a:lnTo>
                  <a:lnTo>
                    <a:pt x="289449" y="24383"/>
                  </a:lnTo>
                  <a:lnTo>
                    <a:pt x="314595" y="30479"/>
                  </a:lnTo>
                  <a:lnTo>
                    <a:pt x="314595" y="30733"/>
                  </a:lnTo>
                  <a:lnTo>
                    <a:pt x="336693" y="38099"/>
                  </a:lnTo>
                  <a:lnTo>
                    <a:pt x="336693" y="38426"/>
                  </a:lnTo>
                  <a:lnTo>
                    <a:pt x="346599" y="42671"/>
                  </a:lnTo>
                  <a:lnTo>
                    <a:pt x="355743" y="47595"/>
                  </a:lnTo>
                  <a:lnTo>
                    <a:pt x="355743" y="47243"/>
                  </a:lnTo>
                  <a:lnTo>
                    <a:pt x="364887" y="53339"/>
                  </a:lnTo>
                  <a:close/>
                </a:path>
                <a:path w="414654" h="234950">
                  <a:moveTo>
                    <a:pt x="16514" y="154616"/>
                  </a:moveTo>
                  <a:lnTo>
                    <a:pt x="16514" y="109589"/>
                  </a:lnTo>
                  <a:lnTo>
                    <a:pt x="15891" y="102107"/>
                  </a:lnTo>
                  <a:lnTo>
                    <a:pt x="15891" y="153447"/>
                  </a:lnTo>
                  <a:lnTo>
                    <a:pt x="16514" y="154616"/>
                  </a:lnTo>
                  <a:close/>
                </a:path>
                <a:path w="414654" h="234950">
                  <a:moveTo>
                    <a:pt x="18168" y="157717"/>
                  </a:moveTo>
                  <a:lnTo>
                    <a:pt x="18168" y="119576"/>
                  </a:lnTo>
                  <a:lnTo>
                    <a:pt x="16376" y="107926"/>
                  </a:lnTo>
                  <a:lnTo>
                    <a:pt x="16514" y="109589"/>
                  </a:lnTo>
                  <a:lnTo>
                    <a:pt x="16514" y="154616"/>
                  </a:lnTo>
                  <a:lnTo>
                    <a:pt x="18168" y="157717"/>
                  </a:lnTo>
                  <a:close/>
                </a:path>
                <a:path w="414654" h="234950">
                  <a:moveTo>
                    <a:pt x="21987" y="128777"/>
                  </a:moveTo>
                  <a:lnTo>
                    <a:pt x="17981" y="118363"/>
                  </a:lnTo>
                  <a:lnTo>
                    <a:pt x="18168" y="119576"/>
                  </a:lnTo>
                  <a:lnTo>
                    <a:pt x="18168" y="157733"/>
                  </a:lnTo>
                  <a:lnTo>
                    <a:pt x="18939" y="157733"/>
                  </a:lnTo>
                  <a:lnTo>
                    <a:pt x="21225" y="160851"/>
                  </a:lnTo>
                  <a:lnTo>
                    <a:pt x="21225" y="128015"/>
                  </a:lnTo>
                  <a:lnTo>
                    <a:pt x="21987" y="128777"/>
                  </a:lnTo>
                  <a:close/>
                </a:path>
                <a:path w="414654" h="234950">
                  <a:moveTo>
                    <a:pt x="21225" y="80771"/>
                  </a:moveTo>
                  <a:lnTo>
                    <a:pt x="20463" y="81533"/>
                  </a:lnTo>
                  <a:lnTo>
                    <a:pt x="20463" y="82676"/>
                  </a:lnTo>
                  <a:lnTo>
                    <a:pt x="21225" y="80771"/>
                  </a:lnTo>
                  <a:close/>
                </a:path>
                <a:path w="414654" h="234950">
                  <a:moveTo>
                    <a:pt x="26559" y="138683"/>
                  </a:moveTo>
                  <a:lnTo>
                    <a:pt x="21225" y="128015"/>
                  </a:lnTo>
                  <a:lnTo>
                    <a:pt x="21225" y="160851"/>
                  </a:lnTo>
                  <a:lnTo>
                    <a:pt x="25797" y="167085"/>
                  </a:lnTo>
                  <a:lnTo>
                    <a:pt x="25797" y="137921"/>
                  </a:lnTo>
                  <a:lnTo>
                    <a:pt x="26559" y="138683"/>
                  </a:lnTo>
                  <a:close/>
                </a:path>
                <a:path w="414654" h="234950">
                  <a:moveTo>
                    <a:pt x="25041" y="73903"/>
                  </a:moveTo>
                  <a:lnTo>
                    <a:pt x="24273" y="74675"/>
                  </a:lnTo>
                  <a:lnTo>
                    <a:pt x="24273" y="75183"/>
                  </a:lnTo>
                  <a:lnTo>
                    <a:pt x="25041" y="73903"/>
                  </a:lnTo>
                  <a:close/>
                </a:path>
                <a:path w="414654" h="234950">
                  <a:moveTo>
                    <a:pt x="41037" y="159257"/>
                  </a:moveTo>
                  <a:lnTo>
                    <a:pt x="32655" y="147827"/>
                  </a:lnTo>
                  <a:lnTo>
                    <a:pt x="32655" y="148589"/>
                  </a:lnTo>
                  <a:lnTo>
                    <a:pt x="25797" y="137921"/>
                  </a:lnTo>
                  <a:lnTo>
                    <a:pt x="25797" y="167085"/>
                  </a:lnTo>
                  <a:lnTo>
                    <a:pt x="27321" y="169163"/>
                  </a:lnTo>
                  <a:lnTo>
                    <a:pt x="27321" y="169925"/>
                  </a:lnTo>
                  <a:lnTo>
                    <a:pt x="37989" y="182117"/>
                  </a:lnTo>
                  <a:lnTo>
                    <a:pt x="40275" y="184403"/>
                  </a:lnTo>
                  <a:lnTo>
                    <a:pt x="40275" y="159257"/>
                  </a:lnTo>
                  <a:lnTo>
                    <a:pt x="41037" y="159257"/>
                  </a:lnTo>
                  <a:close/>
                </a:path>
                <a:path w="414654" h="234950">
                  <a:moveTo>
                    <a:pt x="62373" y="182879"/>
                  </a:moveTo>
                  <a:lnTo>
                    <a:pt x="50181" y="170687"/>
                  </a:lnTo>
                  <a:lnTo>
                    <a:pt x="40275" y="159257"/>
                  </a:lnTo>
                  <a:lnTo>
                    <a:pt x="40275" y="184403"/>
                  </a:lnTo>
                  <a:lnTo>
                    <a:pt x="50181" y="194309"/>
                  </a:lnTo>
                  <a:lnTo>
                    <a:pt x="50181" y="195071"/>
                  </a:lnTo>
                  <a:lnTo>
                    <a:pt x="61611" y="205231"/>
                  </a:lnTo>
                  <a:lnTo>
                    <a:pt x="61611" y="182879"/>
                  </a:lnTo>
                  <a:lnTo>
                    <a:pt x="62373" y="182879"/>
                  </a:lnTo>
                  <a:close/>
                </a:path>
                <a:path w="414654" h="234950">
                  <a:moveTo>
                    <a:pt x="50943" y="51053"/>
                  </a:moveTo>
                  <a:lnTo>
                    <a:pt x="50181" y="51053"/>
                  </a:lnTo>
                  <a:lnTo>
                    <a:pt x="50181" y="51538"/>
                  </a:lnTo>
                  <a:lnTo>
                    <a:pt x="50943" y="51053"/>
                  </a:lnTo>
                  <a:close/>
                </a:path>
                <a:path w="414654" h="234950">
                  <a:moveTo>
                    <a:pt x="59325" y="46115"/>
                  </a:moveTo>
                  <a:lnTo>
                    <a:pt x="59325" y="45719"/>
                  </a:lnTo>
                  <a:lnTo>
                    <a:pt x="58563" y="46481"/>
                  </a:lnTo>
                  <a:lnTo>
                    <a:pt x="59325" y="46115"/>
                  </a:lnTo>
                  <a:close/>
                </a:path>
                <a:path w="414654" h="234950">
                  <a:moveTo>
                    <a:pt x="91329" y="208025"/>
                  </a:moveTo>
                  <a:lnTo>
                    <a:pt x="75327" y="195071"/>
                  </a:lnTo>
                  <a:lnTo>
                    <a:pt x="61611" y="182879"/>
                  </a:lnTo>
                  <a:lnTo>
                    <a:pt x="61611" y="205231"/>
                  </a:lnTo>
                  <a:lnTo>
                    <a:pt x="63897" y="207263"/>
                  </a:lnTo>
                  <a:lnTo>
                    <a:pt x="64659" y="208025"/>
                  </a:lnTo>
                  <a:lnTo>
                    <a:pt x="80661" y="220979"/>
                  </a:lnTo>
                  <a:lnTo>
                    <a:pt x="90567" y="228732"/>
                  </a:lnTo>
                  <a:lnTo>
                    <a:pt x="90567" y="208025"/>
                  </a:lnTo>
                  <a:lnTo>
                    <a:pt x="91329" y="208025"/>
                  </a:lnTo>
                  <a:close/>
                </a:path>
                <a:path w="414654" h="234950">
                  <a:moveTo>
                    <a:pt x="79137" y="37092"/>
                  </a:moveTo>
                  <a:lnTo>
                    <a:pt x="79137" y="36575"/>
                  </a:lnTo>
                  <a:lnTo>
                    <a:pt x="78375" y="37337"/>
                  </a:lnTo>
                  <a:lnTo>
                    <a:pt x="79137" y="37092"/>
                  </a:lnTo>
                  <a:close/>
                </a:path>
                <a:path w="414654" h="234950">
                  <a:moveTo>
                    <a:pt x="108855" y="221741"/>
                  </a:moveTo>
                  <a:lnTo>
                    <a:pt x="90567" y="208025"/>
                  </a:lnTo>
                  <a:lnTo>
                    <a:pt x="90567" y="228732"/>
                  </a:lnTo>
                  <a:lnTo>
                    <a:pt x="98187" y="234695"/>
                  </a:lnTo>
                  <a:lnTo>
                    <a:pt x="108855" y="221741"/>
                  </a:lnTo>
                  <a:close/>
                </a:path>
                <a:path w="414654" h="234950">
                  <a:moveTo>
                    <a:pt x="101997" y="29717"/>
                  </a:moveTo>
                  <a:lnTo>
                    <a:pt x="101235" y="29717"/>
                  </a:lnTo>
                  <a:lnTo>
                    <a:pt x="101235" y="29963"/>
                  </a:lnTo>
                  <a:lnTo>
                    <a:pt x="101997" y="29717"/>
                  </a:lnTo>
                  <a:close/>
                </a:path>
                <a:path w="414654" h="234950">
                  <a:moveTo>
                    <a:pt x="126391" y="23619"/>
                  </a:moveTo>
                  <a:lnTo>
                    <a:pt x="125619" y="23621"/>
                  </a:lnTo>
                  <a:lnTo>
                    <a:pt x="125619" y="23806"/>
                  </a:lnTo>
                  <a:lnTo>
                    <a:pt x="126391" y="23619"/>
                  </a:lnTo>
                  <a:close/>
                </a:path>
                <a:path w="414654" h="234950">
                  <a:moveTo>
                    <a:pt x="351852" y="184830"/>
                  </a:moveTo>
                  <a:lnTo>
                    <a:pt x="335931" y="166115"/>
                  </a:lnTo>
                  <a:lnTo>
                    <a:pt x="306975" y="234695"/>
                  </a:lnTo>
                  <a:lnTo>
                    <a:pt x="343551" y="225840"/>
                  </a:lnTo>
                  <a:lnTo>
                    <a:pt x="343551" y="192785"/>
                  </a:lnTo>
                  <a:lnTo>
                    <a:pt x="351852" y="184830"/>
                  </a:lnTo>
                  <a:close/>
                </a:path>
                <a:path w="414654" h="234950">
                  <a:moveTo>
                    <a:pt x="314595" y="30733"/>
                  </a:moveTo>
                  <a:lnTo>
                    <a:pt x="314595" y="30479"/>
                  </a:lnTo>
                  <a:lnTo>
                    <a:pt x="313833" y="30479"/>
                  </a:lnTo>
                  <a:lnTo>
                    <a:pt x="314595" y="30733"/>
                  </a:lnTo>
                  <a:close/>
                </a:path>
                <a:path w="414654" h="234950">
                  <a:moveTo>
                    <a:pt x="336693" y="38426"/>
                  </a:moveTo>
                  <a:lnTo>
                    <a:pt x="336693" y="38099"/>
                  </a:lnTo>
                  <a:lnTo>
                    <a:pt x="335931" y="38099"/>
                  </a:lnTo>
                  <a:lnTo>
                    <a:pt x="336693" y="38426"/>
                  </a:lnTo>
                  <a:close/>
                </a:path>
                <a:path w="414654" h="234950">
                  <a:moveTo>
                    <a:pt x="362699" y="197580"/>
                  </a:moveTo>
                  <a:lnTo>
                    <a:pt x="351852" y="184830"/>
                  </a:lnTo>
                  <a:lnTo>
                    <a:pt x="343551" y="192785"/>
                  </a:lnTo>
                  <a:lnTo>
                    <a:pt x="354981" y="204977"/>
                  </a:lnTo>
                  <a:lnTo>
                    <a:pt x="362699" y="197580"/>
                  </a:lnTo>
                  <a:close/>
                </a:path>
                <a:path w="414654" h="234950">
                  <a:moveTo>
                    <a:pt x="379365" y="217169"/>
                  </a:moveTo>
                  <a:lnTo>
                    <a:pt x="362699" y="197580"/>
                  </a:lnTo>
                  <a:lnTo>
                    <a:pt x="354981" y="204977"/>
                  </a:lnTo>
                  <a:lnTo>
                    <a:pt x="343551" y="192785"/>
                  </a:lnTo>
                  <a:lnTo>
                    <a:pt x="343551" y="225840"/>
                  </a:lnTo>
                  <a:lnTo>
                    <a:pt x="378603" y="217354"/>
                  </a:lnTo>
                  <a:lnTo>
                    <a:pt x="378941" y="217272"/>
                  </a:lnTo>
                  <a:lnTo>
                    <a:pt x="379365" y="217169"/>
                  </a:lnTo>
                  <a:close/>
                </a:path>
                <a:path w="414654" h="234950">
                  <a:moveTo>
                    <a:pt x="380127" y="179896"/>
                  </a:moveTo>
                  <a:lnTo>
                    <a:pt x="380127" y="153161"/>
                  </a:lnTo>
                  <a:lnTo>
                    <a:pt x="371652" y="163755"/>
                  </a:lnTo>
                  <a:lnTo>
                    <a:pt x="371037" y="164639"/>
                  </a:lnTo>
                  <a:lnTo>
                    <a:pt x="362699" y="174165"/>
                  </a:lnTo>
                  <a:lnTo>
                    <a:pt x="361839" y="175259"/>
                  </a:lnTo>
                  <a:lnTo>
                    <a:pt x="361234" y="175864"/>
                  </a:lnTo>
                  <a:lnTo>
                    <a:pt x="361077" y="175990"/>
                  </a:lnTo>
                  <a:lnTo>
                    <a:pt x="351852" y="184830"/>
                  </a:lnTo>
                  <a:lnTo>
                    <a:pt x="362699" y="197580"/>
                  </a:lnTo>
                  <a:lnTo>
                    <a:pt x="373269" y="187451"/>
                  </a:lnTo>
                  <a:lnTo>
                    <a:pt x="374031" y="187451"/>
                  </a:lnTo>
                  <a:lnTo>
                    <a:pt x="380127" y="179896"/>
                  </a:lnTo>
                  <a:close/>
                </a:path>
                <a:path w="414654" h="234950">
                  <a:moveTo>
                    <a:pt x="356505" y="48005"/>
                  </a:moveTo>
                  <a:lnTo>
                    <a:pt x="355743" y="47243"/>
                  </a:lnTo>
                  <a:lnTo>
                    <a:pt x="355743" y="47595"/>
                  </a:lnTo>
                  <a:lnTo>
                    <a:pt x="356505" y="48005"/>
                  </a:lnTo>
                  <a:close/>
                </a:path>
                <a:path w="414654" h="234950">
                  <a:moveTo>
                    <a:pt x="414417" y="106679"/>
                  </a:moveTo>
                  <a:lnTo>
                    <a:pt x="414417" y="105155"/>
                  </a:lnTo>
                  <a:lnTo>
                    <a:pt x="413655" y="96773"/>
                  </a:lnTo>
                  <a:lnTo>
                    <a:pt x="409549" y="79642"/>
                  </a:lnTo>
                  <a:lnTo>
                    <a:pt x="400377" y="63731"/>
                  </a:lnTo>
                  <a:lnTo>
                    <a:pt x="387937" y="49864"/>
                  </a:lnTo>
                  <a:lnTo>
                    <a:pt x="374031" y="38861"/>
                  </a:lnTo>
                  <a:lnTo>
                    <a:pt x="373269" y="38861"/>
                  </a:lnTo>
                  <a:lnTo>
                    <a:pt x="364125" y="33527"/>
                  </a:lnTo>
                  <a:lnTo>
                    <a:pt x="364125" y="52577"/>
                  </a:lnTo>
                  <a:lnTo>
                    <a:pt x="371652" y="58052"/>
                  </a:lnTo>
                  <a:lnTo>
                    <a:pt x="371652" y="57828"/>
                  </a:lnTo>
                  <a:lnTo>
                    <a:pt x="378603" y="64084"/>
                  </a:lnTo>
                  <a:lnTo>
                    <a:pt x="378941" y="64346"/>
                  </a:lnTo>
                  <a:lnTo>
                    <a:pt x="379365" y="64769"/>
                  </a:lnTo>
                  <a:lnTo>
                    <a:pt x="380127" y="65722"/>
                  </a:lnTo>
                  <a:lnTo>
                    <a:pt x="384699" y="70865"/>
                  </a:lnTo>
                  <a:lnTo>
                    <a:pt x="384699" y="70103"/>
                  </a:lnTo>
                  <a:lnTo>
                    <a:pt x="390033" y="76961"/>
                  </a:lnTo>
                  <a:lnTo>
                    <a:pt x="390033" y="77723"/>
                  </a:lnTo>
                  <a:lnTo>
                    <a:pt x="393081" y="83819"/>
                  </a:lnTo>
                  <a:lnTo>
                    <a:pt x="393081" y="83057"/>
                  </a:lnTo>
                  <a:lnTo>
                    <a:pt x="396129" y="91439"/>
                  </a:lnTo>
                  <a:lnTo>
                    <a:pt x="396129" y="94106"/>
                  </a:lnTo>
                  <a:lnTo>
                    <a:pt x="396891" y="98297"/>
                  </a:lnTo>
                  <a:lnTo>
                    <a:pt x="396891" y="97535"/>
                  </a:lnTo>
                  <a:lnTo>
                    <a:pt x="397589" y="105917"/>
                  </a:lnTo>
                  <a:lnTo>
                    <a:pt x="397589" y="155383"/>
                  </a:lnTo>
                  <a:lnTo>
                    <a:pt x="401010" y="150071"/>
                  </a:lnTo>
                  <a:lnTo>
                    <a:pt x="410201" y="129028"/>
                  </a:lnTo>
                  <a:lnTo>
                    <a:pt x="414417" y="106679"/>
                  </a:lnTo>
                  <a:close/>
                </a:path>
                <a:path w="414654" h="234950">
                  <a:moveTo>
                    <a:pt x="372545" y="58701"/>
                  </a:moveTo>
                  <a:lnTo>
                    <a:pt x="371652" y="57828"/>
                  </a:lnTo>
                  <a:lnTo>
                    <a:pt x="371652" y="58052"/>
                  </a:lnTo>
                  <a:lnTo>
                    <a:pt x="372545" y="58701"/>
                  </a:lnTo>
                  <a:close/>
                </a:path>
                <a:path w="414654" h="234950">
                  <a:moveTo>
                    <a:pt x="391557" y="164749"/>
                  </a:moveTo>
                  <a:lnTo>
                    <a:pt x="391557" y="131825"/>
                  </a:lnTo>
                  <a:lnTo>
                    <a:pt x="386223" y="143255"/>
                  </a:lnTo>
                  <a:lnTo>
                    <a:pt x="386223" y="142493"/>
                  </a:lnTo>
                  <a:lnTo>
                    <a:pt x="379365" y="153161"/>
                  </a:lnTo>
                  <a:lnTo>
                    <a:pt x="380127" y="153161"/>
                  </a:lnTo>
                  <a:lnTo>
                    <a:pt x="380127" y="179896"/>
                  </a:lnTo>
                  <a:lnTo>
                    <a:pt x="388426" y="169611"/>
                  </a:lnTo>
                  <a:lnTo>
                    <a:pt x="391557" y="164749"/>
                  </a:lnTo>
                  <a:close/>
                </a:path>
                <a:path w="414654" h="234950">
                  <a:moveTo>
                    <a:pt x="390033" y="77723"/>
                  </a:moveTo>
                  <a:lnTo>
                    <a:pt x="390033" y="76961"/>
                  </a:lnTo>
                  <a:lnTo>
                    <a:pt x="389550" y="76479"/>
                  </a:lnTo>
                  <a:lnTo>
                    <a:pt x="389376" y="76117"/>
                  </a:lnTo>
                  <a:lnTo>
                    <a:pt x="388966" y="75590"/>
                  </a:lnTo>
                  <a:lnTo>
                    <a:pt x="390033" y="77723"/>
                  </a:lnTo>
                  <a:close/>
                </a:path>
                <a:path w="414654" h="234950">
                  <a:moveTo>
                    <a:pt x="397589" y="155383"/>
                  </a:moveTo>
                  <a:lnTo>
                    <a:pt x="397589" y="105917"/>
                  </a:lnTo>
                  <a:lnTo>
                    <a:pt x="396891" y="114299"/>
                  </a:lnTo>
                  <a:lnTo>
                    <a:pt x="396891" y="113537"/>
                  </a:lnTo>
                  <a:lnTo>
                    <a:pt x="394605" y="123443"/>
                  </a:lnTo>
                  <a:lnTo>
                    <a:pt x="394605" y="122681"/>
                  </a:lnTo>
                  <a:lnTo>
                    <a:pt x="390795" y="132587"/>
                  </a:lnTo>
                  <a:lnTo>
                    <a:pt x="391557" y="131825"/>
                  </a:lnTo>
                  <a:lnTo>
                    <a:pt x="391557" y="164749"/>
                  </a:lnTo>
                  <a:lnTo>
                    <a:pt x="397589" y="155383"/>
                  </a:lnTo>
                  <a:close/>
                </a:path>
                <a:path w="414654" h="234950">
                  <a:moveTo>
                    <a:pt x="396129" y="94106"/>
                  </a:moveTo>
                  <a:lnTo>
                    <a:pt x="396129" y="91439"/>
                  </a:lnTo>
                  <a:lnTo>
                    <a:pt x="395367" y="89915"/>
                  </a:lnTo>
                  <a:lnTo>
                    <a:pt x="396129" y="94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1" name="object 12">
              <a:extLst>
                <a:ext uri="{FF2B5EF4-FFF2-40B4-BE49-F238E27FC236}">
                  <a16:creationId xmlns:a16="http://schemas.microsoft.com/office/drawing/2014/main" id="{19CEC2AF-9EF1-4927-4C6F-065653EF377B}"/>
                </a:ext>
              </a:extLst>
            </p:cNvPr>
            <p:cNvSpPr txBox="1"/>
            <p:nvPr/>
          </p:nvSpPr>
          <p:spPr>
            <a:xfrm>
              <a:off x="3458869" y="2833946"/>
              <a:ext cx="2659130" cy="182535"/>
            </a:xfrm>
            <a:prstGeom prst="rect">
              <a:avLst/>
            </a:prstGeom>
          </p:spPr>
          <p:txBody>
            <a:bodyPr vert="horz" wrap="square" lIns="0" tIns="14971" rIns="0" bIns="0" rtlCol="0">
              <a:spAutoFit/>
            </a:bodyPr>
            <a:lstStyle/>
            <a:p>
              <a:pPr marL="11516">
                <a:spcBef>
                  <a:spcPts val="118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make_pkt(expectedseqnum,ACK,chksum)</a:t>
              </a:r>
              <a:endParaRPr sz="1088" dirty="0">
                <a:latin typeface="Arial"/>
                <a:cs typeface="Arial"/>
              </a:endParaRPr>
            </a:p>
          </p:txBody>
        </p:sp>
        <p:sp>
          <p:nvSpPr>
            <p:cNvPr id="72" name="object 13">
              <a:extLst>
                <a:ext uri="{FF2B5EF4-FFF2-40B4-BE49-F238E27FC236}">
                  <a16:creationId xmlns:a16="http://schemas.microsoft.com/office/drawing/2014/main" id="{277A0125-F19F-8AD1-4691-A8AE26E6E012}"/>
                </a:ext>
              </a:extLst>
            </p:cNvPr>
            <p:cNvSpPr txBox="1"/>
            <p:nvPr/>
          </p:nvSpPr>
          <p:spPr>
            <a:xfrm>
              <a:off x="3380105" y="2164218"/>
              <a:ext cx="1259315" cy="675633"/>
            </a:xfrm>
            <a:prstGeom prst="rect">
              <a:avLst/>
            </a:prstGeom>
          </p:spPr>
          <p:txBody>
            <a:bodyPr vert="horz" wrap="square" lIns="0" tIns="84645" rIns="0" bIns="0" rtlCol="0">
              <a:spAutoFit/>
            </a:bodyPr>
            <a:lstStyle/>
            <a:p>
              <a:pPr marL="11516">
                <a:spcBef>
                  <a:spcPts val="666"/>
                </a:spcBef>
                <a:tabLst>
                  <a:tab pos="995589" algn="l"/>
                </a:tabLst>
              </a:pPr>
              <a:r>
                <a:rPr sz="1270" u="heavy" spc="-82" dirty="0">
                  <a:solidFill>
                    <a:srgbClr val="163794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 </a:t>
              </a:r>
              <a:r>
                <a:rPr sz="1270" u="heavy" spc="-54" dirty="0">
                  <a:solidFill>
                    <a:srgbClr val="163794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Λ</a:t>
              </a:r>
              <a:r>
                <a:rPr sz="1270" u="heavy" dirty="0">
                  <a:solidFill>
                    <a:srgbClr val="163794"/>
                  </a:solidFill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	</a:t>
              </a:r>
              <a:endParaRPr sz="1270">
                <a:latin typeface="Arial"/>
                <a:cs typeface="Arial"/>
              </a:endParaRPr>
            </a:p>
            <a:p>
              <a:pPr marL="12092" marR="4607">
                <a:lnSpc>
                  <a:spcPct val="102099"/>
                </a:lnSpc>
                <a:spcBef>
                  <a:spcPts val="503"/>
                </a:spcBef>
              </a:pPr>
              <a:r>
                <a:rPr sz="1088" spc="-9" dirty="0">
                  <a:solidFill>
                    <a:srgbClr val="163794"/>
                  </a:solidFill>
                  <a:latin typeface="Arial"/>
                  <a:cs typeface="Arial"/>
                </a:rPr>
                <a:t>expectedseqnum=1 </a:t>
              </a:r>
              <a:r>
                <a:rPr sz="1088" dirty="0">
                  <a:solidFill>
                    <a:srgbClr val="163794"/>
                  </a:solidFill>
                  <a:latin typeface="Arial"/>
                  <a:cs typeface="Arial"/>
                </a:rPr>
                <a:t>sndpkt</a:t>
              </a:r>
              <a:r>
                <a:rPr sz="1088" spc="54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088" spc="-45" dirty="0">
                  <a:solidFill>
                    <a:srgbClr val="163794"/>
                  </a:solidFill>
                  <a:latin typeface="Arial"/>
                  <a:cs typeface="Arial"/>
                </a:rPr>
                <a:t>=</a:t>
              </a:r>
              <a:endParaRPr sz="1088">
                <a:latin typeface="Arial"/>
                <a:cs typeface="Arial"/>
              </a:endParaRPr>
            </a:p>
          </p:txBody>
        </p:sp>
      </p:grp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704D112B-6E87-B7AC-159B-821F64E58838}"/>
              </a:ext>
            </a:extLst>
          </p:cNvPr>
          <p:cNvCxnSpPr>
            <a:cxnSpLocks/>
          </p:cNvCxnSpPr>
          <p:nvPr/>
        </p:nvCxnSpPr>
        <p:spPr>
          <a:xfrm>
            <a:off x="5791199" y="186457"/>
            <a:ext cx="0" cy="6542589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>
            <a:extLst>
              <a:ext uri="{FF2B5EF4-FFF2-40B4-BE49-F238E27FC236}">
                <a16:creationId xmlns:a16="http://schemas.microsoft.com/office/drawing/2014/main" id="{44DC725B-C1CF-0E0D-80EB-5F1F3F4D20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0800" y="172684"/>
            <a:ext cx="6767662" cy="651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7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0">
            <a:extLst>
              <a:ext uri="{FF2B5EF4-FFF2-40B4-BE49-F238E27FC236}">
                <a16:creationId xmlns:a16="http://schemas.microsoft.com/office/drawing/2014/main" id="{7B6B63AB-C844-697D-1C64-C96E6CC422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1969708" cy="653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053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379F1441-56CA-9BAC-6EAC-D21B7C07D3F3}"/>
              </a:ext>
            </a:extLst>
          </p:cNvPr>
          <p:cNvGrpSpPr/>
          <p:nvPr/>
        </p:nvGrpSpPr>
        <p:grpSpPr>
          <a:xfrm>
            <a:off x="290292" y="168676"/>
            <a:ext cx="11097477" cy="5939161"/>
            <a:chOff x="1231277" y="1805576"/>
            <a:chExt cx="8063992" cy="4315697"/>
          </a:xfrm>
        </p:grpSpPr>
        <p:sp>
          <p:nvSpPr>
            <p:cNvPr id="5" name="object 10">
              <a:extLst>
                <a:ext uri="{FF2B5EF4-FFF2-40B4-BE49-F238E27FC236}">
                  <a16:creationId xmlns:a16="http://schemas.microsoft.com/office/drawing/2014/main" id="{936B2320-1BEA-FF16-4920-1C63FEBF4023}"/>
                </a:ext>
              </a:extLst>
            </p:cNvPr>
            <p:cNvSpPr txBox="1"/>
            <p:nvPr/>
          </p:nvSpPr>
          <p:spPr>
            <a:xfrm>
              <a:off x="1344302" y="2144287"/>
              <a:ext cx="3187700" cy="3267075"/>
            </a:xfrm>
            <a:prstGeom prst="rect">
              <a:avLst/>
            </a:prstGeom>
          </p:spPr>
          <p:txBody>
            <a:bodyPr vert="horz" wrap="square" lIns="0" tIns="787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620"/>
                </a:spcBef>
              </a:pPr>
              <a:r>
                <a:rPr sz="2100" dirty="0">
                  <a:solidFill>
                    <a:srgbClr val="FF0000"/>
                  </a:solidFill>
                  <a:latin typeface="Arial"/>
                  <a:cs typeface="Arial"/>
                </a:rPr>
                <a:t>data</a:t>
              </a:r>
              <a:r>
                <a:rPr sz="2100" spc="-20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2100" dirty="0">
                  <a:solidFill>
                    <a:srgbClr val="FF0000"/>
                  </a:solidFill>
                  <a:latin typeface="Arial"/>
                  <a:cs typeface="Arial"/>
                </a:rPr>
                <a:t>from</a:t>
              </a:r>
              <a:r>
                <a:rPr sz="2100" spc="-15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2100" dirty="0">
                  <a:solidFill>
                    <a:srgbClr val="FF0000"/>
                  </a:solidFill>
                  <a:latin typeface="Arial"/>
                  <a:cs typeface="Arial"/>
                </a:rPr>
                <a:t>above</a:t>
              </a:r>
              <a:r>
                <a:rPr sz="2100" spc="-15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2100" spc="-50" dirty="0">
                  <a:solidFill>
                    <a:srgbClr val="FF0000"/>
                  </a:solidFill>
                  <a:latin typeface="Arial"/>
                  <a:cs typeface="Arial"/>
                </a:rPr>
                <a:t>:</a:t>
              </a:r>
              <a:endParaRPr sz="2100" dirty="0">
                <a:latin typeface="Arial"/>
                <a:cs typeface="Arial"/>
              </a:endParaRPr>
            </a:p>
            <a:p>
              <a:pPr marL="313055" marR="492125" indent="-300990">
                <a:lnSpc>
                  <a:spcPct val="100000"/>
                </a:lnSpc>
                <a:spcBef>
                  <a:spcPts val="434"/>
                </a:spcBef>
                <a:buClr>
                  <a:srgbClr val="659AFF"/>
                </a:buClr>
                <a:buFont typeface="Wingdings"/>
                <a:buChar char=""/>
                <a:tabLst>
                  <a:tab pos="313055" algn="l"/>
                </a:tabLst>
              </a:pP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if</a:t>
              </a:r>
              <a:r>
                <a:rPr sz="1750" spc="-3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next</a:t>
              </a:r>
              <a:r>
                <a:rPr sz="1750" spc="-2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available</a:t>
              </a:r>
              <a:r>
                <a:rPr sz="1750" spc="-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seq</a:t>
              </a:r>
              <a:r>
                <a:rPr sz="1750" spc="-3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#</a:t>
              </a:r>
              <a:r>
                <a:rPr sz="1750" spc="-25" dirty="0">
                  <a:solidFill>
                    <a:srgbClr val="163794"/>
                  </a:solidFill>
                  <a:latin typeface="Arial"/>
                  <a:cs typeface="Arial"/>
                </a:rPr>
                <a:t> in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window,</a:t>
              </a:r>
              <a:r>
                <a:rPr sz="1750" spc="-8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send</a:t>
              </a:r>
              <a:r>
                <a:rPr sz="1750" spc="-9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spc="-25" dirty="0">
                  <a:solidFill>
                    <a:srgbClr val="163794"/>
                  </a:solidFill>
                  <a:latin typeface="Arial"/>
                  <a:cs typeface="Arial"/>
                </a:rPr>
                <a:t>pkt</a:t>
              </a:r>
              <a:endParaRPr sz="175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505"/>
                </a:spcBef>
              </a:pPr>
              <a:r>
                <a:rPr sz="2100" spc="-10" dirty="0">
                  <a:solidFill>
                    <a:srgbClr val="FF0000"/>
                  </a:solidFill>
                  <a:latin typeface="Arial"/>
                  <a:cs typeface="Arial"/>
                </a:rPr>
                <a:t>timeout(n):</a:t>
              </a:r>
              <a:endParaRPr sz="2100" dirty="0">
                <a:latin typeface="Arial"/>
                <a:cs typeface="Arial"/>
              </a:endParaRPr>
            </a:p>
            <a:p>
              <a:pPr marL="313055" indent="-300355">
                <a:lnSpc>
                  <a:spcPct val="100000"/>
                </a:lnSpc>
                <a:spcBef>
                  <a:spcPts val="430"/>
                </a:spcBef>
                <a:buClr>
                  <a:srgbClr val="659AFF"/>
                </a:buClr>
                <a:buFont typeface="Wingdings"/>
                <a:buChar char=""/>
                <a:tabLst>
                  <a:tab pos="313055" algn="l"/>
                </a:tabLst>
              </a:pP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resend</a:t>
              </a:r>
              <a:r>
                <a:rPr sz="1750" spc="-6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pkt</a:t>
              </a:r>
              <a:r>
                <a:rPr sz="1750" spc="-6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n,</a:t>
              </a:r>
              <a:r>
                <a:rPr sz="1750" spc="-5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restart</a:t>
              </a:r>
              <a:r>
                <a:rPr sz="1750" spc="-6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spc="-10" dirty="0">
                  <a:solidFill>
                    <a:srgbClr val="163794"/>
                  </a:solidFill>
                  <a:latin typeface="Arial"/>
                  <a:cs typeface="Arial"/>
                </a:rPr>
                <a:t>timer</a:t>
              </a:r>
              <a:endParaRPr sz="175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505"/>
                </a:spcBef>
              </a:pPr>
              <a:r>
                <a:rPr sz="2100" dirty="0">
                  <a:solidFill>
                    <a:srgbClr val="FF0000"/>
                  </a:solidFill>
                  <a:latin typeface="Arial"/>
                  <a:cs typeface="Arial"/>
                </a:rPr>
                <a:t>ACK(n)</a:t>
              </a:r>
              <a:r>
                <a:rPr sz="2100" spc="-25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in</a:t>
              </a:r>
              <a:r>
                <a:rPr sz="1750" spc="-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400" spc="-10" dirty="0">
                  <a:solidFill>
                    <a:srgbClr val="163794"/>
                  </a:solidFill>
                  <a:latin typeface="Arial"/>
                  <a:cs typeface="Arial"/>
                </a:rPr>
                <a:t>[sendbase,sendbase+N]:</a:t>
              </a:r>
              <a:endParaRPr sz="1400" dirty="0">
                <a:latin typeface="Arial"/>
                <a:cs typeface="Arial"/>
              </a:endParaRPr>
            </a:p>
            <a:p>
              <a:pPr marL="313055" indent="-300355">
                <a:lnSpc>
                  <a:spcPct val="100000"/>
                </a:lnSpc>
                <a:spcBef>
                  <a:spcPts val="434"/>
                </a:spcBef>
                <a:buClr>
                  <a:srgbClr val="659AFF"/>
                </a:buClr>
                <a:buFont typeface="Wingdings"/>
                <a:buChar char=""/>
                <a:tabLst>
                  <a:tab pos="313055" algn="l"/>
                </a:tabLst>
              </a:pP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mark</a:t>
              </a:r>
              <a:r>
                <a:rPr sz="1750" spc="-3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pkt</a:t>
              </a:r>
              <a:r>
                <a:rPr sz="1750" spc="-3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n</a:t>
              </a:r>
              <a:r>
                <a:rPr sz="1750" spc="-3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as</a:t>
              </a:r>
              <a:r>
                <a:rPr sz="1750" spc="-3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spc="-10" dirty="0">
                  <a:solidFill>
                    <a:srgbClr val="163794"/>
                  </a:solidFill>
                  <a:latin typeface="Arial"/>
                  <a:cs typeface="Arial"/>
                </a:rPr>
                <a:t>received</a:t>
              </a:r>
              <a:endParaRPr sz="1750" dirty="0">
                <a:latin typeface="Arial"/>
                <a:cs typeface="Arial"/>
              </a:endParaRPr>
            </a:p>
            <a:p>
              <a:pPr marL="313055" marR="255904" indent="-300990">
                <a:lnSpc>
                  <a:spcPct val="100000"/>
                </a:lnSpc>
                <a:spcBef>
                  <a:spcPts val="425"/>
                </a:spcBef>
                <a:buClr>
                  <a:srgbClr val="659AFF"/>
                </a:buClr>
                <a:buFont typeface="Wingdings"/>
                <a:buChar char=""/>
                <a:tabLst>
                  <a:tab pos="313055" algn="l"/>
                </a:tabLst>
              </a:pP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if</a:t>
              </a:r>
              <a:r>
                <a:rPr sz="1750" spc="-2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n</a:t>
              </a:r>
              <a:r>
                <a:rPr sz="1750" spc="-2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smallest</a:t>
              </a:r>
              <a:r>
                <a:rPr sz="1750" spc="-1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unACKed</a:t>
              </a:r>
              <a:r>
                <a:rPr sz="1750" spc="-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spc="-20" dirty="0">
                  <a:solidFill>
                    <a:srgbClr val="163794"/>
                  </a:solidFill>
                  <a:latin typeface="Arial"/>
                  <a:cs typeface="Arial"/>
                </a:rPr>
                <a:t>pkt,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advance</a:t>
              </a:r>
              <a:r>
                <a:rPr sz="1750" spc="-5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window</a:t>
              </a:r>
              <a:r>
                <a:rPr sz="1750" spc="-4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base</a:t>
              </a:r>
              <a:r>
                <a:rPr sz="1750" spc="-60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spc="-25" dirty="0">
                  <a:solidFill>
                    <a:srgbClr val="163794"/>
                  </a:solidFill>
                  <a:latin typeface="Arial"/>
                  <a:cs typeface="Arial"/>
                </a:rPr>
                <a:t>to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next</a:t>
              </a:r>
              <a:r>
                <a:rPr sz="1750" spc="-3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unACKed</a:t>
              </a:r>
              <a:r>
                <a:rPr sz="1750" spc="-1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Arial"/>
                  <a:cs typeface="Arial"/>
                </a:rPr>
                <a:t>seq</a:t>
              </a:r>
              <a:r>
                <a:rPr sz="1750" spc="-35" dirty="0">
                  <a:solidFill>
                    <a:srgbClr val="163794"/>
                  </a:solidFill>
                  <a:latin typeface="Arial"/>
                  <a:cs typeface="Arial"/>
                </a:rPr>
                <a:t> </a:t>
              </a:r>
              <a:r>
                <a:rPr sz="1750" spc="-50" dirty="0">
                  <a:solidFill>
                    <a:srgbClr val="163794"/>
                  </a:solidFill>
                  <a:latin typeface="Arial"/>
                  <a:cs typeface="Arial"/>
                </a:rPr>
                <a:t>#</a:t>
              </a:r>
              <a:endParaRPr sz="1750" dirty="0">
                <a:latin typeface="Arial"/>
                <a:cs typeface="Arial"/>
              </a:endParaRPr>
            </a:p>
          </p:txBody>
        </p:sp>
        <p:grpSp>
          <p:nvGrpSpPr>
            <p:cNvPr id="6" name="object 11">
              <a:extLst>
                <a:ext uri="{FF2B5EF4-FFF2-40B4-BE49-F238E27FC236}">
                  <a16:creationId xmlns:a16="http://schemas.microsoft.com/office/drawing/2014/main" id="{0465B111-27AA-F1B0-1985-584F93DD1280}"/>
                </a:ext>
              </a:extLst>
            </p:cNvPr>
            <p:cNvGrpSpPr/>
            <p:nvPr/>
          </p:nvGrpSpPr>
          <p:grpSpPr>
            <a:xfrm>
              <a:off x="1231277" y="1923288"/>
              <a:ext cx="3390900" cy="4197985"/>
              <a:chOff x="1231277" y="1923288"/>
              <a:chExt cx="3390900" cy="4197985"/>
            </a:xfrm>
          </p:grpSpPr>
          <p:sp>
            <p:nvSpPr>
              <p:cNvPr id="7" name="object 12">
                <a:extLst>
                  <a:ext uri="{FF2B5EF4-FFF2-40B4-BE49-F238E27FC236}">
                    <a16:creationId xmlns:a16="http://schemas.microsoft.com/office/drawing/2014/main" id="{CA5845B2-FFFE-FA45-032C-879F20AEFA5D}"/>
                  </a:ext>
                </a:extLst>
              </p:cNvPr>
              <p:cNvSpPr/>
              <p:nvPr/>
            </p:nvSpPr>
            <p:spPr>
              <a:xfrm>
                <a:off x="1231277" y="2052828"/>
                <a:ext cx="3390900" cy="4068445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4068445">
                    <a:moveTo>
                      <a:pt x="3390900" y="4068318"/>
                    </a:moveTo>
                    <a:lnTo>
                      <a:pt x="3390900" y="0"/>
                    </a:lnTo>
                    <a:lnTo>
                      <a:pt x="0" y="0"/>
                    </a:lnTo>
                    <a:lnTo>
                      <a:pt x="0" y="4068318"/>
                    </a:lnTo>
                    <a:lnTo>
                      <a:pt x="12192" y="4068318"/>
                    </a:lnTo>
                    <a:lnTo>
                      <a:pt x="12192" y="25146"/>
                    </a:lnTo>
                    <a:lnTo>
                      <a:pt x="25145" y="12954"/>
                    </a:lnTo>
                    <a:lnTo>
                      <a:pt x="25145" y="25146"/>
                    </a:lnTo>
                    <a:lnTo>
                      <a:pt x="3365754" y="25145"/>
                    </a:lnTo>
                    <a:lnTo>
                      <a:pt x="3365754" y="12953"/>
                    </a:lnTo>
                    <a:lnTo>
                      <a:pt x="3378707" y="25145"/>
                    </a:lnTo>
                    <a:lnTo>
                      <a:pt x="3378708" y="4068318"/>
                    </a:lnTo>
                    <a:lnTo>
                      <a:pt x="3390900" y="4068318"/>
                    </a:lnTo>
                    <a:close/>
                  </a:path>
                  <a:path w="3390900" h="4068445">
                    <a:moveTo>
                      <a:pt x="25145" y="25146"/>
                    </a:moveTo>
                    <a:lnTo>
                      <a:pt x="25145" y="12954"/>
                    </a:lnTo>
                    <a:lnTo>
                      <a:pt x="12192" y="25146"/>
                    </a:lnTo>
                    <a:lnTo>
                      <a:pt x="25145" y="25146"/>
                    </a:lnTo>
                    <a:close/>
                  </a:path>
                  <a:path w="3390900" h="4068445">
                    <a:moveTo>
                      <a:pt x="25145" y="4043172"/>
                    </a:moveTo>
                    <a:lnTo>
                      <a:pt x="25145" y="25146"/>
                    </a:lnTo>
                    <a:lnTo>
                      <a:pt x="12192" y="25146"/>
                    </a:lnTo>
                    <a:lnTo>
                      <a:pt x="12192" y="4043172"/>
                    </a:lnTo>
                    <a:lnTo>
                      <a:pt x="25145" y="4043172"/>
                    </a:lnTo>
                    <a:close/>
                  </a:path>
                  <a:path w="3390900" h="4068445">
                    <a:moveTo>
                      <a:pt x="3378708" y="4043172"/>
                    </a:moveTo>
                    <a:lnTo>
                      <a:pt x="12192" y="4043172"/>
                    </a:lnTo>
                    <a:lnTo>
                      <a:pt x="25145" y="4055363"/>
                    </a:lnTo>
                    <a:lnTo>
                      <a:pt x="25145" y="4068318"/>
                    </a:lnTo>
                    <a:lnTo>
                      <a:pt x="3365754" y="4068318"/>
                    </a:lnTo>
                    <a:lnTo>
                      <a:pt x="3365754" y="4055364"/>
                    </a:lnTo>
                    <a:lnTo>
                      <a:pt x="3378708" y="4043172"/>
                    </a:lnTo>
                    <a:close/>
                  </a:path>
                  <a:path w="3390900" h="4068445">
                    <a:moveTo>
                      <a:pt x="25145" y="4068318"/>
                    </a:moveTo>
                    <a:lnTo>
                      <a:pt x="25145" y="4055363"/>
                    </a:lnTo>
                    <a:lnTo>
                      <a:pt x="12192" y="4043172"/>
                    </a:lnTo>
                    <a:lnTo>
                      <a:pt x="12192" y="4068318"/>
                    </a:lnTo>
                    <a:lnTo>
                      <a:pt x="25145" y="4068318"/>
                    </a:lnTo>
                    <a:close/>
                  </a:path>
                  <a:path w="3390900" h="4068445">
                    <a:moveTo>
                      <a:pt x="3378707" y="25145"/>
                    </a:moveTo>
                    <a:lnTo>
                      <a:pt x="3365754" y="12953"/>
                    </a:lnTo>
                    <a:lnTo>
                      <a:pt x="3365754" y="25145"/>
                    </a:lnTo>
                    <a:lnTo>
                      <a:pt x="3378707" y="25145"/>
                    </a:lnTo>
                    <a:close/>
                  </a:path>
                  <a:path w="3390900" h="4068445">
                    <a:moveTo>
                      <a:pt x="3378708" y="4043172"/>
                    </a:moveTo>
                    <a:lnTo>
                      <a:pt x="3378707" y="25145"/>
                    </a:lnTo>
                    <a:lnTo>
                      <a:pt x="3365754" y="25145"/>
                    </a:lnTo>
                    <a:lnTo>
                      <a:pt x="3365754" y="4043172"/>
                    </a:lnTo>
                    <a:lnTo>
                      <a:pt x="3378708" y="4043172"/>
                    </a:lnTo>
                    <a:close/>
                  </a:path>
                  <a:path w="3390900" h="4068445">
                    <a:moveTo>
                      <a:pt x="3378708" y="4068318"/>
                    </a:moveTo>
                    <a:lnTo>
                      <a:pt x="3378708" y="4043172"/>
                    </a:lnTo>
                    <a:lnTo>
                      <a:pt x="3365754" y="4055364"/>
                    </a:lnTo>
                    <a:lnTo>
                      <a:pt x="3365754" y="4068318"/>
                    </a:lnTo>
                    <a:lnTo>
                      <a:pt x="3378708" y="4068318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13">
                <a:extLst>
                  <a:ext uri="{FF2B5EF4-FFF2-40B4-BE49-F238E27FC236}">
                    <a16:creationId xmlns:a16="http://schemas.microsoft.com/office/drawing/2014/main" id="{BF7459CA-3F52-22A0-0F18-2BAEE323D1D8}"/>
                  </a:ext>
                </a:extLst>
              </p:cNvPr>
              <p:cNvSpPr/>
              <p:nvPr/>
            </p:nvSpPr>
            <p:spPr>
              <a:xfrm>
                <a:off x="1485785" y="1923288"/>
                <a:ext cx="852169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852169" h="250825">
                    <a:moveTo>
                      <a:pt x="851915" y="250698"/>
                    </a:moveTo>
                    <a:lnTo>
                      <a:pt x="851915" y="0"/>
                    </a:lnTo>
                    <a:lnTo>
                      <a:pt x="0" y="0"/>
                    </a:lnTo>
                    <a:lnTo>
                      <a:pt x="0" y="250698"/>
                    </a:lnTo>
                    <a:lnTo>
                      <a:pt x="851915" y="25069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" name="object 14">
              <a:extLst>
                <a:ext uri="{FF2B5EF4-FFF2-40B4-BE49-F238E27FC236}">
                  <a16:creationId xmlns:a16="http://schemas.microsoft.com/office/drawing/2014/main" id="{9F6DA465-8C90-C05B-4763-5E2B041743B6}"/>
                </a:ext>
              </a:extLst>
            </p:cNvPr>
            <p:cNvSpPr txBox="1"/>
            <p:nvPr/>
          </p:nvSpPr>
          <p:spPr>
            <a:xfrm>
              <a:off x="1492891" y="1861058"/>
              <a:ext cx="873125" cy="34671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100" spc="-10" dirty="0">
                  <a:solidFill>
                    <a:srgbClr val="9A0000"/>
                  </a:solidFill>
                  <a:latin typeface="Comic Sans MS"/>
                  <a:cs typeface="Comic Sans MS"/>
                </a:rPr>
                <a:t>sender</a:t>
              </a:r>
              <a:endParaRPr sz="2100">
                <a:latin typeface="Comic Sans MS"/>
                <a:cs typeface="Comic Sans MS"/>
              </a:endParaRPr>
            </a:p>
          </p:txBody>
        </p:sp>
        <p:sp>
          <p:nvSpPr>
            <p:cNvPr id="10" name="object 15">
              <a:extLst>
                <a:ext uri="{FF2B5EF4-FFF2-40B4-BE49-F238E27FC236}">
                  <a16:creationId xmlns:a16="http://schemas.microsoft.com/office/drawing/2014/main" id="{6500D097-B4B6-14E9-736E-434E67F22A31}"/>
                </a:ext>
              </a:extLst>
            </p:cNvPr>
            <p:cNvSpPr txBox="1"/>
            <p:nvPr/>
          </p:nvSpPr>
          <p:spPr>
            <a:xfrm>
              <a:off x="6016123" y="2509824"/>
              <a:ext cx="3048000" cy="3200400"/>
            </a:xfrm>
            <a:prstGeom prst="rect">
              <a:avLst/>
            </a:prstGeom>
          </p:spPr>
          <p:txBody>
            <a:bodyPr vert="horz" wrap="square" lIns="0" tIns="66675" rIns="0" bIns="0" rtlCol="0">
              <a:spAutoFit/>
            </a:bodyPr>
            <a:lstStyle/>
            <a:p>
              <a:pPr marL="313055" indent="-300355">
                <a:lnSpc>
                  <a:spcPct val="100000"/>
                </a:lnSpc>
                <a:spcBef>
                  <a:spcPts val="525"/>
                </a:spcBef>
                <a:buClr>
                  <a:srgbClr val="9A0000"/>
                </a:buClr>
                <a:buSzPct val="82857"/>
                <a:buFont typeface="Wingdings"/>
                <a:buChar char=""/>
                <a:tabLst>
                  <a:tab pos="313055" algn="l"/>
                </a:tabLst>
              </a:pP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send</a:t>
              </a:r>
              <a:r>
                <a:rPr sz="1750" spc="-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7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ACK(n)</a:t>
              </a:r>
              <a:endParaRPr sz="1750" dirty="0">
                <a:latin typeface="Comic Sans MS"/>
                <a:cs typeface="Comic Sans MS"/>
              </a:endParaRPr>
            </a:p>
            <a:p>
              <a:pPr marL="313055" indent="-300355">
                <a:lnSpc>
                  <a:spcPct val="100000"/>
                </a:lnSpc>
                <a:spcBef>
                  <a:spcPts val="425"/>
                </a:spcBef>
                <a:buClr>
                  <a:srgbClr val="9A0000"/>
                </a:buClr>
                <a:buSzPct val="82857"/>
                <a:buFont typeface="Wingdings"/>
                <a:buChar char=""/>
                <a:tabLst>
                  <a:tab pos="313055" algn="l"/>
                </a:tabLst>
              </a:pP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out-of-order:</a:t>
              </a:r>
              <a:r>
                <a:rPr sz="1750" spc="-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7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buffer</a:t>
              </a:r>
              <a:endParaRPr sz="1750" dirty="0">
                <a:latin typeface="Comic Sans MS"/>
                <a:cs typeface="Comic Sans MS"/>
              </a:endParaRPr>
            </a:p>
            <a:p>
              <a:pPr marL="313055" marR="5080" indent="-300990">
                <a:lnSpc>
                  <a:spcPct val="100000"/>
                </a:lnSpc>
                <a:spcBef>
                  <a:spcPts val="425"/>
                </a:spcBef>
                <a:buClr>
                  <a:srgbClr val="9A0000"/>
                </a:buClr>
                <a:buSzPct val="82857"/>
                <a:buFont typeface="Wingdings"/>
                <a:buChar char=""/>
                <a:tabLst>
                  <a:tab pos="313055" algn="l"/>
                </a:tabLst>
              </a:pP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in-order: deliver</a:t>
              </a:r>
              <a:r>
                <a:rPr sz="1750" spc="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7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(also </a:t>
              </a: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deliver buffered,</a:t>
              </a:r>
              <a:r>
                <a:rPr sz="1750" spc="1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7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in-order </a:t>
              </a: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pkts),</a:t>
              </a:r>
              <a:r>
                <a:rPr sz="1750" spc="-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advance</a:t>
              </a:r>
              <a:r>
                <a:rPr sz="1750" spc="2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window</a:t>
              </a:r>
              <a:r>
                <a:rPr sz="1750" spc="-1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750" spc="-25" dirty="0">
                  <a:solidFill>
                    <a:srgbClr val="163794"/>
                  </a:solidFill>
                  <a:latin typeface="Comic Sans MS"/>
                  <a:cs typeface="Comic Sans MS"/>
                </a:rPr>
                <a:t>to </a:t>
              </a: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next</a:t>
              </a:r>
              <a:r>
                <a:rPr sz="1750" spc="-2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7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not-yet-</a:t>
              </a: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received </a:t>
              </a:r>
              <a:r>
                <a:rPr sz="1750" spc="-25" dirty="0">
                  <a:solidFill>
                    <a:srgbClr val="163794"/>
                  </a:solidFill>
                  <a:latin typeface="Comic Sans MS"/>
                  <a:cs typeface="Comic Sans MS"/>
                </a:rPr>
                <a:t>pkt</a:t>
              </a:r>
              <a:endParaRPr sz="1750" dirty="0">
                <a:latin typeface="Comic Sans MS"/>
                <a:cs typeface="Comic Sans MS"/>
              </a:endParaRPr>
            </a:p>
            <a:p>
              <a:pPr marL="12700">
                <a:lnSpc>
                  <a:spcPct val="100000"/>
                </a:lnSpc>
                <a:spcBef>
                  <a:spcPts val="505"/>
                </a:spcBef>
              </a:pPr>
              <a:r>
                <a:rPr sz="2100" dirty="0">
                  <a:solidFill>
                    <a:srgbClr val="FF0000"/>
                  </a:solidFill>
                  <a:latin typeface="Comic Sans MS"/>
                  <a:cs typeface="Comic Sans MS"/>
                </a:rPr>
                <a:t>pkt</a:t>
              </a:r>
              <a:r>
                <a:rPr sz="2100" spc="20" dirty="0">
                  <a:solidFill>
                    <a:srgbClr val="FF0000"/>
                  </a:solidFill>
                  <a:latin typeface="Comic Sans MS"/>
                  <a:cs typeface="Comic Sans MS"/>
                </a:rPr>
                <a:t> </a:t>
              </a:r>
              <a:r>
                <a:rPr sz="2100" dirty="0">
                  <a:solidFill>
                    <a:srgbClr val="FF0000"/>
                  </a:solidFill>
                  <a:latin typeface="Comic Sans MS"/>
                  <a:cs typeface="Comic Sans MS"/>
                </a:rPr>
                <a:t>n</a:t>
              </a:r>
              <a:r>
                <a:rPr sz="2100" spc="25" dirty="0">
                  <a:solidFill>
                    <a:srgbClr val="FF0000"/>
                  </a:solidFill>
                  <a:latin typeface="Comic Sans MS"/>
                  <a:cs typeface="Comic Sans MS"/>
                </a:rPr>
                <a:t> </a:t>
              </a:r>
              <a:r>
                <a:rPr sz="2100" dirty="0">
                  <a:solidFill>
                    <a:srgbClr val="FF0000"/>
                  </a:solidFill>
                  <a:latin typeface="Comic Sans MS"/>
                  <a:cs typeface="Comic Sans MS"/>
                </a:rPr>
                <a:t>in</a:t>
              </a:r>
              <a:r>
                <a:rPr sz="2100" spc="40" dirty="0">
                  <a:solidFill>
                    <a:srgbClr val="FF0000"/>
                  </a:solidFill>
                  <a:latin typeface="Comic Sans MS"/>
                  <a:cs typeface="Comic Sans MS"/>
                </a:rPr>
                <a:t> </a:t>
              </a:r>
              <a:r>
                <a:rPr sz="1400" spc="-10" dirty="0">
                  <a:solidFill>
                    <a:srgbClr val="FF0000"/>
                  </a:solidFill>
                  <a:latin typeface="Comic Sans MS"/>
                  <a:cs typeface="Comic Sans MS"/>
                </a:rPr>
                <a:t>[rcvbase-N,rcvbase-</a:t>
              </a:r>
              <a:r>
                <a:rPr sz="1400" spc="-25" dirty="0">
                  <a:solidFill>
                    <a:srgbClr val="FF0000"/>
                  </a:solidFill>
                  <a:latin typeface="Comic Sans MS"/>
                  <a:cs typeface="Comic Sans MS"/>
                </a:rPr>
                <a:t>1]</a:t>
              </a:r>
              <a:endParaRPr sz="1400" dirty="0">
                <a:latin typeface="Comic Sans MS"/>
                <a:cs typeface="Comic Sans MS"/>
              </a:endParaRPr>
            </a:p>
            <a:p>
              <a:pPr marL="313055" indent="-300355">
                <a:lnSpc>
                  <a:spcPct val="100000"/>
                </a:lnSpc>
                <a:spcBef>
                  <a:spcPts val="445"/>
                </a:spcBef>
                <a:buClr>
                  <a:srgbClr val="9A0000"/>
                </a:buClr>
                <a:buSzPct val="82857"/>
                <a:buFont typeface="Wingdings"/>
                <a:buChar char=""/>
                <a:tabLst>
                  <a:tab pos="313055" algn="l"/>
                </a:tabLst>
              </a:pPr>
              <a:r>
                <a:rPr sz="17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ACK(n)</a:t>
              </a:r>
              <a:endParaRPr sz="1750" dirty="0">
                <a:latin typeface="Comic Sans MS"/>
                <a:cs typeface="Comic Sans MS"/>
              </a:endParaRPr>
            </a:p>
            <a:p>
              <a:pPr marL="12700">
                <a:lnSpc>
                  <a:spcPct val="100000"/>
                </a:lnSpc>
                <a:spcBef>
                  <a:spcPts val="490"/>
                </a:spcBef>
              </a:pPr>
              <a:r>
                <a:rPr sz="2100" spc="-10" dirty="0">
                  <a:solidFill>
                    <a:srgbClr val="FF0000"/>
                  </a:solidFill>
                  <a:latin typeface="Comic Sans MS"/>
                  <a:cs typeface="Comic Sans MS"/>
                </a:rPr>
                <a:t>otherwise:</a:t>
              </a:r>
              <a:endParaRPr sz="2100" dirty="0">
                <a:latin typeface="Comic Sans MS"/>
                <a:cs typeface="Comic Sans MS"/>
              </a:endParaRPr>
            </a:p>
            <a:p>
              <a:pPr marL="313055" indent="-300355">
                <a:lnSpc>
                  <a:spcPct val="100000"/>
                </a:lnSpc>
                <a:spcBef>
                  <a:spcPts val="440"/>
                </a:spcBef>
                <a:buClr>
                  <a:srgbClr val="9A0000"/>
                </a:buClr>
                <a:buSzPct val="82857"/>
                <a:buFont typeface="Wingdings"/>
                <a:buChar char=""/>
                <a:tabLst>
                  <a:tab pos="313055" algn="l"/>
                </a:tabLst>
              </a:pPr>
              <a:r>
                <a:rPr sz="17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ignore</a:t>
              </a:r>
              <a:endParaRPr sz="1750" dirty="0">
                <a:latin typeface="Comic Sans MS"/>
                <a:cs typeface="Comic Sans MS"/>
              </a:endParaRPr>
            </a:p>
          </p:txBody>
        </p:sp>
        <p:grpSp>
          <p:nvGrpSpPr>
            <p:cNvPr id="11" name="object 16">
              <a:extLst>
                <a:ext uri="{FF2B5EF4-FFF2-40B4-BE49-F238E27FC236}">
                  <a16:creationId xmlns:a16="http://schemas.microsoft.com/office/drawing/2014/main" id="{98ED76AC-3764-D06F-8FB2-5CA0FE48FC8D}"/>
                </a:ext>
              </a:extLst>
            </p:cNvPr>
            <p:cNvGrpSpPr/>
            <p:nvPr/>
          </p:nvGrpSpPr>
          <p:grpSpPr>
            <a:xfrm>
              <a:off x="5903099" y="1923288"/>
              <a:ext cx="3392170" cy="4181475"/>
              <a:chOff x="5903099" y="1923288"/>
              <a:chExt cx="3392170" cy="4181475"/>
            </a:xfrm>
          </p:grpSpPr>
          <p:sp>
            <p:nvSpPr>
              <p:cNvPr id="12" name="object 17">
                <a:extLst>
                  <a:ext uri="{FF2B5EF4-FFF2-40B4-BE49-F238E27FC236}">
                    <a16:creationId xmlns:a16="http://schemas.microsoft.com/office/drawing/2014/main" id="{B7AF0ABB-5C26-B5A2-C2DD-ADD1886F4CD5}"/>
                  </a:ext>
                </a:extLst>
              </p:cNvPr>
              <p:cNvSpPr/>
              <p:nvPr/>
            </p:nvSpPr>
            <p:spPr>
              <a:xfrm>
                <a:off x="5903099" y="2036064"/>
                <a:ext cx="3392170" cy="4068445"/>
              </a:xfrm>
              <a:custGeom>
                <a:avLst/>
                <a:gdLst/>
                <a:ahLst/>
                <a:cxnLst/>
                <a:rect l="l" t="t" r="r" b="b"/>
                <a:pathLst>
                  <a:path w="3392170" h="4068445">
                    <a:moveTo>
                      <a:pt x="3391662" y="4068317"/>
                    </a:moveTo>
                    <a:lnTo>
                      <a:pt x="3391662" y="0"/>
                    </a:lnTo>
                    <a:lnTo>
                      <a:pt x="0" y="0"/>
                    </a:lnTo>
                    <a:lnTo>
                      <a:pt x="0" y="4068317"/>
                    </a:lnTo>
                    <a:lnTo>
                      <a:pt x="12954" y="4068317"/>
                    </a:lnTo>
                    <a:lnTo>
                      <a:pt x="12954" y="25145"/>
                    </a:lnTo>
                    <a:lnTo>
                      <a:pt x="25145" y="12954"/>
                    </a:lnTo>
                    <a:lnTo>
                      <a:pt x="25145" y="25145"/>
                    </a:lnTo>
                    <a:lnTo>
                      <a:pt x="3366516" y="25145"/>
                    </a:lnTo>
                    <a:lnTo>
                      <a:pt x="3366516" y="12953"/>
                    </a:lnTo>
                    <a:lnTo>
                      <a:pt x="3378708" y="25145"/>
                    </a:lnTo>
                    <a:lnTo>
                      <a:pt x="3378708" y="4068317"/>
                    </a:lnTo>
                    <a:lnTo>
                      <a:pt x="3391662" y="4068317"/>
                    </a:lnTo>
                    <a:close/>
                  </a:path>
                  <a:path w="3392170" h="4068445">
                    <a:moveTo>
                      <a:pt x="25145" y="25145"/>
                    </a:moveTo>
                    <a:lnTo>
                      <a:pt x="25145" y="12954"/>
                    </a:lnTo>
                    <a:lnTo>
                      <a:pt x="12954" y="25145"/>
                    </a:lnTo>
                    <a:lnTo>
                      <a:pt x="25145" y="25145"/>
                    </a:lnTo>
                    <a:close/>
                  </a:path>
                  <a:path w="3392170" h="4068445">
                    <a:moveTo>
                      <a:pt x="25146" y="4043171"/>
                    </a:moveTo>
                    <a:lnTo>
                      <a:pt x="25145" y="25145"/>
                    </a:lnTo>
                    <a:lnTo>
                      <a:pt x="12954" y="25145"/>
                    </a:lnTo>
                    <a:lnTo>
                      <a:pt x="12954" y="4043171"/>
                    </a:lnTo>
                    <a:lnTo>
                      <a:pt x="25146" y="4043171"/>
                    </a:lnTo>
                    <a:close/>
                  </a:path>
                  <a:path w="3392170" h="4068445">
                    <a:moveTo>
                      <a:pt x="3378708" y="4043171"/>
                    </a:moveTo>
                    <a:lnTo>
                      <a:pt x="12954" y="4043171"/>
                    </a:lnTo>
                    <a:lnTo>
                      <a:pt x="25146" y="4055363"/>
                    </a:lnTo>
                    <a:lnTo>
                      <a:pt x="25146" y="4068317"/>
                    </a:lnTo>
                    <a:lnTo>
                      <a:pt x="3366516" y="4068317"/>
                    </a:lnTo>
                    <a:lnTo>
                      <a:pt x="3366516" y="4055363"/>
                    </a:lnTo>
                    <a:lnTo>
                      <a:pt x="3378708" y="4043171"/>
                    </a:lnTo>
                    <a:close/>
                  </a:path>
                  <a:path w="3392170" h="4068445">
                    <a:moveTo>
                      <a:pt x="25146" y="4068317"/>
                    </a:moveTo>
                    <a:lnTo>
                      <a:pt x="25146" y="4055363"/>
                    </a:lnTo>
                    <a:lnTo>
                      <a:pt x="12954" y="4043171"/>
                    </a:lnTo>
                    <a:lnTo>
                      <a:pt x="12954" y="4068317"/>
                    </a:lnTo>
                    <a:lnTo>
                      <a:pt x="25146" y="4068317"/>
                    </a:lnTo>
                    <a:close/>
                  </a:path>
                  <a:path w="3392170" h="4068445">
                    <a:moveTo>
                      <a:pt x="3378708" y="25145"/>
                    </a:moveTo>
                    <a:lnTo>
                      <a:pt x="3366516" y="12953"/>
                    </a:lnTo>
                    <a:lnTo>
                      <a:pt x="3366516" y="25145"/>
                    </a:lnTo>
                    <a:lnTo>
                      <a:pt x="3378708" y="25145"/>
                    </a:lnTo>
                    <a:close/>
                  </a:path>
                  <a:path w="3392170" h="4068445">
                    <a:moveTo>
                      <a:pt x="3378708" y="4043171"/>
                    </a:moveTo>
                    <a:lnTo>
                      <a:pt x="3378708" y="25145"/>
                    </a:lnTo>
                    <a:lnTo>
                      <a:pt x="3366516" y="25145"/>
                    </a:lnTo>
                    <a:lnTo>
                      <a:pt x="3366516" y="4043171"/>
                    </a:lnTo>
                    <a:lnTo>
                      <a:pt x="3378708" y="4043171"/>
                    </a:lnTo>
                    <a:close/>
                  </a:path>
                  <a:path w="3392170" h="4068445">
                    <a:moveTo>
                      <a:pt x="3378708" y="4068317"/>
                    </a:moveTo>
                    <a:lnTo>
                      <a:pt x="3378708" y="4043171"/>
                    </a:lnTo>
                    <a:lnTo>
                      <a:pt x="3366516" y="4055363"/>
                    </a:lnTo>
                    <a:lnTo>
                      <a:pt x="3366516" y="4068317"/>
                    </a:lnTo>
                    <a:lnTo>
                      <a:pt x="3378708" y="4068317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8">
                <a:extLst>
                  <a:ext uri="{FF2B5EF4-FFF2-40B4-BE49-F238E27FC236}">
                    <a16:creationId xmlns:a16="http://schemas.microsoft.com/office/drawing/2014/main" id="{BF0C6745-F655-B709-AC84-1BFF7DEDF62F}"/>
                  </a:ext>
                </a:extLst>
              </p:cNvPr>
              <p:cNvSpPr/>
              <p:nvPr/>
            </p:nvSpPr>
            <p:spPr>
              <a:xfrm>
                <a:off x="6140843" y="1923288"/>
                <a:ext cx="114490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44904" h="250825">
                    <a:moveTo>
                      <a:pt x="1144524" y="250698"/>
                    </a:moveTo>
                    <a:lnTo>
                      <a:pt x="1144524" y="0"/>
                    </a:lnTo>
                    <a:lnTo>
                      <a:pt x="0" y="0"/>
                    </a:lnTo>
                    <a:lnTo>
                      <a:pt x="0" y="250698"/>
                    </a:lnTo>
                    <a:lnTo>
                      <a:pt x="1144524" y="25069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" name="object 19">
              <a:extLst>
                <a:ext uri="{FF2B5EF4-FFF2-40B4-BE49-F238E27FC236}">
                  <a16:creationId xmlns:a16="http://schemas.microsoft.com/office/drawing/2014/main" id="{28D82847-ED8D-6FEF-5171-666DA7509DD8}"/>
                </a:ext>
              </a:extLst>
            </p:cNvPr>
            <p:cNvSpPr txBox="1"/>
            <p:nvPr/>
          </p:nvSpPr>
          <p:spPr>
            <a:xfrm>
              <a:off x="6016128" y="1805576"/>
              <a:ext cx="2940685" cy="728345"/>
            </a:xfrm>
            <a:prstGeom prst="rect">
              <a:avLst/>
            </a:prstGeom>
          </p:spPr>
          <p:txBody>
            <a:bodyPr vert="horz" wrap="square" lIns="0" tIns="43815" rIns="0" bIns="0" rtlCol="0">
              <a:spAutoFit/>
            </a:bodyPr>
            <a:lstStyle/>
            <a:p>
              <a:pPr marL="175260">
                <a:lnSpc>
                  <a:spcPct val="100000"/>
                </a:lnSpc>
                <a:spcBef>
                  <a:spcPts val="345"/>
                </a:spcBef>
              </a:pPr>
              <a:r>
                <a:rPr sz="2100" spc="-10" dirty="0">
                  <a:solidFill>
                    <a:srgbClr val="9A0000"/>
                  </a:solidFill>
                  <a:latin typeface="Comic Sans MS"/>
                  <a:cs typeface="Comic Sans MS"/>
                </a:rPr>
                <a:t>receiver</a:t>
              </a:r>
              <a:endParaRPr sz="2100">
                <a:latin typeface="Comic Sans MS"/>
                <a:cs typeface="Comic Sans MS"/>
              </a:endParaRPr>
            </a:p>
            <a:p>
              <a:pPr marL="12700">
                <a:lnSpc>
                  <a:spcPct val="100000"/>
                </a:lnSpc>
                <a:spcBef>
                  <a:spcPts val="245"/>
                </a:spcBef>
              </a:pPr>
              <a:r>
                <a:rPr sz="2100" dirty="0">
                  <a:solidFill>
                    <a:srgbClr val="FF0000"/>
                  </a:solidFill>
                  <a:latin typeface="Comic Sans MS"/>
                  <a:cs typeface="Comic Sans MS"/>
                </a:rPr>
                <a:t>pkt</a:t>
              </a:r>
              <a:r>
                <a:rPr sz="2100" spc="-5" dirty="0">
                  <a:solidFill>
                    <a:srgbClr val="FF0000"/>
                  </a:solidFill>
                  <a:latin typeface="Comic Sans MS"/>
                  <a:cs typeface="Comic Sans MS"/>
                </a:rPr>
                <a:t> </a:t>
              </a:r>
              <a:r>
                <a:rPr sz="2100" dirty="0">
                  <a:solidFill>
                    <a:srgbClr val="FF0000"/>
                  </a:solidFill>
                  <a:latin typeface="Comic Sans MS"/>
                  <a:cs typeface="Comic Sans MS"/>
                </a:rPr>
                <a:t>n</a:t>
              </a:r>
              <a:r>
                <a:rPr sz="2100" spc="-5" dirty="0">
                  <a:solidFill>
                    <a:srgbClr val="FF0000"/>
                  </a:solidFill>
                  <a:latin typeface="Comic Sans MS"/>
                  <a:cs typeface="Comic Sans MS"/>
                </a:rPr>
                <a:t> </a:t>
              </a:r>
              <a:r>
                <a:rPr sz="2100" dirty="0">
                  <a:solidFill>
                    <a:srgbClr val="FF0000"/>
                  </a:solidFill>
                  <a:latin typeface="Comic Sans MS"/>
                  <a:cs typeface="Comic Sans MS"/>
                </a:rPr>
                <a:t>in</a:t>
              </a:r>
              <a:r>
                <a:rPr sz="2100" spc="5" dirty="0">
                  <a:solidFill>
                    <a:srgbClr val="FF0000"/>
                  </a:solidFill>
                  <a:latin typeface="Comic Sans MS"/>
                  <a:cs typeface="Comic Sans MS"/>
                </a:rPr>
                <a:t> </a:t>
              </a:r>
              <a:r>
                <a:rPr sz="1400" dirty="0">
                  <a:solidFill>
                    <a:srgbClr val="FF0000"/>
                  </a:solidFill>
                  <a:latin typeface="Comic Sans MS"/>
                  <a:cs typeface="Comic Sans MS"/>
                </a:rPr>
                <a:t>[rcvbase, </a:t>
              </a:r>
              <a:r>
                <a:rPr sz="1400" spc="-10" dirty="0">
                  <a:solidFill>
                    <a:srgbClr val="FF0000"/>
                  </a:solidFill>
                  <a:latin typeface="Comic Sans MS"/>
                  <a:cs typeface="Comic Sans MS"/>
                </a:rPr>
                <a:t>rcvbase+N-</a:t>
              </a:r>
              <a:r>
                <a:rPr sz="1400" spc="-25" dirty="0">
                  <a:solidFill>
                    <a:srgbClr val="FF0000"/>
                  </a:solidFill>
                  <a:latin typeface="Comic Sans MS"/>
                  <a:cs typeface="Comic Sans MS"/>
                </a:rPr>
                <a:t>1]</a:t>
              </a:r>
              <a:endParaRPr sz="1400">
                <a:latin typeface="Comic Sans MS"/>
                <a:cs typeface="Comic Sans MS"/>
              </a:endParaRP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F04DBAEC-3B1C-75F7-B8C6-EA1DACF4AA34}"/>
              </a:ext>
            </a:extLst>
          </p:cNvPr>
          <p:cNvSpPr/>
          <p:nvPr/>
        </p:nvSpPr>
        <p:spPr>
          <a:xfrm>
            <a:off x="4109225" y="6406310"/>
            <a:ext cx="3973550" cy="442331"/>
          </a:xfrm>
          <a:prstGeom prst="rect">
            <a:avLst/>
          </a:prstGeom>
          <a:solidFill>
            <a:srgbClr val="E6F7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tx1"/>
                </a:solidFill>
              </a:rPr>
              <a:t>SR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 算法</a:t>
            </a:r>
          </a:p>
        </p:txBody>
      </p:sp>
    </p:spTree>
    <p:extLst>
      <p:ext uri="{BB962C8B-B14F-4D97-AF65-F5344CB8AC3E}">
        <p14:creationId xmlns:p14="http://schemas.microsoft.com/office/powerpoint/2010/main" val="2726510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8">
            <a:extLst>
              <a:ext uri="{FF2B5EF4-FFF2-40B4-BE49-F238E27FC236}">
                <a16:creationId xmlns:a16="http://schemas.microsoft.com/office/drawing/2014/main" id="{F7CA10F4-7E46-F79A-235A-A0AD757409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3" y="-1"/>
            <a:ext cx="7029558" cy="597659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304367D-FDD2-046A-2DE7-FFC88C524334}"/>
              </a:ext>
            </a:extLst>
          </p:cNvPr>
          <p:cNvSpPr/>
          <p:nvPr/>
        </p:nvSpPr>
        <p:spPr>
          <a:xfrm>
            <a:off x="1117450" y="6282022"/>
            <a:ext cx="3973550" cy="442331"/>
          </a:xfrm>
          <a:prstGeom prst="rect">
            <a:avLst/>
          </a:prstGeom>
          <a:solidFill>
            <a:srgbClr val="E6F7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tx1"/>
                </a:solidFill>
              </a:rPr>
              <a:t>SR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 时序</a:t>
            </a:r>
          </a:p>
        </p:txBody>
      </p:sp>
    </p:spTree>
    <p:extLst>
      <p:ext uri="{BB962C8B-B14F-4D97-AF65-F5344CB8AC3E}">
        <p14:creationId xmlns:p14="http://schemas.microsoft.com/office/powerpoint/2010/main" val="11880463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3D1A2498-5C2C-461B-7E7E-48C27D1B3738}"/>
              </a:ext>
            </a:extLst>
          </p:cNvPr>
          <p:cNvGrpSpPr/>
          <p:nvPr/>
        </p:nvGrpSpPr>
        <p:grpSpPr>
          <a:xfrm>
            <a:off x="1550050" y="1748689"/>
            <a:ext cx="7584431" cy="4630012"/>
            <a:chOff x="1550050" y="1748689"/>
            <a:chExt cx="7584431" cy="4630012"/>
          </a:xfrm>
        </p:grpSpPr>
        <p:grpSp>
          <p:nvGrpSpPr>
            <p:cNvPr id="2" name="object 3">
              <a:extLst>
                <a:ext uri="{FF2B5EF4-FFF2-40B4-BE49-F238E27FC236}">
                  <a16:creationId xmlns:a16="http://schemas.microsoft.com/office/drawing/2014/main" id="{D9FD840A-2749-1A32-BF8A-0B50244BACE0}"/>
                </a:ext>
              </a:extLst>
            </p:cNvPr>
            <p:cNvGrpSpPr/>
            <p:nvPr/>
          </p:nvGrpSpPr>
          <p:grpSpPr>
            <a:xfrm>
              <a:off x="3807599" y="2054351"/>
              <a:ext cx="3549015" cy="4324350"/>
              <a:chOff x="3807599" y="2054351"/>
              <a:chExt cx="3549015" cy="4324350"/>
            </a:xfrm>
          </p:grpSpPr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8ECA50A8-3628-03A1-B5AE-6574EE29B161}"/>
                  </a:ext>
                </a:extLst>
              </p:cNvPr>
              <p:cNvSpPr/>
              <p:nvPr/>
            </p:nvSpPr>
            <p:spPr>
              <a:xfrm>
                <a:off x="3891419" y="2054351"/>
                <a:ext cx="3465195" cy="4231005"/>
              </a:xfrm>
              <a:custGeom>
                <a:avLst/>
                <a:gdLst/>
                <a:ahLst/>
                <a:cxnLst/>
                <a:rect l="l" t="t" r="r" b="b"/>
                <a:pathLst>
                  <a:path w="3465195" h="4231005">
                    <a:moveTo>
                      <a:pt x="3464814" y="4230623"/>
                    </a:moveTo>
                    <a:lnTo>
                      <a:pt x="3464814" y="0"/>
                    </a:lnTo>
                    <a:lnTo>
                      <a:pt x="0" y="0"/>
                    </a:lnTo>
                    <a:lnTo>
                      <a:pt x="0" y="4230624"/>
                    </a:lnTo>
                    <a:lnTo>
                      <a:pt x="3464814" y="4230623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B69C5C84-5D3B-D3E8-427F-D655FAD08EEE}"/>
                  </a:ext>
                </a:extLst>
              </p:cNvPr>
              <p:cNvSpPr/>
              <p:nvPr/>
            </p:nvSpPr>
            <p:spPr>
              <a:xfrm>
                <a:off x="3815981" y="2155697"/>
                <a:ext cx="3465829" cy="4215130"/>
              </a:xfrm>
              <a:custGeom>
                <a:avLst/>
                <a:gdLst/>
                <a:ahLst/>
                <a:cxnLst/>
                <a:rect l="l" t="t" r="r" b="b"/>
                <a:pathLst>
                  <a:path w="3465829" h="4215130">
                    <a:moveTo>
                      <a:pt x="3465576" y="4214621"/>
                    </a:moveTo>
                    <a:lnTo>
                      <a:pt x="3465576" y="0"/>
                    </a:lnTo>
                    <a:lnTo>
                      <a:pt x="0" y="0"/>
                    </a:lnTo>
                    <a:lnTo>
                      <a:pt x="0" y="4214622"/>
                    </a:lnTo>
                    <a:lnTo>
                      <a:pt x="3465576" y="421462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51B2CD3D-D67F-6B7A-046C-6A7FA321B8D1}"/>
                  </a:ext>
                </a:extLst>
              </p:cNvPr>
              <p:cNvSpPr/>
              <p:nvPr/>
            </p:nvSpPr>
            <p:spPr>
              <a:xfrm>
                <a:off x="3807599" y="2148090"/>
                <a:ext cx="3482340" cy="4231005"/>
              </a:xfrm>
              <a:custGeom>
                <a:avLst/>
                <a:gdLst/>
                <a:ahLst/>
                <a:cxnLst/>
                <a:rect l="l" t="t" r="r" b="b"/>
                <a:pathLst>
                  <a:path w="3482340" h="4231005">
                    <a:moveTo>
                      <a:pt x="3482340" y="0"/>
                    </a:moveTo>
                    <a:lnTo>
                      <a:pt x="3465563" y="0"/>
                    </a:lnTo>
                    <a:lnTo>
                      <a:pt x="3465563" y="16002"/>
                    </a:lnTo>
                    <a:lnTo>
                      <a:pt x="3465563" y="332232"/>
                    </a:lnTo>
                    <a:lnTo>
                      <a:pt x="3465563" y="348996"/>
                    </a:lnTo>
                    <a:lnTo>
                      <a:pt x="3465563" y="660666"/>
                    </a:lnTo>
                    <a:lnTo>
                      <a:pt x="3465563" y="677430"/>
                    </a:lnTo>
                    <a:lnTo>
                      <a:pt x="3465563" y="4213860"/>
                    </a:lnTo>
                    <a:lnTo>
                      <a:pt x="16764" y="4213860"/>
                    </a:lnTo>
                    <a:lnTo>
                      <a:pt x="16764" y="678942"/>
                    </a:lnTo>
                    <a:lnTo>
                      <a:pt x="3465563" y="677430"/>
                    </a:lnTo>
                    <a:lnTo>
                      <a:pt x="3465563" y="660666"/>
                    </a:lnTo>
                    <a:lnTo>
                      <a:pt x="16764" y="662178"/>
                    </a:lnTo>
                    <a:lnTo>
                      <a:pt x="16764" y="345198"/>
                    </a:lnTo>
                    <a:lnTo>
                      <a:pt x="1704606" y="347065"/>
                    </a:lnTo>
                    <a:lnTo>
                      <a:pt x="1704594" y="352044"/>
                    </a:lnTo>
                    <a:lnTo>
                      <a:pt x="1721358" y="352044"/>
                    </a:lnTo>
                    <a:lnTo>
                      <a:pt x="1721358" y="347078"/>
                    </a:lnTo>
                    <a:lnTo>
                      <a:pt x="3465563" y="348996"/>
                    </a:lnTo>
                    <a:lnTo>
                      <a:pt x="3465563" y="332232"/>
                    </a:lnTo>
                    <a:lnTo>
                      <a:pt x="1721396" y="330314"/>
                    </a:lnTo>
                    <a:lnTo>
                      <a:pt x="1722094" y="16002"/>
                    </a:lnTo>
                    <a:lnTo>
                      <a:pt x="3465563" y="16002"/>
                    </a:lnTo>
                    <a:lnTo>
                      <a:pt x="3465563" y="0"/>
                    </a:lnTo>
                    <a:lnTo>
                      <a:pt x="1706079" y="0"/>
                    </a:lnTo>
                    <a:lnTo>
                      <a:pt x="1706079" y="16002"/>
                    </a:lnTo>
                    <a:lnTo>
                      <a:pt x="1704682" y="330301"/>
                    </a:lnTo>
                    <a:lnTo>
                      <a:pt x="16764" y="328434"/>
                    </a:lnTo>
                    <a:lnTo>
                      <a:pt x="16764" y="16002"/>
                    </a:lnTo>
                    <a:lnTo>
                      <a:pt x="1706079" y="16002"/>
                    </a:lnTo>
                    <a:lnTo>
                      <a:pt x="1706079" y="0"/>
                    </a:lnTo>
                    <a:lnTo>
                      <a:pt x="0" y="0"/>
                    </a:lnTo>
                    <a:lnTo>
                      <a:pt x="0" y="4230624"/>
                    </a:lnTo>
                    <a:lnTo>
                      <a:pt x="8382" y="4230624"/>
                    </a:lnTo>
                    <a:lnTo>
                      <a:pt x="16764" y="4230624"/>
                    </a:lnTo>
                    <a:lnTo>
                      <a:pt x="3465563" y="4230624"/>
                    </a:lnTo>
                    <a:lnTo>
                      <a:pt x="3473958" y="4230624"/>
                    </a:lnTo>
                    <a:lnTo>
                      <a:pt x="3482340" y="4230624"/>
                    </a:lnTo>
                    <a:lnTo>
                      <a:pt x="3482340" y="0"/>
                    </a:lnTo>
                    <a:close/>
                  </a:path>
                </a:pathLst>
              </a:custGeom>
              <a:solidFill>
                <a:srgbClr val="16379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601D8E1A-E57C-9EA9-C818-E09D585E592C}"/>
                </a:ext>
              </a:extLst>
            </p:cNvPr>
            <p:cNvSpPr/>
            <p:nvPr/>
          </p:nvSpPr>
          <p:spPr>
            <a:xfrm>
              <a:off x="5996063" y="1877567"/>
              <a:ext cx="1252220" cy="66675"/>
            </a:xfrm>
            <a:custGeom>
              <a:avLst/>
              <a:gdLst/>
              <a:ahLst/>
              <a:cxnLst/>
              <a:rect l="l" t="t" r="r" b="b"/>
              <a:pathLst>
                <a:path w="1252220" h="66675">
                  <a:moveTo>
                    <a:pt x="1196340" y="41910"/>
                  </a:moveTo>
                  <a:lnTo>
                    <a:pt x="1196340" y="25146"/>
                  </a:lnTo>
                  <a:lnTo>
                    <a:pt x="762" y="21336"/>
                  </a:lnTo>
                  <a:lnTo>
                    <a:pt x="0" y="37338"/>
                  </a:lnTo>
                  <a:lnTo>
                    <a:pt x="1184910" y="41866"/>
                  </a:lnTo>
                  <a:lnTo>
                    <a:pt x="1196340" y="41910"/>
                  </a:lnTo>
                  <a:close/>
                </a:path>
                <a:path w="1252220" h="66675">
                  <a:moveTo>
                    <a:pt x="1251966" y="33528"/>
                  </a:moveTo>
                  <a:lnTo>
                    <a:pt x="1184910" y="0"/>
                  </a:lnTo>
                  <a:lnTo>
                    <a:pt x="1184910" y="25109"/>
                  </a:lnTo>
                  <a:lnTo>
                    <a:pt x="1196340" y="25146"/>
                  </a:lnTo>
                  <a:lnTo>
                    <a:pt x="1196340" y="60708"/>
                  </a:lnTo>
                  <a:lnTo>
                    <a:pt x="1251966" y="33528"/>
                  </a:lnTo>
                  <a:close/>
                </a:path>
                <a:path w="1252220" h="66675">
                  <a:moveTo>
                    <a:pt x="1196340" y="60708"/>
                  </a:moveTo>
                  <a:lnTo>
                    <a:pt x="1196340" y="41910"/>
                  </a:lnTo>
                  <a:lnTo>
                    <a:pt x="1184910" y="41866"/>
                  </a:lnTo>
                  <a:lnTo>
                    <a:pt x="1184910" y="66294"/>
                  </a:lnTo>
                  <a:lnTo>
                    <a:pt x="1196340" y="60708"/>
                  </a:lnTo>
                  <a:close/>
                </a:path>
              </a:pathLst>
            </a:custGeom>
            <a:solidFill>
              <a:srgbClr val="1637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669B49DF-2C2B-5E99-7A78-65DFABD08C3A}"/>
                </a:ext>
              </a:extLst>
            </p:cNvPr>
            <p:cNvSpPr/>
            <p:nvPr/>
          </p:nvSpPr>
          <p:spPr>
            <a:xfrm>
              <a:off x="3796931" y="1883664"/>
              <a:ext cx="1176655" cy="66675"/>
            </a:xfrm>
            <a:custGeom>
              <a:avLst/>
              <a:gdLst/>
              <a:ahLst/>
              <a:cxnLst/>
              <a:rect l="l" t="t" r="r" b="b"/>
              <a:pathLst>
                <a:path w="1176654" h="66675">
                  <a:moveTo>
                    <a:pt x="67055" y="0"/>
                  </a:moveTo>
                  <a:lnTo>
                    <a:pt x="0" y="32766"/>
                  </a:lnTo>
                  <a:lnTo>
                    <a:pt x="55625" y="60898"/>
                  </a:lnTo>
                  <a:lnTo>
                    <a:pt x="55625" y="24384"/>
                  </a:lnTo>
                  <a:lnTo>
                    <a:pt x="66775" y="24399"/>
                  </a:lnTo>
                  <a:lnTo>
                    <a:pt x="67055" y="0"/>
                  </a:lnTo>
                  <a:close/>
                </a:path>
                <a:path w="1176654" h="66675">
                  <a:moveTo>
                    <a:pt x="66775" y="24399"/>
                  </a:moveTo>
                  <a:lnTo>
                    <a:pt x="55625" y="24384"/>
                  </a:lnTo>
                  <a:lnTo>
                    <a:pt x="55625" y="41148"/>
                  </a:lnTo>
                  <a:lnTo>
                    <a:pt x="66582" y="41162"/>
                  </a:lnTo>
                  <a:lnTo>
                    <a:pt x="66775" y="24399"/>
                  </a:lnTo>
                  <a:close/>
                </a:path>
                <a:path w="1176654" h="66675">
                  <a:moveTo>
                    <a:pt x="66582" y="41162"/>
                  </a:moveTo>
                  <a:lnTo>
                    <a:pt x="55625" y="41148"/>
                  </a:lnTo>
                  <a:lnTo>
                    <a:pt x="55625" y="60898"/>
                  </a:lnTo>
                  <a:lnTo>
                    <a:pt x="66293" y="66294"/>
                  </a:lnTo>
                  <a:lnTo>
                    <a:pt x="66582" y="41162"/>
                  </a:lnTo>
                  <a:close/>
                </a:path>
                <a:path w="1176654" h="66675">
                  <a:moveTo>
                    <a:pt x="1176527" y="42672"/>
                  </a:moveTo>
                  <a:lnTo>
                    <a:pt x="1176527" y="25908"/>
                  </a:lnTo>
                  <a:lnTo>
                    <a:pt x="67055" y="24399"/>
                  </a:lnTo>
                  <a:lnTo>
                    <a:pt x="66775" y="24399"/>
                  </a:lnTo>
                  <a:lnTo>
                    <a:pt x="66582" y="41162"/>
                  </a:lnTo>
                  <a:lnTo>
                    <a:pt x="1176527" y="42672"/>
                  </a:lnTo>
                  <a:close/>
                </a:path>
              </a:pathLst>
            </a:custGeom>
            <a:solidFill>
              <a:srgbClr val="1637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3058A296-E6DE-94EC-4577-4D46BD4C15CE}"/>
                </a:ext>
              </a:extLst>
            </p:cNvPr>
            <p:cNvSpPr txBox="1"/>
            <p:nvPr/>
          </p:nvSpPr>
          <p:spPr>
            <a:xfrm>
              <a:off x="4752730" y="4754372"/>
              <a:ext cx="1730375" cy="8286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12420" marR="306070" algn="ctr">
                <a:lnSpc>
                  <a:spcPct val="100000"/>
                </a:lnSpc>
                <a:spcBef>
                  <a:spcPts val="100"/>
                </a:spcBef>
              </a:pPr>
              <a:r>
                <a:rPr sz="17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application </a:t>
              </a:r>
              <a:r>
                <a:rPr sz="1750" spc="-20" dirty="0">
                  <a:solidFill>
                    <a:srgbClr val="163794"/>
                  </a:solidFill>
                  <a:latin typeface="Comic Sans MS"/>
                  <a:cs typeface="Comic Sans MS"/>
                </a:rPr>
                <a:t>data</a:t>
              </a:r>
              <a:endParaRPr sz="1750">
                <a:latin typeface="Comic Sans MS"/>
                <a:cs typeface="Comic Sans MS"/>
              </a:endParaRPr>
            </a:p>
            <a:p>
              <a:pPr algn="ctr">
                <a:lnSpc>
                  <a:spcPct val="100000"/>
                </a:lnSpc>
                <a:spcBef>
                  <a:spcPts val="20"/>
                </a:spcBef>
              </a:pP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(variable</a:t>
              </a:r>
              <a:r>
                <a:rPr sz="1750" spc="3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7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length)</a:t>
              </a:r>
              <a:endParaRPr sz="1750">
                <a:latin typeface="Comic Sans MS"/>
                <a:cs typeface="Comic Sans MS"/>
              </a:endParaRPr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0A47A9AC-CB95-C5D2-4772-199C4E671597}"/>
                </a:ext>
              </a:extLst>
            </p:cNvPr>
            <p:cNvSpPr/>
            <p:nvPr/>
          </p:nvSpPr>
          <p:spPr>
            <a:xfrm>
              <a:off x="3822077" y="3143250"/>
              <a:ext cx="3465195" cy="18415"/>
            </a:xfrm>
            <a:custGeom>
              <a:avLst/>
              <a:gdLst/>
              <a:ahLst/>
              <a:cxnLst/>
              <a:rect l="l" t="t" r="r" b="b"/>
              <a:pathLst>
                <a:path w="3465195" h="18414">
                  <a:moveTo>
                    <a:pt x="3464814" y="16763"/>
                  </a:moveTo>
                  <a:lnTo>
                    <a:pt x="3464814" y="0"/>
                  </a:lnTo>
                  <a:lnTo>
                    <a:pt x="0" y="1523"/>
                  </a:lnTo>
                  <a:lnTo>
                    <a:pt x="0" y="18287"/>
                  </a:lnTo>
                  <a:lnTo>
                    <a:pt x="3464814" y="16763"/>
                  </a:lnTo>
                  <a:close/>
                </a:path>
              </a:pathLst>
            </a:custGeom>
            <a:solidFill>
              <a:srgbClr val="1637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F7FEE0FB-D396-7E2C-0298-1F8D0064643F}"/>
                </a:ext>
              </a:extLst>
            </p:cNvPr>
            <p:cNvSpPr txBox="1"/>
            <p:nvPr/>
          </p:nvSpPr>
          <p:spPr>
            <a:xfrm>
              <a:off x="4184275" y="2833369"/>
              <a:ext cx="2661920" cy="2927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acknowledgement</a:t>
              </a:r>
              <a:r>
                <a:rPr sz="1750" spc="-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7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number</a:t>
              </a:r>
              <a:endParaRPr sz="1750">
                <a:latin typeface="Comic Sans MS"/>
                <a:cs typeface="Comic Sans MS"/>
              </a:endParaRPr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FF4CD6B3-3862-6427-F48F-1C53711F4610}"/>
                </a:ext>
              </a:extLst>
            </p:cNvPr>
            <p:cNvSpPr/>
            <p:nvPr/>
          </p:nvSpPr>
          <p:spPr>
            <a:xfrm>
              <a:off x="3813695" y="3153930"/>
              <a:ext cx="3469640" cy="1189990"/>
            </a:xfrm>
            <a:custGeom>
              <a:avLst/>
              <a:gdLst/>
              <a:ahLst/>
              <a:cxnLst/>
              <a:rect l="l" t="t" r="r" b="b"/>
              <a:pathLst>
                <a:path w="3469640" h="1189989">
                  <a:moveTo>
                    <a:pt x="3464814" y="1171194"/>
                  </a:moveTo>
                  <a:lnTo>
                    <a:pt x="0" y="1172718"/>
                  </a:lnTo>
                  <a:lnTo>
                    <a:pt x="0" y="1189482"/>
                  </a:lnTo>
                  <a:lnTo>
                    <a:pt x="3464814" y="1187958"/>
                  </a:lnTo>
                  <a:lnTo>
                    <a:pt x="3464814" y="1171194"/>
                  </a:lnTo>
                  <a:close/>
                </a:path>
                <a:path w="3469640" h="1189989">
                  <a:moveTo>
                    <a:pt x="3469386" y="336042"/>
                  </a:moveTo>
                  <a:lnTo>
                    <a:pt x="1729701" y="336816"/>
                  </a:lnTo>
                  <a:lnTo>
                    <a:pt x="1727454" y="0"/>
                  </a:lnTo>
                  <a:lnTo>
                    <a:pt x="1710690" y="762"/>
                  </a:lnTo>
                  <a:lnTo>
                    <a:pt x="1712937" y="336816"/>
                  </a:lnTo>
                  <a:lnTo>
                    <a:pt x="3810" y="337566"/>
                  </a:lnTo>
                  <a:lnTo>
                    <a:pt x="3810" y="353568"/>
                  </a:lnTo>
                  <a:lnTo>
                    <a:pt x="1713052" y="353199"/>
                  </a:lnTo>
                  <a:lnTo>
                    <a:pt x="1715223" y="678954"/>
                  </a:lnTo>
                  <a:lnTo>
                    <a:pt x="0" y="679704"/>
                  </a:lnTo>
                  <a:lnTo>
                    <a:pt x="0" y="696468"/>
                  </a:lnTo>
                  <a:lnTo>
                    <a:pt x="3464814" y="694944"/>
                  </a:lnTo>
                  <a:lnTo>
                    <a:pt x="3464814" y="678180"/>
                  </a:lnTo>
                  <a:lnTo>
                    <a:pt x="1731987" y="678954"/>
                  </a:lnTo>
                  <a:lnTo>
                    <a:pt x="1729816" y="353199"/>
                  </a:lnTo>
                  <a:lnTo>
                    <a:pt x="3469386" y="352806"/>
                  </a:lnTo>
                  <a:lnTo>
                    <a:pt x="3469386" y="336042"/>
                  </a:lnTo>
                  <a:close/>
                </a:path>
              </a:pathLst>
            </a:custGeom>
            <a:solidFill>
              <a:srgbClr val="1637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87B1548A-329D-B7D2-511F-B9567AB36789}"/>
                </a:ext>
              </a:extLst>
            </p:cNvPr>
            <p:cNvSpPr txBox="1"/>
            <p:nvPr/>
          </p:nvSpPr>
          <p:spPr>
            <a:xfrm>
              <a:off x="5659507" y="3179317"/>
              <a:ext cx="1454785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Receive</a:t>
              </a:r>
              <a:r>
                <a:rPr sz="1550" spc="2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window</a:t>
              </a:r>
              <a:endParaRPr sz="1550">
                <a:latin typeface="Comic Sans MS"/>
                <a:cs typeface="Comic Sans MS"/>
              </a:endParaRPr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A5086EF6-3C1C-3F48-1955-63B35CC226F9}"/>
                </a:ext>
              </a:extLst>
            </p:cNvPr>
            <p:cNvSpPr txBox="1"/>
            <p:nvPr/>
          </p:nvSpPr>
          <p:spPr>
            <a:xfrm>
              <a:off x="5730370" y="3526020"/>
              <a:ext cx="1426845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Urg</a:t>
              </a:r>
              <a:r>
                <a:rPr sz="1550" spc="4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data</a:t>
              </a:r>
              <a:r>
                <a:rPr sz="1550" spc="6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pnter</a:t>
              </a:r>
              <a:endParaRPr sz="1550">
                <a:latin typeface="Comic Sans MS"/>
                <a:cs typeface="Comic Sans MS"/>
              </a:endParaRPr>
            </a:p>
          </p:txBody>
        </p:sp>
        <p:sp>
          <p:nvSpPr>
            <p:cNvPr id="14" name="object 16">
              <a:extLst>
                <a:ext uri="{FF2B5EF4-FFF2-40B4-BE49-F238E27FC236}">
                  <a16:creationId xmlns:a16="http://schemas.microsoft.com/office/drawing/2014/main" id="{3E0BE2F9-15DC-25B4-A3C0-92CB841BEA43}"/>
                </a:ext>
              </a:extLst>
            </p:cNvPr>
            <p:cNvSpPr txBox="1"/>
            <p:nvPr/>
          </p:nvSpPr>
          <p:spPr>
            <a:xfrm>
              <a:off x="4208648" y="3509246"/>
              <a:ext cx="923290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checksum</a:t>
              </a:r>
              <a:endParaRPr sz="1550">
                <a:latin typeface="Comic Sans MS"/>
                <a:cs typeface="Comic Sans MS"/>
              </a:endParaRPr>
            </a:p>
          </p:txBody>
        </p:sp>
        <p:sp>
          <p:nvSpPr>
            <p:cNvPr id="15" name="object 17">
              <a:extLst>
                <a:ext uri="{FF2B5EF4-FFF2-40B4-BE49-F238E27FC236}">
                  <a16:creationId xmlns:a16="http://schemas.microsoft.com/office/drawing/2014/main" id="{7743D998-22A1-EE8D-CFBE-F7EEFF7AAB84}"/>
                </a:ext>
              </a:extLst>
            </p:cNvPr>
            <p:cNvSpPr/>
            <p:nvPr/>
          </p:nvSpPr>
          <p:spPr>
            <a:xfrm>
              <a:off x="4668659" y="3145548"/>
              <a:ext cx="736600" cy="356870"/>
            </a:xfrm>
            <a:custGeom>
              <a:avLst/>
              <a:gdLst/>
              <a:ahLst/>
              <a:cxnLst/>
              <a:rect l="l" t="t" r="r" b="b"/>
              <a:pathLst>
                <a:path w="736600" h="356870">
                  <a:moveTo>
                    <a:pt x="17526" y="12954"/>
                  </a:moveTo>
                  <a:lnTo>
                    <a:pt x="762" y="12954"/>
                  </a:lnTo>
                  <a:lnTo>
                    <a:pt x="0" y="356616"/>
                  </a:lnTo>
                  <a:lnTo>
                    <a:pt x="16002" y="356616"/>
                  </a:lnTo>
                  <a:lnTo>
                    <a:pt x="17526" y="12954"/>
                  </a:lnTo>
                  <a:close/>
                </a:path>
                <a:path w="736600" h="356870">
                  <a:moveTo>
                    <a:pt x="168402" y="4572"/>
                  </a:moveTo>
                  <a:lnTo>
                    <a:pt x="151638" y="4572"/>
                  </a:lnTo>
                  <a:lnTo>
                    <a:pt x="150114" y="348234"/>
                  </a:lnTo>
                  <a:lnTo>
                    <a:pt x="166878" y="348234"/>
                  </a:lnTo>
                  <a:lnTo>
                    <a:pt x="168402" y="4572"/>
                  </a:lnTo>
                  <a:close/>
                </a:path>
                <a:path w="736600" h="356870">
                  <a:moveTo>
                    <a:pt x="305562" y="8382"/>
                  </a:moveTo>
                  <a:lnTo>
                    <a:pt x="289560" y="8382"/>
                  </a:lnTo>
                  <a:lnTo>
                    <a:pt x="288036" y="352806"/>
                  </a:lnTo>
                  <a:lnTo>
                    <a:pt x="304800" y="352806"/>
                  </a:lnTo>
                  <a:lnTo>
                    <a:pt x="305562" y="8382"/>
                  </a:lnTo>
                  <a:close/>
                </a:path>
                <a:path w="736600" h="356870">
                  <a:moveTo>
                    <a:pt x="448056" y="4572"/>
                  </a:moveTo>
                  <a:lnTo>
                    <a:pt x="431292" y="4572"/>
                  </a:lnTo>
                  <a:lnTo>
                    <a:pt x="429768" y="348234"/>
                  </a:lnTo>
                  <a:lnTo>
                    <a:pt x="446532" y="348234"/>
                  </a:lnTo>
                  <a:lnTo>
                    <a:pt x="448056" y="4572"/>
                  </a:lnTo>
                  <a:close/>
                </a:path>
                <a:path w="736600" h="356870">
                  <a:moveTo>
                    <a:pt x="594360" y="4572"/>
                  </a:moveTo>
                  <a:lnTo>
                    <a:pt x="577596" y="4572"/>
                  </a:lnTo>
                  <a:lnTo>
                    <a:pt x="576072" y="348234"/>
                  </a:lnTo>
                  <a:lnTo>
                    <a:pt x="592836" y="348234"/>
                  </a:lnTo>
                  <a:lnTo>
                    <a:pt x="594360" y="4572"/>
                  </a:lnTo>
                  <a:close/>
                </a:path>
                <a:path w="736600" h="356870">
                  <a:moveTo>
                    <a:pt x="736092" y="762"/>
                  </a:moveTo>
                  <a:lnTo>
                    <a:pt x="719328" y="0"/>
                  </a:lnTo>
                  <a:lnTo>
                    <a:pt x="717804" y="344424"/>
                  </a:lnTo>
                  <a:lnTo>
                    <a:pt x="734568" y="344424"/>
                  </a:lnTo>
                  <a:lnTo>
                    <a:pt x="736092" y="762"/>
                  </a:lnTo>
                  <a:close/>
                </a:path>
              </a:pathLst>
            </a:custGeom>
            <a:solidFill>
              <a:srgbClr val="1637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8">
              <a:extLst>
                <a:ext uri="{FF2B5EF4-FFF2-40B4-BE49-F238E27FC236}">
                  <a16:creationId xmlns:a16="http://schemas.microsoft.com/office/drawing/2014/main" id="{7FF01101-1575-08B3-428E-038BAC08385C}"/>
                </a:ext>
              </a:extLst>
            </p:cNvPr>
            <p:cNvSpPr txBox="1"/>
            <p:nvPr/>
          </p:nvSpPr>
          <p:spPr>
            <a:xfrm>
              <a:off x="4671955" y="3205226"/>
              <a:ext cx="852805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100" spc="112" baseline="1984" dirty="0">
                  <a:solidFill>
                    <a:srgbClr val="163794"/>
                  </a:solidFill>
                  <a:latin typeface="Comic Sans MS"/>
                  <a:cs typeface="Comic Sans MS"/>
                </a:rPr>
                <a:t>UAP</a:t>
              </a:r>
              <a:r>
                <a:rPr sz="2100" spc="-97" baseline="1984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2100" baseline="1984" dirty="0">
                  <a:solidFill>
                    <a:srgbClr val="163794"/>
                  </a:solidFill>
                  <a:latin typeface="Comic Sans MS"/>
                  <a:cs typeface="Comic Sans MS"/>
                </a:rPr>
                <a:t>R</a:t>
              </a:r>
              <a:r>
                <a:rPr sz="2100" spc="-284" baseline="1984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2100" spc="-15" baseline="1984" dirty="0">
                  <a:solidFill>
                    <a:srgbClr val="163794"/>
                  </a:solidFill>
                  <a:latin typeface="Comic Sans MS"/>
                  <a:cs typeface="Comic Sans MS"/>
                </a:rPr>
                <a:t>S</a:t>
              </a:r>
              <a:r>
                <a:rPr sz="2100" spc="-337" baseline="1984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F</a:t>
              </a:r>
              <a:endParaRPr sz="1400">
                <a:latin typeface="Comic Sans MS"/>
                <a:cs typeface="Comic Sans MS"/>
              </a:endParaRPr>
            </a:p>
          </p:txBody>
        </p:sp>
        <p:sp>
          <p:nvSpPr>
            <p:cNvPr id="17" name="object 19">
              <a:extLst>
                <a:ext uri="{FF2B5EF4-FFF2-40B4-BE49-F238E27FC236}">
                  <a16:creationId xmlns:a16="http://schemas.microsoft.com/office/drawing/2014/main" id="{CB653E1C-155F-2E94-6A1E-051C55BCD07C}"/>
                </a:ext>
              </a:extLst>
            </p:cNvPr>
            <p:cNvSpPr txBox="1"/>
            <p:nvPr/>
          </p:nvSpPr>
          <p:spPr>
            <a:xfrm>
              <a:off x="3838327" y="3114548"/>
              <a:ext cx="733425" cy="21336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200" dirty="0">
                  <a:solidFill>
                    <a:srgbClr val="163794"/>
                  </a:solidFill>
                  <a:latin typeface="Comic Sans MS"/>
                  <a:cs typeface="Comic Sans MS"/>
                </a:rPr>
                <a:t>head</a:t>
              </a:r>
              <a:r>
                <a:rPr sz="1200" spc="145" dirty="0">
                  <a:solidFill>
                    <a:srgbClr val="163794"/>
                  </a:solidFill>
                  <a:latin typeface="Comic Sans MS"/>
                  <a:cs typeface="Comic Sans MS"/>
                </a:rPr>
                <a:t>  </a:t>
              </a:r>
              <a:r>
                <a:rPr sz="1200" spc="-25" dirty="0">
                  <a:solidFill>
                    <a:srgbClr val="163794"/>
                  </a:solidFill>
                  <a:latin typeface="Comic Sans MS"/>
                  <a:cs typeface="Comic Sans MS"/>
                </a:rPr>
                <a:t>not</a:t>
              </a:r>
              <a:endParaRPr sz="1200">
                <a:latin typeface="Comic Sans MS"/>
                <a:cs typeface="Comic Sans MS"/>
              </a:endParaRPr>
            </a:p>
          </p:txBody>
        </p:sp>
        <p:sp>
          <p:nvSpPr>
            <p:cNvPr id="18" name="object 20">
              <a:extLst>
                <a:ext uri="{FF2B5EF4-FFF2-40B4-BE49-F238E27FC236}">
                  <a16:creationId xmlns:a16="http://schemas.microsoft.com/office/drawing/2014/main" id="{1365737C-D807-5D23-BE4A-D7CB56696D14}"/>
                </a:ext>
              </a:extLst>
            </p:cNvPr>
            <p:cNvSpPr txBox="1"/>
            <p:nvPr/>
          </p:nvSpPr>
          <p:spPr>
            <a:xfrm>
              <a:off x="3906903" y="3302000"/>
              <a:ext cx="713105" cy="21336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  <a:tabLst>
                  <a:tab pos="365125" algn="l"/>
                </a:tabLst>
              </a:pPr>
              <a:r>
                <a:rPr sz="1200" spc="-25" dirty="0">
                  <a:solidFill>
                    <a:srgbClr val="163794"/>
                  </a:solidFill>
                  <a:latin typeface="Comic Sans MS"/>
                  <a:cs typeface="Comic Sans MS"/>
                </a:rPr>
                <a:t>len</a:t>
              </a:r>
              <a:r>
                <a:rPr sz="1200" dirty="0">
                  <a:solidFill>
                    <a:srgbClr val="163794"/>
                  </a:solidFill>
                  <a:latin typeface="Comic Sans MS"/>
                  <a:cs typeface="Comic Sans MS"/>
                </a:rPr>
                <a:t>	</a:t>
              </a:r>
              <a:r>
                <a:rPr sz="1200" spc="-20" dirty="0">
                  <a:solidFill>
                    <a:srgbClr val="163794"/>
                  </a:solidFill>
                  <a:latin typeface="Comic Sans MS"/>
                  <a:cs typeface="Comic Sans MS"/>
                </a:rPr>
                <a:t>used</a:t>
              </a:r>
              <a:endParaRPr sz="1200">
                <a:latin typeface="Comic Sans MS"/>
                <a:cs typeface="Comic Sans MS"/>
              </a:endParaRPr>
            </a:p>
          </p:txBody>
        </p:sp>
        <p:sp>
          <p:nvSpPr>
            <p:cNvPr id="19" name="object 21">
              <a:extLst>
                <a:ext uri="{FF2B5EF4-FFF2-40B4-BE49-F238E27FC236}">
                  <a16:creationId xmlns:a16="http://schemas.microsoft.com/office/drawing/2014/main" id="{1064562A-7F11-2C77-3B71-7AE88534419A}"/>
                </a:ext>
              </a:extLst>
            </p:cNvPr>
            <p:cNvSpPr/>
            <p:nvPr/>
          </p:nvSpPr>
          <p:spPr>
            <a:xfrm>
              <a:off x="4225937" y="3150107"/>
              <a:ext cx="17780" cy="344170"/>
            </a:xfrm>
            <a:custGeom>
              <a:avLst/>
              <a:gdLst/>
              <a:ahLst/>
              <a:cxnLst/>
              <a:rect l="l" t="t" r="r" b="b"/>
              <a:pathLst>
                <a:path w="17779" h="344170">
                  <a:moveTo>
                    <a:pt x="17525" y="0"/>
                  </a:moveTo>
                  <a:lnTo>
                    <a:pt x="761" y="0"/>
                  </a:lnTo>
                  <a:lnTo>
                    <a:pt x="0" y="343662"/>
                  </a:lnTo>
                  <a:lnTo>
                    <a:pt x="16001" y="343662"/>
                  </a:lnTo>
                  <a:lnTo>
                    <a:pt x="17525" y="0"/>
                  </a:lnTo>
                  <a:close/>
                </a:path>
              </a:pathLst>
            </a:custGeom>
            <a:solidFill>
              <a:srgbClr val="1637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2">
              <a:extLst>
                <a:ext uri="{FF2B5EF4-FFF2-40B4-BE49-F238E27FC236}">
                  <a16:creationId xmlns:a16="http://schemas.microsoft.com/office/drawing/2014/main" id="{9FF2950A-5BA9-0976-54F6-7F9FFEC2A831}"/>
                </a:ext>
              </a:extLst>
            </p:cNvPr>
            <p:cNvSpPr txBox="1"/>
            <p:nvPr/>
          </p:nvSpPr>
          <p:spPr>
            <a:xfrm>
              <a:off x="4227709" y="3948938"/>
              <a:ext cx="2604770" cy="2927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Options (variable</a:t>
              </a:r>
              <a:r>
                <a:rPr sz="1750" spc="3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7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length)</a:t>
              </a:r>
              <a:endParaRPr sz="1750">
                <a:latin typeface="Comic Sans MS"/>
                <a:cs typeface="Comic Sans MS"/>
              </a:endParaRPr>
            </a:p>
          </p:txBody>
        </p:sp>
        <p:sp>
          <p:nvSpPr>
            <p:cNvPr id="21" name="object 23">
              <a:extLst>
                <a:ext uri="{FF2B5EF4-FFF2-40B4-BE49-F238E27FC236}">
                  <a16:creationId xmlns:a16="http://schemas.microsoft.com/office/drawing/2014/main" id="{117CB620-8F27-AE16-4329-E15AEBAA5804}"/>
                </a:ext>
              </a:extLst>
            </p:cNvPr>
            <p:cNvSpPr/>
            <p:nvPr/>
          </p:nvSpPr>
          <p:spPr>
            <a:xfrm>
              <a:off x="3403739" y="2299728"/>
              <a:ext cx="2073910" cy="1777364"/>
            </a:xfrm>
            <a:custGeom>
              <a:avLst/>
              <a:gdLst/>
              <a:ahLst/>
              <a:cxnLst/>
              <a:rect l="l" t="t" r="r" b="b"/>
              <a:pathLst>
                <a:path w="2073910" h="1777364">
                  <a:moveTo>
                    <a:pt x="1342644" y="843534"/>
                  </a:moveTo>
                  <a:lnTo>
                    <a:pt x="31242" y="0"/>
                  </a:lnTo>
                  <a:lnTo>
                    <a:pt x="22098" y="13716"/>
                  </a:lnTo>
                  <a:lnTo>
                    <a:pt x="1333500" y="857250"/>
                  </a:lnTo>
                  <a:lnTo>
                    <a:pt x="1342644" y="843534"/>
                  </a:lnTo>
                  <a:close/>
                </a:path>
                <a:path w="2073910" h="1777364">
                  <a:moveTo>
                    <a:pt x="1448562" y="900684"/>
                  </a:moveTo>
                  <a:lnTo>
                    <a:pt x="3810" y="591312"/>
                  </a:lnTo>
                  <a:lnTo>
                    <a:pt x="0" y="608076"/>
                  </a:lnTo>
                  <a:lnTo>
                    <a:pt x="1445514" y="916686"/>
                  </a:lnTo>
                  <a:lnTo>
                    <a:pt x="1448562" y="900684"/>
                  </a:lnTo>
                  <a:close/>
                </a:path>
                <a:path w="2073910" h="1777364">
                  <a:moveTo>
                    <a:pt x="1624584" y="916686"/>
                  </a:moveTo>
                  <a:lnTo>
                    <a:pt x="1620012" y="900684"/>
                  </a:lnTo>
                  <a:lnTo>
                    <a:pt x="8382" y="1301496"/>
                  </a:lnTo>
                  <a:lnTo>
                    <a:pt x="12192" y="1318260"/>
                  </a:lnTo>
                  <a:lnTo>
                    <a:pt x="1624584" y="916686"/>
                  </a:lnTo>
                  <a:close/>
                </a:path>
                <a:path w="2073910" h="1777364">
                  <a:moveTo>
                    <a:pt x="2073402" y="1151382"/>
                  </a:moveTo>
                  <a:lnTo>
                    <a:pt x="1783842" y="1143063"/>
                  </a:lnTo>
                  <a:lnTo>
                    <a:pt x="1778508" y="1143000"/>
                  </a:lnTo>
                  <a:lnTo>
                    <a:pt x="41148" y="1760982"/>
                  </a:lnTo>
                  <a:lnTo>
                    <a:pt x="46482" y="1776984"/>
                  </a:lnTo>
                  <a:lnTo>
                    <a:pt x="1780794" y="1160081"/>
                  </a:lnTo>
                  <a:lnTo>
                    <a:pt x="1781556" y="1159814"/>
                  </a:lnTo>
                  <a:lnTo>
                    <a:pt x="1780794" y="1159764"/>
                  </a:lnTo>
                  <a:lnTo>
                    <a:pt x="1781556" y="1159776"/>
                  </a:lnTo>
                  <a:lnTo>
                    <a:pt x="1783842" y="1159002"/>
                  </a:lnTo>
                  <a:lnTo>
                    <a:pt x="1781556" y="1159814"/>
                  </a:lnTo>
                  <a:lnTo>
                    <a:pt x="1783842" y="1159840"/>
                  </a:lnTo>
                  <a:lnTo>
                    <a:pt x="2073402" y="1168146"/>
                  </a:lnTo>
                  <a:lnTo>
                    <a:pt x="2073402" y="115138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4">
              <a:extLst>
                <a:ext uri="{FF2B5EF4-FFF2-40B4-BE49-F238E27FC236}">
                  <a16:creationId xmlns:a16="http://schemas.microsoft.com/office/drawing/2014/main" id="{EC5FE182-E29D-18E4-C229-1E14E840FFE6}"/>
                </a:ext>
              </a:extLst>
            </p:cNvPr>
            <p:cNvSpPr txBox="1"/>
            <p:nvPr/>
          </p:nvSpPr>
          <p:spPr>
            <a:xfrm>
              <a:off x="1550050" y="2000503"/>
              <a:ext cx="1894205" cy="3846829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37465" marR="5080" indent="160020">
                <a:lnSpc>
                  <a:spcPct val="101899"/>
                </a:lnSpc>
                <a:spcBef>
                  <a:spcPts val="90"/>
                </a:spcBef>
              </a:pP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URG:</a:t>
              </a:r>
              <a:r>
                <a:rPr sz="1550" spc="6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urgent</a:t>
              </a:r>
              <a:r>
                <a:rPr sz="1550" spc="5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20" dirty="0">
                  <a:solidFill>
                    <a:srgbClr val="163794"/>
                  </a:solidFill>
                  <a:latin typeface="Comic Sans MS"/>
                  <a:cs typeface="Comic Sans MS"/>
                </a:rPr>
                <a:t>data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(generally</a:t>
              </a:r>
              <a:r>
                <a:rPr sz="1550" spc="4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not</a:t>
              </a:r>
              <a:r>
                <a:rPr sz="1550" spc="6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used)</a:t>
              </a:r>
              <a:endParaRPr sz="1550" dirty="0">
                <a:latin typeface="Comic Sans MS"/>
                <a:cs typeface="Comic Sans MS"/>
              </a:endParaRPr>
            </a:p>
            <a:p>
              <a:pPr marR="47625" algn="r">
                <a:lnSpc>
                  <a:spcPct val="100000"/>
                </a:lnSpc>
                <a:spcBef>
                  <a:spcPts val="1245"/>
                </a:spcBef>
              </a:pP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ACK:</a:t>
              </a:r>
              <a:r>
                <a:rPr sz="1550" spc="2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ACK</a:t>
              </a:r>
              <a:r>
                <a:rPr sz="1550" spc="2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#</a:t>
              </a:r>
              <a:endParaRPr sz="1550" dirty="0">
                <a:latin typeface="Comic Sans MS"/>
                <a:cs typeface="Comic Sans MS"/>
              </a:endParaRPr>
            </a:p>
            <a:p>
              <a:pPr marL="1409065">
                <a:lnSpc>
                  <a:spcPct val="100000"/>
                </a:lnSpc>
                <a:spcBef>
                  <a:spcPts val="35"/>
                </a:spcBef>
              </a:pP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valid</a:t>
              </a:r>
              <a:endParaRPr sz="1550" dirty="0">
                <a:latin typeface="Comic Sans MS"/>
                <a:cs typeface="Comic Sans MS"/>
              </a:endParaRPr>
            </a:p>
            <a:p>
              <a:pPr marL="12700" marR="29845" indent="13970">
                <a:lnSpc>
                  <a:spcPct val="101899"/>
                </a:lnSpc>
                <a:spcBef>
                  <a:spcPts val="880"/>
                </a:spcBef>
              </a:pP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PSH:</a:t>
              </a:r>
              <a:r>
                <a:rPr sz="1550" spc="6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push</a:t>
              </a:r>
              <a:r>
                <a:rPr sz="1550" spc="6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data</a:t>
              </a:r>
              <a:r>
                <a:rPr sz="1550" spc="6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25" dirty="0">
                  <a:solidFill>
                    <a:srgbClr val="163794"/>
                  </a:solidFill>
                  <a:latin typeface="Comic Sans MS"/>
                  <a:cs typeface="Comic Sans MS"/>
                </a:rPr>
                <a:t>now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(generally</a:t>
              </a:r>
              <a:r>
                <a:rPr sz="1550" spc="4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not</a:t>
              </a:r>
              <a:r>
                <a:rPr sz="1550" spc="6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used)</a:t>
              </a:r>
              <a:endParaRPr sz="1550" dirty="0">
                <a:latin typeface="Comic Sans MS"/>
                <a:cs typeface="Comic Sans MS"/>
              </a:endParaRPr>
            </a:p>
            <a:p>
              <a:pPr marR="12700" algn="r">
                <a:lnSpc>
                  <a:spcPct val="100000"/>
                </a:lnSpc>
                <a:spcBef>
                  <a:spcPts val="1764"/>
                </a:spcBef>
              </a:pP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RST,</a:t>
              </a:r>
              <a:r>
                <a:rPr sz="1550" spc="4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SYN,</a:t>
              </a:r>
              <a:r>
                <a:rPr sz="1550" spc="4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20" dirty="0">
                  <a:solidFill>
                    <a:srgbClr val="163794"/>
                  </a:solidFill>
                  <a:latin typeface="Comic Sans MS"/>
                  <a:cs typeface="Comic Sans MS"/>
                </a:rPr>
                <a:t>FIN:</a:t>
              </a:r>
              <a:endParaRPr sz="1550" dirty="0">
                <a:latin typeface="Comic Sans MS"/>
                <a:cs typeface="Comic Sans MS"/>
              </a:endParaRPr>
            </a:p>
            <a:p>
              <a:pPr marL="301625" marR="13970" indent="-3810" algn="r">
                <a:lnSpc>
                  <a:spcPts val="1900"/>
                </a:lnSpc>
                <a:spcBef>
                  <a:spcPts val="60"/>
                </a:spcBef>
              </a:pP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connection</a:t>
              </a:r>
              <a:r>
                <a:rPr sz="1550" spc="2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estab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(setup,</a:t>
              </a:r>
              <a:r>
                <a:rPr sz="1550" spc="10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teardown</a:t>
              </a:r>
              <a:endParaRPr sz="1550" dirty="0">
                <a:latin typeface="Comic Sans MS"/>
                <a:cs typeface="Comic Sans MS"/>
              </a:endParaRPr>
            </a:p>
            <a:p>
              <a:pPr marR="13335" algn="r">
                <a:lnSpc>
                  <a:spcPts val="1830"/>
                </a:lnSpc>
              </a:pP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commands)</a:t>
              </a:r>
              <a:endParaRPr sz="1550" dirty="0">
                <a:latin typeface="Comic Sans MS"/>
                <a:cs typeface="Comic Sans MS"/>
              </a:endParaRPr>
            </a:p>
            <a:p>
              <a:pPr marL="753110" marR="107950" indent="199390" algn="r">
                <a:lnSpc>
                  <a:spcPct val="101899"/>
                </a:lnSpc>
                <a:spcBef>
                  <a:spcPts val="1630"/>
                </a:spcBef>
              </a:pP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Internet checksum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(as</a:t>
              </a:r>
              <a:r>
                <a:rPr sz="1550" spc="3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in</a:t>
              </a:r>
              <a:r>
                <a:rPr sz="1550" spc="2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20" dirty="0">
                  <a:solidFill>
                    <a:srgbClr val="163794"/>
                  </a:solidFill>
                  <a:latin typeface="Comic Sans MS"/>
                  <a:cs typeface="Comic Sans MS"/>
                </a:rPr>
                <a:t>UDP)</a:t>
              </a:r>
              <a:endParaRPr sz="1550" dirty="0">
                <a:latin typeface="Comic Sans MS"/>
                <a:cs typeface="Comic Sans MS"/>
              </a:endParaRPr>
            </a:p>
          </p:txBody>
        </p:sp>
        <p:sp>
          <p:nvSpPr>
            <p:cNvPr id="23" name="object 25">
              <a:extLst>
                <a:ext uri="{FF2B5EF4-FFF2-40B4-BE49-F238E27FC236}">
                  <a16:creationId xmlns:a16="http://schemas.microsoft.com/office/drawing/2014/main" id="{43571C83-7E58-ED14-2962-EA06054B51E6}"/>
                </a:ext>
              </a:extLst>
            </p:cNvPr>
            <p:cNvSpPr/>
            <p:nvPr/>
          </p:nvSpPr>
          <p:spPr>
            <a:xfrm>
              <a:off x="3332873" y="3728465"/>
              <a:ext cx="1858010" cy="1750060"/>
            </a:xfrm>
            <a:custGeom>
              <a:avLst/>
              <a:gdLst/>
              <a:ahLst/>
              <a:cxnLst/>
              <a:rect l="l" t="t" r="r" b="b"/>
              <a:pathLst>
                <a:path w="1858010" h="1750060">
                  <a:moveTo>
                    <a:pt x="1857755" y="12191"/>
                  </a:moveTo>
                  <a:lnTo>
                    <a:pt x="1846325" y="0"/>
                  </a:lnTo>
                  <a:lnTo>
                    <a:pt x="0" y="1737359"/>
                  </a:lnTo>
                  <a:lnTo>
                    <a:pt x="11429" y="1749552"/>
                  </a:lnTo>
                  <a:lnTo>
                    <a:pt x="1857755" y="121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6">
              <a:extLst>
                <a:ext uri="{FF2B5EF4-FFF2-40B4-BE49-F238E27FC236}">
                  <a16:creationId xmlns:a16="http://schemas.microsoft.com/office/drawing/2014/main" id="{072817AF-70DB-EC1F-77AA-EF1CF25451BB}"/>
                </a:ext>
              </a:extLst>
            </p:cNvPr>
            <p:cNvSpPr txBox="1"/>
            <p:nvPr/>
          </p:nvSpPr>
          <p:spPr>
            <a:xfrm>
              <a:off x="7941697" y="3387344"/>
              <a:ext cx="1049020" cy="74803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 marR="5080">
                <a:lnSpc>
                  <a:spcPct val="101899"/>
                </a:lnSpc>
                <a:spcBef>
                  <a:spcPts val="90"/>
                </a:spcBef>
              </a:pP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#</a:t>
              </a:r>
              <a:r>
                <a:rPr sz="1550" spc="1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bytes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rcvr</a:t>
              </a:r>
              <a:r>
                <a:rPr sz="1550" spc="2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willing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to</a:t>
              </a:r>
              <a:r>
                <a:rPr sz="1550" spc="4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accept</a:t>
              </a:r>
              <a:endParaRPr sz="1550">
                <a:latin typeface="Comic Sans MS"/>
                <a:cs typeface="Comic Sans MS"/>
              </a:endParaRPr>
            </a:p>
          </p:txBody>
        </p:sp>
        <p:sp>
          <p:nvSpPr>
            <p:cNvPr id="25" name="object 27">
              <a:extLst>
                <a:ext uri="{FF2B5EF4-FFF2-40B4-BE49-F238E27FC236}">
                  <a16:creationId xmlns:a16="http://schemas.microsoft.com/office/drawing/2014/main" id="{081E9D6D-FDE5-4AAE-D9C3-07D92210C0B9}"/>
                </a:ext>
              </a:extLst>
            </p:cNvPr>
            <p:cNvSpPr/>
            <p:nvPr/>
          </p:nvSpPr>
          <p:spPr>
            <a:xfrm>
              <a:off x="7210679" y="3368040"/>
              <a:ext cx="718185" cy="424815"/>
            </a:xfrm>
            <a:custGeom>
              <a:avLst/>
              <a:gdLst/>
              <a:ahLst/>
              <a:cxnLst/>
              <a:rect l="l" t="t" r="r" b="b"/>
              <a:pathLst>
                <a:path w="718184" h="424814">
                  <a:moveTo>
                    <a:pt x="717804" y="409956"/>
                  </a:moveTo>
                  <a:lnTo>
                    <a:pt x="8382" y="0"/>
                  </a:lnTo>
                  <a:lnTo>
                    <a:pt x="0" y="14478"/>
                  </a:lnTo>
                  <a:lnTo>
                    <a:pt x="709422" y="424434"/>
                  </a:lnTo>
                  <a:lnTo>
                    <a:pt x="717804" y="40995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8">
              <a:extLst>
                <a:ext uri="{FF2B5EF4-FFF2-40B4-BE49-F238E27FC236}">
                  <a16:creationId xmlns:a16="http://schemas.microsoft.com/office/drawing/2014/main" id="{A992721A-4F97-8FCF-1A24-570E1A8DC254}"/>
                </a:ext>
              </a:extLst>
            </p:cNvPr>
            <p:cNvSpPr txBox="1"/>
            <p:nvPr/>
          </p:nvSpPr>
          <p:spPr>
            <a:xfrm>
              <a:off x="7672711" y="2084323"/>
              <a:ext cx="1461770" cy="98869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632460" algn="just">
                <a:lnSpc>
                  <a:spcPct val="101800"/>
                </a:lnSpc>
                <a:spcBef>
                  <a:spcPts val="95"/>
                </a:spcBef>
              </a:pP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counting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by</a:t>
              </a:r>
              <a:r>
                <a:rPr sz="1550" spc="2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bytes </a:t>
              </a: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of</a:t>
              </a:r>
              <a:r>
                <a:rPr sz="1550" spc="2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20" dirty="0">
                  <a:solidFill>
                    <a:srgbClr val="163794"/>
                  </a:solidFill>
                  <a:latin typeface="Comic Sans MS"/>
                  <a:cs typeface="Comic Sans MS"/>
                </a:rPr>
                <a:t>data</a:t>
              </a:r>
              <a:endParaRPr sz="1550">
                <a:latin typeface="Comic Sans MS"/>
                <a:cs typeface="Comic Sans MS"/>
              </a:endParaRPr>
            </a:p>
            <a:p>
              <a:pPr marL="12700" algn="just">
                <a:lnSpc>
                  <a:spcPct val="100000"/>
                </a:lnSpc>
                <a:spcBef>
                  <a:spcPts val="40"/>
                </a:spcBef>
              </a:pP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(not</a:t>
              </a:r>
              <a:r>
                <a:rPr sz="1550" spc="6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segments!)</a:t>
              </a:r>
              <a:endParaRPr sz="1550">
                <a:latin typeface="Comic Sans MS"/>
                <a:cs typeface="Comic Sans MS"/>
              </a:endParaRPr>
            </a:p>
          </p:txBody>
        </p:sp>
        <p:sp>
          <p:nvSpPr>
            <p:cNvPr id="27" name="object 29">
              <a:extLst>
                <a:ext uri="{FF2B5EF4-FFF2-40B4-BE49-F238E27FC236}">
                  <a16:creationId xmlns:a16="http://schemas.microsoft.com/office/drawing/2014/main" id="{1187E334-2A5C-025D-53CB-C23228E9D2CB}"/>
                </a:ext>
              </a:extLst>
            </p:cNvPr>
            <p:cNvSpPr/>
            <p:nvPr/>
          </p:nvSpPr>
          <p:spPr>
            <a:xfrm>
              <a:off x="7116953" y="2225052"/>
              <a:ext cx="530860" cy="795655"/>
            </a:xfrm>
            <a:custGeom>
              <a:avLst/>
              <a:gdLst/>
              <a:ahLst/>
              <a:cxnLst/>
              <a:rect l="l" t="t" r="r" b="b"/>
              <a:pathLst>
                <a:path w="530859" h="795655">
                  <a:moveTo>
                    <a:pt x="512826" y="12192"/>
                  </a:moveTo>
                  <a:lnTo>
                    <a:pt x="501396" y="0"/>
                  </a:lnTo>
                  <a:lnTo>
                    <a:pt x="0" y="459486"/>
                  </a:lnTo>
                  <a:lnTo>
                    <a:pt x="11430" y="471678"/>
                  </a:lnTo>
                  <a:lnTo>
                    <a:pt x="512826" y="12192"/>
                  </a:lnTo>
                  <a:close/>
                </a:path>
                <a:path w="530859" h="795655">
                  <a:moveTo>
                    <a:pt x="530352" y="19050"/>
                  </a:moveTo>
                  <a:lnTo>
                    <a:pt x="516636" y="9906"/>
                  </a:lnTo>
                  <a:lnTo>
                    <a:pt x="32004" y="787146"/>
                  </a:lnTo>
                  <a:lnTo>
                    <a:pt x="46482" y="795528"/>
                  </a:lnTo>
                  <a:lnTo>
                    <a:pt x="530352" y="190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10">
              <a:extLst>
                <a:ext uri="{FF2B5EF4-FFF2-40B4-BE49-F238E27FC236}">
                  <a16:creationId xmlns:a16="http://schemas.microsoft.com/office/drawing/2014/main" id="{7599BFEC-D38D-3959-7201-FFD92F8F4F75}"/>
                </a:ext>
              </a:extLst>
            </p:cNvPr>
            <p:cNvSpPr txBox="1"/>
            <p:nvPr/>
          </p:nvSpPr>
          <p:spPr>
            <a:xfrm>
              <a:off x="4003037" y="1748689"/>
              <a:ext cx="3087370" cy="106235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6830" algn="ctr">
                <a:lnSpc>
                  <a:spcPct val="100000"/>
                </a:lnSpc>
                <a:spcBef>
                  <a:spcPts val="125"/>
                </a:spcBef>
              </a:pPr>
              <a:r>
                <a:rPr sz="1550" dirty="0">
                  <a:solidFill>
                    <a:srgbClr val="163794"/>
                  </a:solidFill>
                  <a:latin typeface="Comic Sans MS"/>
                  <a:cs typeface="Comic Sans MS"/>
                </a:rPr>
                <a:t>32</a:t>
              </a:r>
              <a:r>
                <a:rPr sz="1550" spc="2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spc="-20" dirty="0">
                  <a:solidFill>
                    <a:srgbClr val="163794"/>
                  </a:solidFill>
                  <a:latin typeface="Comic Sans MS"/>
                  <a:cs typeface="Comic Sans MS"/>
                </a:rPr>
                <a:t>bits</a:t>
              </a:r>
              <a:endParaRPr sz="1550" dirty="0">
                <a:latin typeface="Comic Sans MS"/>
                <a:cs typeface="Comic Sans MS"/>
              </a:endParaRPr>
            </a:p>
            <a:p>
              <a:pPr marL="12065" marR="5080" algn="ctr">
                <a:lnSpc>
                  <a:spcPct val="126299"/>
                </a:lnSpc>
                <a:spcBef>
                  <a:spcPts val="969"/>
                </a:spcBef>
                <a:tabLst>
                  <a:tab pos="1838960" algn="l"/>
                </a:tabLst>
              </a:pPr>
              <a:r>
                <a:rPr sz="2625" baseline="1587" dirty="0">
                  <a:solidFill>
                    <a:srgbClr val="163794"/>
                  </a:solidFill>
                  <a:latin typeface="Comic Sans MS"/>
                  <a:cs typeface="Comic Sans MS"/>
                </a:rPr>
                <a:t>source</a:t>
              </a:r>
              <a:r>
                <a:rPr sz="2625" spc="-37" baseline="1587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2625" baseline="1587" dirty="0">
                  <a:solidFill>
                    <a:srgbClr val="163794"/>
                  </a:solidFill>
                  <a:latin typeface="Comic Sans MS"/>
                  <a:cs typeface="Comic Sans MS"/>
                </a:rPr>
                <a:t>port</a:t>
              </a:r>
              <a:r>
                <a:rPr sz="2625" spc="-30" baseline="1587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2625" spc="-75" baseline="1587" dirty="0">
                  <a:solidFill>
                    <a:srgbClr val="163794"/>
                  </a:solidFill>
                  <a:latin typeface="Comic Sans MS"/>
                  <a:cs typeface="Comic Sans MS"/>
                </a:rPr>
                <a:t>#</a:t>
              </a:r>
              <a:r>
                <a:rPr sz="2625" baseline="1587" dirty="0">
                  <a:solidFill>
                    <a:srgbClr val="163794"/>
                  </a:solidFill>
                  <a:latin typeface="Comic Sans MS"/>
                  <a:cs typeface="Comic Sans MS"/>
                </a:rPr>
                <a:t>	</a:t>
              </a: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dest port </a:t>
              </a:r>
              <a:r>
                <a:rPr sz="1750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# </a:t>
              </a:r>
              <a:r>
                <a:rPr sz="1750" dirty="0">
                  <a:solidFill>
                    <a:srgbClr val="163794"/>
                  </a:solidFill>
                  <a:latin typeface="Comic Sans MS"/>
                  <a:cs typeface="Comic Sans MS"/>
                </a:rPr>
                <a:t>sequence</a:t>
              </a:r>
              <a:r>
                <a:rPr sz="1750" spc="-6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750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number</a:t>
              </a:r>
              <a:endParaRPr sz="1750" dirty="0">
                <a:latin typeface="Comic Sans MS"/>
                <a:cs typeface="Comic Sans MS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C737751A-1AD8-C259-8FE4-F4B63E590120}"/>
              </a:ext>
            </a:extLst>
          </p:cNvPr>
          <p:cNvSpPr txBox="1"/>
          <p:nvPr/>
        </p:nvSpPr>
        <p:spPr>
          <a:xfrm>
            <a:off x="5190551" y="767590"/>
            <a:ext cx="1869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TCP</a:t>
            </a:r>
            <a:r>
              <a:rPr kumimoji="1" lang="zh-CN" altLang="en-US" sz="2800" dirty="0"/>
              <a:t>段结构</a:t>
            </a:r>
          </a:p>
        </p:txBody>
      </p:sp>
    </p:spTree>
    <p:extLst>
      <p:ext uri="{BB962C8B-B14F-4D97-AF65-F5344CB8AC3E}">
        <p14:creationId xmlns:p14="http://schemas.microsoft.com/office/powerpoint/2010/main" val="13435653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>
            <a:extLst>
              <a:ext uri="{FF2B5EF4-FFF2-40B4-BE49-F238E27FC236}">
                <a16:creationId xmlns:a16="http://schemas.microsoft.com/office/drawing/2014/main" id="{1993929B-5AAF-2108-5435-9E84DD30D61F}"/>
              </a:ext>
            </a:extLst>
          </p:cNvPr>
          <p:cNvGrpSpPr/>
          <p:nvPr/>
        </p:nvGrpSpPr>
        <p:grpSpPr>
          <a:xfrm>
            <a:off x="82729" y="543850"/>
            <a:ext cx="4665443" cy="6200043"/>
            <a:chOff x="82729" y="543850"/>
            <a:chExt cx="4665443" cy="6200043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A39F11F4-00FA-54D3-6238-A91E8999C898}"/>
                </a:ext>
              </a:extLst>
            </p:cNvPr>
            <p:cNvGrpSpPr/>
            <p:nvPr/>
          </p:nvGrpSpPr>
          <p:grpSpPr>
            <a:xfrm>
              <a:off x="693123" y="543850"/>
              <a:ext cx="3436917" cy="6200043"/>
              <a:chOff x="693123" y="543850"/>
              <a:chExt cx="3436917" cy="6200043"/>
            </a:xfrm>
          </p:grpSpPr>
          <p:cxnSp>
            <p:nvCxnSpPr>
              <p:cNvPr id="3" name="直线箭头连接符 2">
                <a:extLst>
                  <a:ext uri="{FF2B5EF4-FFF2-40B4-BE49-F238E27FC236}">
                    <a16:creationId xmlns:a16="http://schemas.microsoft.com/office/drawing/2014/main" id="{AFC781D7-86C2-FF3B-1655-0C6C78989D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543" y="1657815"/>
                <a:ext cx="0" cy="465764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" name="图形 4" descr="计算机 纯色填充">
                <a:extLst>
                  <a:ext uri="{FF2B5EF4-FFF2-40B4-BE49-F238E27FC236}">
                    <a16:creationId xmlns:a16="http://schemas.microsoft.com/office/drawing/2014/main" id="{2E285C7C-1401-2D76-54A7-762F9FDF3E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505200" y="1032975"/>
                <a:ext cx="624840" cy="624840"/>
              </a:xfrm>
              <a:prstGeom prst="rect">
                <a:avLst/>
              </a:prstGeom>
            </p:spPr>
          </p:pic>
          <p:pic>
            <p:nvPicPr>
              <p:cNvPr id="7" name="图形 6" descr="Internet 纯色填充">
                <a:extLst>
                  <a:ext uri="{FF2B5EF4-FFF2-40B4-BE49-F238E27FC236}">
                    <a16:creationId xmlns:a16="http://schemas.microsoft.com/office/drawing/2014/main" id="{21AA8057-D746-A823-286F-BA15718CA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93123" y="1032975"/>
                <a:ext cx="624840" cy="624840"/>
              </a:xfrm>
              <a:prstGeom prst="rect">
                <a:avLst/>
              </a:prstGeom>
            </p:spPr>
          </p:pic>
          <p:cxnSp>
            <p:nvCxnSpPr>
              <p:cNvPr id="9" name="直线箭头连接符 8">
                <a:extLst>
                  <a:ext uri="{FF2B5EF4-FFF2-40B4-BE49-F238E27FC236}">
                    <a16:creationId xmlns:a16="http://schemas.microsoft.com/office/drawing/2014/main" id="{F535DC96-79AD-4892-B5EC-592AF49BA4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17620" y="1598341"/>
                <a:ext cx="0" cy="471711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箭头连接符 10">
                <a:extLst>
                  <a:ext uri="{FF2B5EF4-FFF2-40B4-BE49-F238E27FC236}">
                    <a16:creationId xmlns:a16="http://schemas.microsoft.com/office/drawing/2014/main" id="{8D242278-F8DE-8272-1F05-DFCC6C2089B3}"/>
                  </a:ext>
                </a:extLst>
              </p:cNvPr>
              <p:cNvCxnSpPr/>
              <p:nvPr/>
            </p:nvCxnSpPr>
            <p:spPr>
              <a:xfrm>
                <a:off x="1005544" y="1824941"/>
                <a:ext cx="2812077" cy="110716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16F9D2F-E722-9A7A-7FDA-86AD67BBE1E5}"/>
                  </a:ext>
                </a:extLst>
              </p:cNvPr>
              <p:cNvSpPr txBox="1"/>
              <p:nvPr/>
            </p:nvSpPr>
            <p:spPr>
              <a:xfrm rot="1282974">
                <a:off x="1550433" y="1989298"/>
                <a:ext cx="17379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YSN=1, Seq = x</a:t>
                </a:r>
                <a:endParaRPr kumimoji="1" lang="zh-CN" altLang="en-US" dirty="0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6A12AFC-3237-8523-3AB5-C28A3ADCB7FF}"/>
                  </a:ext>
                </a:extLst>
              </p:cNvPr>
              <p:cNvSpPr txBox="1"/>
              <p:nvPr/>
            </p:nvSpPr>
            <p:spPr>
              <a:xfrm>
                <a:off x="1205484" y="1141626"/>
                <a:ext cx="9589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Client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endParaRPr kumimoji="1" lang="zh-CN" altLang="en-US" dirty="0"/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0E11F69-B480-2E7C-240E-E783DB23112A}"/>
                  </a:ext>
                </a:extLst>
              </p:cNvPr>
              <p:cNvSpPr txBox="1"/>
              <p:nvPr/>
            </p:nvSpPr>
            <p:spPr>
              <a:xfrm>
                <a:off x="2559060" y="1162048"/>
                <a:ext cx="9957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Server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</a:t>
                </a:r>
                <a:endParaRPr kumimoji="1" lang="zh-CN" altLang="en-US" dirty="0"/>
              </a:p>
            </p:txBody>
          </p:sp>
          <p:cxnSp>
            <p:nvCxnSpPr>
              <p:cNvPr id="15" name="直线箭头连接符 14">
                <a:extLst>
                  <a:ext uri="{FF2B5EF4-FFF2-40B4-BE49-F238E27FC236}">
                    <a16:creationId xmlns:a16="http://schemas.microsoft.com/office/drawing/2014/main" id="{36CC4A90-C602-76BA-2DD2-5D118BB9BF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5542" y="2932108"/>
                <a:ext cx="2732068" cy="115883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CC304AA-605B-EB80-683F-3F64EB6D80E1}"/>
                  </a:ext>
                </a:extLst>
              </p:cNvPr>
              <p:cNvSpPr txBox="1"/>
              <p:nvPr/>
            </p:nvSpPr>
            <p:spPr>
              <a:xfrm rot="20174707">
                <a:off x="1136542" y="3007513"/>
                <a:ext cx="18694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YSN = 1, Seq = y</a:t>
                </a:r>
              </a:p>
              <a:p>
                <a:r>
                  <a:rPr kumimoji="1" lang="en-US" altLang="zh-CN" dirty="0"/>
                  <a:t>ACK = x + 1</a:t>
                </a:r>
                <a:endParaRPr kumimoji="1" lang="zh-CN" altLang="en-US" dirty="0"/>
              </a:p>
            </p:txBody>
          </p:sp>
          <p:cxnSp>
            <p:nvCxnSpPr>
              <p:cNvPr id="20" name="直线箭头连接符 19">
                <a:extLst>
                  <a:ext uri="{FF2B5EF4-FFF2-40B4-BE49-F238E27FC236}">
                    <a16:creationId xmlns:a16="http://schemas.microsoft.com/office/drawing/2014/main" id="{E14F25FB-E85F-BC68-6F7F-70C75ED8C4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541" y="4090941"/>
                <a:ext cx="2772073" cy="130915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F6E4EA6-5BD5-E6F3-863B-4E691DFF5C8C}"/>
                  </a:ext>
                </a:extLst>
              </p:cNvPr>
              <p:cNvSpPr txBox="1"/>
              <p:nvPr/>
            </p:nvSpPr>
            <p:spPr>
              <a:xfrm rot="1616370">
                <a:off x="1570278" y="4225456"/>
                <a:ext cx="22637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SYN = 0, Seq = x + 1</a:t>
                </a:r>
              </a:p>
              <a:p>
                <a:r>
                  <a:rPr kumimoji="1" lang="en-US" altLang="zh-CN" dirty="0"/>
                  <a:t>ACK = y + 1</a:t>
                </a:r>
                <a:endParaRPr kumimoji="1" lang="zh-CN" altLang="en-US" dirty="0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43F2C26-52BB-B8FE-AC78-F03E89FE81CA}"/>
                  </a:ext>
                </a:extLst>
              </p:cNvPr>
              <p:cNvSpPr txBox="1"/>
              <p:nvPr/>
            </p:nvSpPr>
            <p:spPr>
              <a:xfrm>
                <a:off x="1587442" y="543850"/>
                <a:ext cx="16209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800" dirty="0"/>
                  <a:t>三次握手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E179289-6631-3372-BC99-8220363C0BBE}"/>
                  </a:ext>
                </a:extLst>
              </p:cNvPr>
              <p:cNvSpPr txBox="1"/>
              <p:nvPr/>
            </p:nvSpPr>
            <p:spPr>
              <a:xfrm>
                <a:off x="724855" y="6436116"/>
                <a:ext cx="5613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/>
                  <a:t>Time</a:t>
                </a:r>
                <a:endParaRPr kumimoji="1" lang="zh-CN" altLang="en-US" sz="1400" dirty="0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7731EC3-310D-5758-054B-7749458A451C}"/>
                  </a:ext>
                </a:extLst>
              </p:cNvPr>
              <p:cNvSpPr txBox="1"/>
              <p:nvPr/>
            </p:nvSpPr>
            <p:spPr>
              <a:xfrm>
                <a:off x="3536933" y="6429793"/>
                <a:ext cx="5613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/>
                  <a:t>Time</a:t>
                </a:r>
                <a:endParaRPr kumimoji="1" lang="zh-CN" altLang="en-US" sz="1400" dirty="0"/>
              </a:p>
            </p:txBody>
          </p:sp>
        </p:grp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AA7F7F8B-8845-A321-FCE3-3A711FE5BC07}"/>
                </a:ext>
              </a:extLst>
            </p:cNvPr>
            <p:cNvSpPr txBox="1"/>
            <p:nvPr/>
          </p:nvSpPr>
          <p:spPr>
            <a:xfrm>
              <a:off x="82729" y="1689560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i="1" dirty="0"/>
                <a:t>发起连接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8A745AF-47C9-CBEC-6D5A-9C9D4658A483}"/>
                </a:ext>
              </a:extLst>
            </p:cNvPr>
            <p:cNvSpPr txBox="1"/>
            <p:nvPr/>
          </p:nvSpPr>
          <p:spPr>
            <a:xfrm>
              <a:off x="3845361" y="2754256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i="1" dirty="0"/>
                <a:t>同意连接</a:t>
              </a: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4F06D739-0B6B-3783-6A3D-85A509832AE9}"/>
              </a:ext>
            </a:extLst>
          </p:cNvPr>
          <p:cNvGrpSpPr/>
          <p:nvPr/>
        </p:nvGrpSpPr>
        <p:grpSpPr>
          <a:xfrm>
            <a:off x="6312191" y="543850"/>
            <a:ext cx="4195041" cy="6212746"/>
            <a:chOff x="6312191" y="543850"/>
            <a:chExt cx="4195041" cy="6212746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4F42AF49-1868-5E86-94B7-A32E5704ECD6}"/>
                </a:ext>
              </a:extLst>
            </p:cNvPr>
            <p:cNvGrpSpPr/>
            <p:nvPr/>
          </p:nvGrpSpPr>
          <p:grpSpPr>
            <a:xfrm>
              <a:off x="6781833" y="543850"/>
              <a:ext cx="3436917" cy="6212746"/>
              <a:chOff x="693123" y="531147"/>
              <a:chExt cx="3436917" cy="6212746"/>
            </a:xfrm>
          </p:grpSpPr>
          <p:cxnSp>
            <p:nvCxnSpPr>
              <p:cNvPr id="31" name="直线箭头连接符 30">
                <a:extLst>
                  <a:ext uri="{FF2B5EF4-FFF2-40B4-BE49-F238E27FC236}">
                    <a16:creationId xmlns:a16="http://schemas.microsoft.com/office/drawing/2014/main" id="{17103279-FF00-5FDA-1E5F-93A762E24D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543" y="1657815"/>
                <a:ext cx="0" cy="465764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2" name="图形 31" descr="计算机 纯色填充">
                <a:extLst>
                  <a:ext uri="{FF2B5EF4-FFF2-40B4-BE49-F238E27FC236}">
                    <a16:creationId xmlns:a16="http://schemas.microsoft.com/office/drawing/2014/main" id="{563CC9A3-BBE7-18D6-CEBB-76576764F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505200" y="973501"/>
                <a:ext cx="624840" cy="624840"/>
              </a:xfrm>
              <a:prstGeom prst="rect">
                <a:avLst/>
              </a:prstGeom>
            </p:spPr>
          </p:pic>
          <p:pic>
            <p:nvPicPr>
              <p:cNvPr id="33" name="图形 32" descr="Internet 纯色填充">
                <a:extLst>
                  <a:ext uri="{FF2B5EF4-FFF2-40B4-BE49-F238E27FC236}">
                    <a16:creationId xmlns:a16="http://schemas.microsoft.com/office/drawing/2014/main" id="{FE1132DA-6600-5824-3444-E6E2BE7E78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93123" y="1032975"/>
                <a:ext cx="624840" cy="624840"/>
              </a:xfrm>
              <a:prstGeom prst="rect">
                <a:avLst/>
              </a:prstGeom>
            </p:spPr>
          </p:pic>
          <p:cxnSp>
            <p:nvCxnSpPr>
              <p:cNvPr id="34" name="直线箭头连接符 33">
                <a:extLst>
                  <a:ext uri="{FF2B5EF4-FFF2-40B4-BE49-F238E27FC236}">
                    <a16:creationId xmlns:a16="http://schemas.microsoft.com/office/drawing/2014/main" id="{FE041612-44BD-DA8B-0C6B-9B7FBCE7B5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17620" y="1598341"/>
                <a:ext cx="0" cy="471711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线箭头连接符 34">
                <a:extLst>
                  <a:ext uri="{FF2B5EF4-FFF2-40B4-BE49-F238E27FC236}">
                    <a16:creationId xmlns:a16="http://schemas.microsoft.com/office/drawing/2014/main" id="{C0607A39-BBDD-F7F5-CB8C-4DACED8820E4}"/>
                  </a:ext>
                </a:extLst>
              </p:cNvPr>
              <p:cNvCxnSpPr/>
              <p:nvPr/>
            </p:nvCxnSpPr>
            <p:spPr>
              <a:xfrm>
                <a:off x="1005544" y="1824941"/>
                <a:ext cx="2812077" cy="110716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97E3261-4AFC-E39C-A28C-8AA0C7914420}"/>
                  </a:ext>
                </a:extLst>
              </p:cNvPr>
              <p:cNvSpPr txBox="1"/>
              <p:nvPr/>
            </p:nvSpPr>
            <p:spPr>
              <a:xfrm rot="1282974">
                <a:off x="2386546" y="2097990"/>
                <a:ext cx="521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FIN</a:t>
                </a:r>
                <a:endParaRPr kumimoji="1" lang="zh-CN" altLang="en-US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42A5E84-5BC3-A6AA-485F-FB6CFF8868CF}"/>
                  </a:ext>
                </a:extLst>
              </p:cNvPr>
              <p:cNvSpPr txBox="1"/>
              <p:nvPr/>
            </p:nvSpPr>
            <p:spPr>
              <a:xfrm>
                <a:off x="1226641" y="1142981"/>
                <a:ext cx="9589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Client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endParaRPr kumimoji="1" lang="zh-CN" altLang="en-US" dirty="0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FFCE352-36E3-6E06-83BD-EAF2D611FE47}"/>
                  </a:ext>
                </a:extLst>
              </p:cNvPr>
              <p:cNvSpPr txBox="1"/>
              <p:nvPr/>
            </p:nvSpPr>
            <p:spPr>
              <a:xfrm>
                <a:off x="2509415" y="1155087"/>
                <a:ext cx="9957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Server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</a:t>
                </a:r>
                <a:endParaRPr kumimoji="1" lang="zh-CN" altLang="en-US" dirty="0"/>
              </a:p>
            </p:txBody>
          </p:sp>
          <p:cxnSp>
            <p:nvCxnSpPr>
              <p:cNvPr id="39" name="直线箭头连接符 38">
                <a:extLst>
                  <a:ext uri="{FF2B5EF4-FFF2-40B4-BE49-F238E27FC236}">
                    <a16:creationId xmlns:a16="http://schemas.microsoft.com/office/drawing/2014/main" id="{7F897240-EDD4-79CB-323A-B890CDE75A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6853" y="2932108"/>
                <a:ext cx="2750757" cy="44245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F33FABE-3DFF-EDC7-5FF4-475AD86F0106}"/>
                  </a:ext>
                </a:extLst>
              </p:cNvPr>
              <p:cNvSpPr txBox="1"/>
              <p:nvPr/>
            </p:nvSpPr>
            <p:spPr>
              <a:xfrm rot="21042978">
                <a:off x="1794038" y="2830750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ACK</a:t>
                </a:r>
                <a:endParaRPr kumimoji="1" lang="zh-CN" altLang="en-US" dirty="0"/>
              </a:p>
            </p:txBody>
          </p:sp>
          <p:cxnSp>
            <p:nvCxnSpPr>
              <p:cNvPr id="41" name="直线箭头连接符 40">
                <a:extLst>
                  <a:ext uri="{FF2B5EF4-FFF2-40B4-BE49-F238E27FC236}">
                    <a16:creationId xmlns:a16="http://schemas.microsoft.com/office/drawing/2014/main" id="{9D087A0C-85CB-117E-A73E-3B41904C2F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5546" y="3932074"/>
                <a:ext cx="2772073" cy="116471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2EB0A4D-0A17-6BFC-854B-C586BB3D5E4E}"/>
                  </a:ext>
                </a:extLst>
              </p:cNvPr>
              <p:cNvSpPr txBox="1"/>
              <p:nvPr/>
            </p:nvSpPr>
            <p:spPr>
              <a:xfrm rot="1367477">
                <a:off x="2232912" y="4209540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ACK</a:t>
                </a:r>
                <a:endParaRPr kumimoji="1" lang="zh-CN" altLang="en-US" dirty="0"/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EEE2524E-2E33-2F73-BBB0-8F408BA15C41}"/>
                  </a:ext>
                </a:extLst>
              </p:cNvPr>
              <p:cNvSpPr txBox="1"/>
              <p:nvPr/>
            </p:nvSpPr>
            <p:spPr>
              <a:xfrm>
                <a:off x="1585774" y="531147"/>
                <a:ext cx="16209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800" dirty="0"/>
                  <a:t>四次挥手</a:t>
                </a: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F131988-52EE-9B0E-335A-3240863E006E}"/>
                  </a:ext>
                </a:extLst>
              </p:cNvPr>
              <p:cNvSpPr txBox="1"/>
              <p:nvPr/>
            </p:nvSpPr>
            <p:spPr>
              <a:xfrm>
                <a:off x="724855" y="6436116"/>
                <a:ext cx="5613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/>
                  <a:t>Time</a:t>
                </a:r>
                <a:endParaRPr kumimoji="1" lang="zh-CN" altLang="en-US" sz="1400" dirty="0"/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670E5E7-0925-0F13-FE1B-9C8663BA0539}"/>
                  </a:ext>
                </a:extLst>
              </p:cNvPr>
              <p:cNvSpPr txBox="1"/>
              <p:nvPr/>
            </p:nvSpPr>
            <p:spPr>
              <a:xfrm>
                <a:off x="3536933" y="6429793"/>
                <a:ext cx="5613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/>
                  <a:t>Time</a:t>
                </a:r>
                <a:endParaRPr kumimoji="1" lang="zh-CN" altLang="en-US" sz="1400" dirty="0"/>
              </a:p>
            </p:txBody>
          </p: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BE379173-EE90-254A-6A58-27914C05A255}"/>
                </a:ext>
              </a:extLst>
            </p:cNvPr>
            <p:cNvSpPr txBox="1"/>
            <p:nvPr/>
          </p:nvSpPr>
          <p:spPr>
            <a:xfrm>
              <a:off x="9925021" y="3307636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i="1" dirty="0"/>
                <a:t>close</a:t>
              </a:r>
              <a:endParaRPr kumimoji="1" lang="zh-CN" altLang="en-US" sz="1400" i="1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BA58BB0-B6B1-2145-5799-CE20C836500C}"/>
                </a:ext>
              </a:extLst>
            </p:cNvPr>
            <p:cNvSpPr txBox="1"/>
            <p:nvPr/>
          </p:nvSpPr>
          <p:spPr>
            <a:xfrm>
              <a:off x="6552045" y="1700633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i="1" dirty="0"/>
                <a:t>close</a:t>
              </a:r>
              <a:endParaRPr kumimoji="1" lang="zh-CN" altLang="en-US" sz="1400" i="1" dirty="0"/>
            </a:p>
          </p:txBody>
        </p:sp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EC2F9A5B-8F9A-E5AE-942C-452060EF9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4250" y="3461525"/>
              <a:ext cx="2861426" cy="44287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7AAA7B80-07E9-E4CB-A4D3-66D7DDD866A9}"/>
                </a:ext>
              </a:extLst>
            </p:cNvPr>
            <p:cNvSpPr txBox="1"/>
            <p:nvPr/>
          </p:nvSpPr>
          <p:spPr>
            <a:xfrm rot="21042978">
              <a:off x="8012981" y="3360167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FIN</a:t>
              </a:r>
              <a:endParaRPr kumimoji="1" lang="zh-CN" altLang="en-US" dirty="0"/>
            </a:p>
          </p:txBody>
        </p:sp>
        <p:sp>
          <p:nvSpPr>
            <p:cNvPr id="58" name="左中括号 57">
              <a:extLst>
                <a:ext uri="{FF2B5EF4-FFF2-40B4-BE49-F238E27FC236}">
                  <a16:creationId xmlns:a16="http://schemas.microsoft.com/office/drawing/2014/main" id="{A5792F9D-9C54-12EE-1991-C7FACC0B91DD}"/>
                </a:ext>
              </a:extLst>
            </p:cNvPr>
            <p:cNvSpPr/>
            <p:nvPr/>
          </p:nvSpPr>
          <p:spPr>
            <a:xfrm>
              <a:off x="6484392" y="3904395"/>
              <a:ext cx="526255" cy="2206532"/>
            </a:xfrm>
            <a:prstGeom prst="leftBracket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F35CCA1-465D-A365-56FB-4D030E23B9E3}"/>
                </a:ext>
              </a:extLst>
            </p:cNvPr>
            <p:cNvSpPr txBox="1"/>
            <p:nvPr/>
          </p:nvSpPr>
          <p:spPr>
            <a:xfrm rot="16200000">
              <a:off x="6175474" y="4784590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Timed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out</a:t>
              </a:r>
              <a:endParaRPr kumimoji="1" lang="zh-CN" altLang="en-US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6F79C24-BB83-4AC0-5B80-E150A4E74B88}"/>
                </a:ext>
              </a:extLst>
            </p:cNvPr>
            <p:cNvSpPr txBox="1"/>
            <p:nvPr/>
          </p:nvSpPr>
          <p:spPr>
            <a:xfrm>
              <a:off x="6312191" y="6046921"/>
              <a:ext cx="8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closed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55737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20F726F7-2B14-4837-B0C3-7FAC27D7FAF6}"/>
              </a:ext>
            </a:extLst>
          </p:cNvPr>
          <p:cNvGrpSpPr/>
          <p:nvPr/>
        </p:nvGrpSpPr>
        <p:grpSpPr>
          <a:xfrm>
            <a:off x="878932" y="755904"/>
            <a:ext cx="7618892" cy="5136404"/>
            <a:chOff x="878932" y="755904"/>
            <a:chExt cx="7618892" cy="5136404"/>
          </a:xfrm>
        </p:grpSpPr>
        <p:cxnSp>
          <p:nvCxnSpPr>
            <p:cNvPr id="4" name="直线连接符 3">
              <a:extLst>
                <a:ext uri="{FF2B5EF4-FFF2-40B4-BE49-F238E27FC236}">
                  <a16:creationId xmlns:a16="http://schemas.microsoft.com/office/drawing/2014/main" id="{2D9FD3E2-2FC4-7751-4D26-9C6A3E5E48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9888" y="3523488"/>
              <a:ext cx="2036064" cy="170687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任意形状 4">
              <a:extLst>
                <a:ext uri="{FF2B5EF4-FFF2-40B4-BE49-F238E27FC236}">
                  <a16:creationId xmlns:a16="http://schemas.microsoft.com/office/drawing/2014/main" id="{80EAE8BB-6739-A40E-F823-3CCA2F9A4D0C}"/>
                </a:ext>
              </a:extLst>
            </p:cNvPr>
            <p:cNvSpPr/>
            <p:nvPr/>
          </p:nvSpPr>
          <p:spPr>
            <a:xfrm>
              <a:off x="3425952" y="3215954"/>
              <a:ext cx="4133088" cy="2014413"/>
            </a:xfrm>
            <a:custGeom>
              <a:avLst/>
              <a:gdLst>
                <a:gd name="csX0" fmla="*/ 0 w 4986528"/>
                <a:gd name="csY0" fmla="*/ 307109 h 2014413"/>
                <a:gd name="csX1" fmla="*/ 1097280 w 4986528"/>
                <a:gd name="csY1" fmla="*/ 51077 h 2014413"/>
                <a:gd name="csX2" fmla="*/ 1377696 w 4986528"/>
                <a:gd name="csY2" fmla="*/ 1197125 h 2014413"/>
                <a:gd name="csX3" fmla="*/ 3243072 w 4986528"/>
                <a:gd name="csY3" fmla="*/ 1892069 h 2014413"/>
                <a:gd name="csX4" fmla="*/ 4133088 w 4986528"/>
                <a:gd name="csY4" fmla="*/ 2013989 h 2014413"/>
                <a:gd name="csX5" fmla="*/ 4133088 w 4986528"/>
                <a:gd name="csY5" fmla="*/ 2013989 h 2014413"/>
                <a:gd name="csX6" fmla="*/ 4986528 w 4986528"/>
                <a:gd name="csY6" fmla="*/ 1794533 h 2014413"/>
                <a:gd name="csX0" fmla="*/ 0 w 4133088"/>
                <a:gd name="csY0" fmla="*/ 307109 h 2014413"/>
                <a:gd name="csX1" fmla="*/ 1097280 w 4133088"/>
                <a:gd name="csY1" fmla="*/ 51077 h 2014413"/>
                <a:gd name="csX2" fmla="*/ 1377696 w 4133088"/>
                <a:gd name="csY2" fmla="*/ 1197125 h 2014413"/>
                <a:gd name="csX3" fmla="*/ 3243072 w 4133088"/>
                <a:gd name="csY3" fmla="*/ 1892069 h 2014413"/>
                <a:gd name="csX4" fmla="*/ 4133088 w 4133088"/>
                <a:gd name="csY4" fmla="*/ 2013989 h 2014413"/>
                <a:gd name="csX5" fmla="*/ 4133088 w 4133088"/>
                <a:gd name="csY5" fmla="*/ 2013989 h 2014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133088" h="2014413">
                  <a:moveTo>
                    <a:pt x="0" y="307109"/>
                  </a:moveTo>
                  <a:cubicBezTo>
                    <a:pt x="433832" y="104925"/>
                    <a:pt x="867664" y="-97259"/>
                    <a:pt x="1097280" y="51077"/>
                  </a:cubicBezTo>
                  <a:cubicBezTo>
                    <a:pt x="1326896" y="199413"/>
                    <a:pt x="1020064" y="890293"/>
                    <a:pt x="1377696" y="1197125"/>
                  </a:cubicBezTo>
                  <a:cubicBezTo>
                    <a:pt x="1735328" y="1503957"/>
                    <a:pt x="2783840" y="1755925"/>
                    <a:pt x="3243072" y="1892069"/>
                  </a:cubicBezTo>
                  <a:cubicBezTo>
                    <a:pt x="3702304" y="2028213"/>
                    <a:pt x="4133088" y="2013989"/>
                    <a:pt x="4133088" y="2013989"/>
                  </a:cubicBezTo>
                  <a:lnTo>
                    <a:pt x="4133088" y="2013989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7" name="直线箭头连接符 6">
              <a:extLst>
                <a:ext uri="{FF2B5EF4-FFF2-40B4-BE49-F238E27FC236}">
                  <a16:creationId xmlns:a16="http://schemas.microsoft.com/office/drawing/2014/main" id="{A0F67326-30B4-B4FD-875B-3FF1237AB177}"/>
                </a:ext>
              </a:extLst>
            </p:cNvPr>
            <p:cNvCxnSpPr/>
            <p:nvPr/>
          </p:nvCxnSpPr>
          <p:spPr>
            <a:xfrm>
              <a:off x="1389888" y="5230368"/>
              <a:ext cx="710793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D5A8D9F7-5470-E9E7-C84B-5EF766A389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9888" y="755904"/>
              <a:ext cx="0" cy="447446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DC01DFE-E045-5C6A-3482-7E87446ECE58}"/>
                </a:ext>
              </a:extLst>
            </p:cNvPr>
            <p:cNvSpPr txBox="1"/>
            <p:nvPr/>
          </p:nvSpPr>
          <p:spPr>
            <a:xfrm>
              <a:off x="4133088" y="5522976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发送速度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88F5DB3-C9F4-F5E0-A24A-9FDFF7D327B4}"/>
                </a:ext>
              </a:extLst>
            </p:cNvPr>
            <p:cNvSpPr txBox="1"/>
            <p:nvPr/>
          </p:nvSpPr>
          <p:spPr>
            <a:xfrm rot="16200000">
              <a:off x="509600" y="303128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接收速度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7D144AE-4CB2-0589-FF18-E154EF64DA7C}"/>
                </a:ext>
              </a:extLst>
            </p:cNvPr>
            <p:cNvSpPr txBox="1"/>
            <p:nvPr/>
          </p:nvSpPr>
          <p:spPr>
            <a:xfrm>
              <a:off x="6364962" y="352348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网络瘫痪</a:t>
              </a:r>
            </a:p>
          </p:txBody>
        </p:sp>
        <p:cxnSp>
          <p:nvCxnSpPr>
            <p:cNvPr id="18" name="直线箭头连接符 17">
              <a:extLst>
                <a:ext uri="{FF2B5EF4-FFF2-40B4-BE49-F238E27FC236}">
                  <a16:creationId xmlns:a16="http://schemas.microsoft.com/office/drawing/2014/main" id="{7B5C6E50-8153-4FCF-AF9A-47534BB0E6F2}"/>
                </a:ext>
              </a:extLst>
            </p:cNvPr>
            <p:cNvCxnSpPr>
              <a:cxnSpLocks/>
              <a:stCxn id="16" idx="1"/>
            </p:cNvCxnSpPr>
            <p:nvPr/>
          </p:nvCxnSpPr>
          <p:spPr>
            <a:xfrm flipH="1">
              <a:off x="5084064" y="3708154"/>
              <a:ext cx="1280898" cy="66877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01171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D15E2852-AB20-5D9A-69FB-878DA7E6B310}"/>
              </a:ext>
            </a:extLst>
          </p:cNvPr>
          <p:cNvGrpSpPr/>
          <p:nvPr/>
        </p:nvGrpSpPr>
        <p:grpSpPr>
          <a:xfrm>
            <a:off x="5853823" y="2542723"/>
            <a:ext cx="4393569" cy="2273307"/>
            <a:chOff x="686700" y="4149674"/>
            <a:chExt cx="4393569" cy="2273307"/>
          </a:xfrm>
        </p:grpSpPr>
        <p:grpSp>
          <p:nvGrpSpPr>
            <p:cNvPr id="3" name="object 4">
              <a:extLst>
                <a:ext uri="{FF2B5EF4-FFF2-40B4-BE49-F238E27FC236}">
                  <a16:creationId xmlns:a16="http://schemas.microsoft.com/office/drawing/2014/main" id="{53172801-513D-EE8D-E650-F964D4E9FCC3}"/>
                </a:ext>
              </a:extLst>
            </p:cNvPr>
            <p:cNvGrpSpPr/>
            <p:nvPr/>
          </p:nvGrpSpPr>
          <p:grpSpPr>
            <a:xfrm>
              <a:off x="1164862" y="4417561"/>
              <a:ext cx="3453765" cy="1885950"/>
              <a:chOff x="4207522" y="4063746"/>
              <a:chExt cx="3453765" cy="1885950"/>
            </a:xfrm>
          </p:grpSpPr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7172C36E-A689-34D1-79C2-3D15CFE391F3}"/>
                  </a:ext>
                </a:extLst>
              </p:cNvPr>
              <p:cNvSpPr/>
              <p:nvPr/>
            </p:nvSpPr>
            <p:spPr>
              <a:xfrm>
                <a:off x="4281563" y="4088892"/>
                <a:ext cx="0" cy="1855470"/>
              </a:xfrm>
              <a:custGeom>
                <a:avLst/>
                <a:gdLst/>
                <a:ahLst/>
                <a:cxnLst/>
                <a:rect l="l" t="t" r="r" b="b"/>
                <a:pathLst>
                  <a:path h="1855470">
                    <a:moveTo>
                      <a:pt x="0" y="1855469"/>
                    </a:moveTo>
                    <a:lnTo>
                      <a:pt x="0" y="0"/>
                    </a:lnTo>
                  </a:path>
                </a:pathLst>
              </a:custGeom>
              <a:ln w="963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6">
                <a:extLst>
                  <a:ext uri="{FF2B5EF4-FFF2-40B4-BE49-F238E27FC236}">
                    <a16:creationId xmlns:a16="http://schemas.microsoft.com/office/drawing/2014/main" id="{7B0095CA-7A72-6B55-B8E3-E78A09C6A594}"/>
                  </a:ext>
                </a:extLst>
              </p:cNvPr>
              <p:cNvSpPr/>
              <p:nvPr/>
            </p:nvSpPr>
            <p:spPr>
              <a:xfrm>
                <a:off x="4252607" y="4063746"/>
                <a:ext cx="603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31750">
                    <a:moveTo>
                      <a:pt x="60198" y="31241"/>
                    </a:moveTo>
                    <a:lnTo>
                      <a:pt x="28956" y="0"/>
                    </a:lnTo>
                    <a:lnTo>
                      <a:pt x="0" y="31241"/>
                    </a:lnTo>
                    <a:lnTo>
                      <a:pt x="60198" y="3124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7">
                <a:extLst>
                  <a:ext uri="{FF2B5EF4-FFF2-40B4-BE49-F238E27FC236}">
                    <a16:creationId xmlns:a16="http://schemas.microsoft.com/office/drawing/2014/main" id="{34F19285-B6CA-6B8D-1BC4-3D7FAF535F16}"/>
                  </a:ext>
                </a:extLst>
              </p:cNvPr>
              <p:cNvSpPr/>
              <p:nvPr/>
            </p:nvSpPr>
            <p:spPr>
              <a:xfrm>
                <a:off x="4281563" y="5944362"/>
                <a:ext cx="33743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74390">
                    <a:moveTo>
                      <a:pt x="0" y="0"/>
                    </a:moveTo>
                    <a:lnTo>
                      <a:pt x="3374123" y="0"/>
                    </a:lnTo>
                  </a:path>
                </a:pathLst>
              </a:custGeom>
              <a:ln w="963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8">
                <a:extLst>
                  <a:ext uri="{FF2B5EF4-FFF2-40B4-BE49-F238E27FC236}">
                    <a16:creationId xmlns:a16="http://schemas.microsoft.com/office/drawing/2014/main" id="{CF3347C2-E279-67A4-DFED-930032AF8F8E}"/>
                  </a:ext>
                </a:extLst>
              </p:cNvPr>
              <p:cNvSpPr/>
              <p:nvPr/>
            </p:nvSpPr>
            <p:spPr>
              <a:xfrm>
                <a:off x="4210697" y="5366004"/>
                <a:ext cx="711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120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577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0C7515A9-ADD7-8028-91DF-F179F938A83E}"/>
                  </a:ext>
                </a:extLst>
              </p:cNvPr>
              <p:cNvSpPr/>
              <p:nvPr/>
            </p:nvSpPr>
            <p:spPr>
              <a:xfrm>
                <a:off x="4210697" y="4787646"/>
                <a:ext cx="711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120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577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0">
                <a:extLst>
                  <a:ext uri="{FF2B5EF4-FFF2-40B4-BE49-F238E27FC236}">
                    <a16:creationId xmlns:a16="http://schemas.microsoft.com/office/drawing/2014/main" id="{0A1C79F3-43EC-30A1-3E0D-98E738FFE28F}"/>
                  </a:ext>
                </a:extLst>
              </p:cNvPr>
              <p:cNvSpPr/>
              <p:nvPr/>
            </p:nvSpPr>
            <p:spPr>
              <a:xfrm>
                <a:off x="4210697" y="4208526"/>
                <a:ext cx="711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1120">
                    <a:moveTo>
                      <a:pt x="0" y="0"/>
                    </a:moveTo>
                    <a:lnTo>
                      <a:pt x="70866" y="0"/>
                    </a:lnTo>
                  </a:path>
                </a:pathLst>
              </a:custGeom>
              <a:ln w="577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4C5381FD-508D-02FA-4EE5-AD4C77772062}"/>
                </a:ext>
              </a:extLst>
            </p:cNvPr>
            <p:cNvSpPr txBox="1"/>
            <p:nvPr/>
          </p:nvSpPr>
          <p:spPr>
            <a:xfrm>
              <a:off x="749947" y="5648019"/>
              <a:ext cx="402590" cy="14160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750" dirty="0">
                  <a:latin typeface="Arial"/>
                  <a:cs typeface="Arial"/>
                </a:rPr>
                <a:t>8</a:t>
              </a:r>
              <a:r>
                <a:rPr sz="750" spc="15" dirty="0">
                  <a:latin typeface="Arial"/>
                  <a:cs typeface="Arial"/>
                </a:rPr>
                <a:t> </a:t>
              </a:r>
              <a:r>
                <a:rPr sz="750" spc="-10" dirty="0">
                  <a:latin typeface="Arial"/>
                  <a:cs typeface="Arial"/>
                </a:rPr>
                <a:t>Kbytes</a:t>
              </a:r>
              <a:endParaRPr sz="750">
                <a:latin typeface="Arial"/>
                <a:cs typeface="Arial"/>
              </a:endParaRPr>
            </a:p>
          </p:txBody>
        </p:sp>
        <p:sp>
          <p:nvSpPr>
            <p:cNvPr id="5" name="object 12">
              <a:extLst>
                <a:ext uri="{FF2B5EF4-FFF2-40B4-BE49-F238E27FC236}">
                  <a16:creationId xmlns:a16="http://schemas.microsoft.com/office/drawing/2014/main" id="{FA826709-FA9D-505A-E2A2-785071337B09}"/>
                </a:ext>
              </a:extLst>
            </p:cNvPr>
            <p:cNvSpPr txBox="1"/>
            <p:nvPr/>
          </p:nvSpPr>
          <p:spPr>
            <a:xfrm>
              <a:off x="686700" y="5053666"/>
              <a:ext cx="456565" cy="14160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750" dirty="0">
                  <a:latin typeface="Arial"/>
                  <a:cs typeface="Arial"/>
                </a:rPr>
                <a:t>16</a:t>
              </a:r>
              <a:r>
                <a:rPr sz="750" spc="25" dirty="0">
                  <a:latin typeface="Arial"/>
                  <a:cs typeface="Arial"/>
                </a:rPr>
                <a:t> </a:t>
              </a:r>
              <a:r>
                <a:rPr sz="750" spc="-10" dirty="0">
                  <a:latin typeface="Arial"/>
                  <a:cs typeface="Arial"/>
                </a:rPr>
                <a:t>Kbytes</a:t>
              </a:r>
              <a:endParaRPr sz="750">
                <a:latin typeface="Arial"/>
                <a:cs typeface="Arial"/>
              </a:endParaRPr>
            </a:p>
          </p:txBody>
        </p:sp>
        <p:sp>
          <p:nvSpPr>
            <p:cNvPr id="6" name="object 13">
              <a:extLst>
                <a:ext uri="{FF2B5EF4-FFF2-40B4-BE49-F238E27FC236}">
                  <a16:creationId xmlns:a16="http://schemas.microsoft.com/office/drawing/2014/main" id="{421CD12B-FB14-F9C3-0238-C5E1B6E5184A}"/>
                </a:ext>
              </a:extLst>
            </p:cNvPr>
            <p:cNvSpPr txBox="1"/>
            <p:nvPr/>
          </p:nvSpPr>
          <p:spPr>
            <a:xfrm>
              <a:off x="686700" y="4482929"/>
              <a:ext cx="456565" cy="14160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750" dirty="0">
                  <a:latin typeface="Arial"/>
                  <a:cs typeface="Arial"/>
                </a:rPr>
                <a:t>24</a:t>
              </a:r>
              <a:r>
                <a:rPr sz="750" spc="25" dirty="0">
                  <a:latin typeface="Arial"/>
                  <a:cs typeface="Arial"/>
                </a:rPr>
                <a:t> </a:t>
              </a:r>
              <a:r>
                <a:rPr sz="750" spc="-10" dirty="0">
                  <a:latin typeface="Arial"/>
                  <a:cs typeface="Arial"/>
                </a:rPr>
                <a:t>Kbytes</a:t>
              </a:r>
              <a:endParaRPr sz="750" dirty="0">
                <a:latin typeface="Arial"/>
                <a:cs typeface="Arial"/>
              </a:endParaRPr>
            </a:p>
          </p:txBody>
        </p:sp>
        <p:sp>
          <p:nvSpPr>
            <p:cNvPr id="7" name="object 14">
              <a:extLst>
                <a:ext uri="{FF2B5EF4-FFF2-40B4-BE49-F238E27FC236}">
                  <a16:creationId xmlns:a16="http://schemas.microsoft.com/office/drawing/2014/main" id="{48403EEE-CE2B-CEB1-C56A-9D3BBC9E4986}"/>
                </a:ext>
              </a:extLst>
            </p:cNvPr>
            <p:cNvSpPr/>
            <p:nvPr/>
          </p:nvSpPr>
          <p:spPr>
            <a:xfrm>
              <a:off x="1238903" y="4851900"/>
              <a:ext cx="3329304" cy="868044"/>
            </a:xfrm>
            <a:custGeom>
              <a:avLst/>
              <a:gdLst/>
              <a:ahLst/>
              <a:cxnLst/>
              <a:rect l="l" t="t" r="r" b="b"/>
              <a:pathLst>
                <a:path w="3329304" h="868045">
                  <a:moveTo>
                    <a:pt x="0" y="433578"/>
                  </a:moveTo>
                  <a:lnTo>
                    <a:pt x="144780" y="289560"/>
                  </a:lnTo>
                  <a:lnTo>
                    <a:pt x="144780" y="867918"/>
                  </a:lnTo>
                  <a:lnTo>
                    <a:pt x="1013460" y="0"/>
                  </a:lnTo>
                  <a:lnTo>
                    <a:pt x="1013460" y="723138"/>
                  </a:lnTo>
                  <a:lnTo>
                    <a:pt x="1447800" y="289560"/>
                  </a:lnTo>
                  <a:lnTo>
                    <a:pt x="1447800" y="867918"/>
                  </a:lnTo>
                  <a:lnTo>
                    <a:pt x="2315718" y="0"/>
                  </a:lnTo>
                  <a:lnTo>
                    <a:pt x="2315718" y="723138"/>
                  </a:lnTo>
                  <a:lnTo>
                    <a:pt x="2894838" y="144780"/>
                  </a:lnTo>
                  <a:lnTo>
                    <a:pt x="2894838" y="796290"/>
                  </a:lnTo>
                  <a:lnTo>
                    <a:pt x="3329178" y="289560"/>
                  </a:lnTo>
                </a:path>
              </a:pathLst>
            </a:custGeom>
            <a:ln w="57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6">
              <a:extLst>
                <a:ext uri="{FF2B5EF4-FFF2-40B4-BE49-F238E27FC236}">
                  <a16:creationId xmlns:a16="http://schemas.microsoft.com/office/drawing/2014/main" id="{5B98AF35-4950-F52E-081D-1D0D52E61B1B}"/>
                </a:ext>
              </a:extLst>
            </p:cNvPr>
            <p:cNvSpPr txBox="1"/>
            <p:nvPr/>
          </p:nvSpPr>
          <p:spPr>
            <a:xfrm>
              <a:off x="1004218" y="4149674"/>
              <a:ext cx="471170" cy="22415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ts val="835"/>
                </a:lnSpc>
              </a:pPr>
              <a:r>
                <a:rPr sz="750" spc="-10" dirty="0">
                  <a:latin typeface="Arial"/>
                  <a:cs typeface="Arial"/>
                </a:rPr>
                <a:t>congestion</a:t>
              </a:r>
              <a:endParaRPr sz="750" dirty="0">
                <a:latin typeface="Arial"/>
                <a:cs typeface="Arial"/>
              </a:endParaRPr>
            </a:p>
            <a:p>
              <a:pPr marL="1905" algn="ctr">
                <a:lnSpc>
                  <a:spcPct val="100000"/>
                </a:lnSpc>
                <a:spcBef>
                  <a:spcPts val="10"/>
                </a:spcBef>
              </a:pPr>
              <a:r>
                <a:rPr sz="750" spc="-10" dirty="0">
                  <a:latin typeface="Arial"/>
                  <a:cs typeface="Arial"/>
                </a:rPr>
                <a:t>window</a:t>
              </a:r>
              <a:endParaRPr sz="750" dirty="0">
                <a:latin typeface="Arial"/>
                <a:cs typeface="Arial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C0A63CD-8E2C-3B5B-A353-9EB463AED31A}"/>
                </a:ext>
              </a:extLst>
            </p:cNvPr>
            <p:cNvSpPr txBox="1"/>
            <p:nvPr/>
          </p:nvSpPr>
          <p:spPr>
            <a:xfrm>
              <a:off x="4627901" y="6161371"/>
              <a:ext cx="45236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/>
                <a:t>time</a:t>
              </a:r>
              <a:endParaRPr kumimoji="1" lang="zh-CN" altLang="en-US" sz="1100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DBA6929-CDDD-03D1-142D-0CDB743505B1}"/>
              </a:ext>
            </a:extLst>
          </p:cNvPr>
          <p:cNvGrpSpPr/>
          <p:nvPr/>
        </p:nvGrpSpPr>
        <p:grpSpPr>
          <a:xfrm>
            <a:off x="1153548" y="1677916"/>
            <a:ext cx="2838339" cy="3891851"/>
            <a:chOff x="5725548" y="1921827"/>
            <a:chExt cx="2838339" cy="3891851"/>
          </a:xfrm>
        </p:grpSpPr>
        <p:grpSp>
          <p:nvGrpSpPr>
            <p:cNvPr id="22" name="object 6">
              <a:extLst>
                <a:ext uri="{FF2B5EF4-FFF2-40B4-BE49-F238E27FC236}">
                  <a16:creationId xmlns:a16="http://schemas.microsoft.com/office/drawing/2014/main" id="{23C77F95-EBED-1737-936B-F65A384643C6}"/>
                </a:ext>
              </a:extLst>
            </p:cNvPr>
            <p:cNvGrpSpPr/>
            <p:nvPr/>
          </p:nvGrpSpPr>
          <p:grpSpPr>
            <a:xfrm>
              <a:off x="6082169" y="2555748"/>
              <a:ext cx="2199640" cy="348615"/>
              <a:chOff x="6082169" y="2555748"/>
              <a:chExt cx="2199640" cy="348615"/>
            </a:xfrm>
          </p:grpSpPr>
          <p:sp>
            <p:nvSpPr>
              <p:cNvPr id="23" name="object 7">
                <a:extLst>
                  <a:ext uri="{FF2B5EF4-FFF2-40B4-BE49-F238E27FC236}">
                    <a16:creationId xmlns:a16="http://schemas.microsoft.com/office/drawing/2014/main" id="{80C35D84-0CF2-045F-19C9-69073E744962}"/>
                  </a:ext>
                </a:extLst>
              </p:cNvPr>
              <p:cNvSpPr/>
              <p:nvPr/>
            </p:nvSpPr>
            <p:spPr>
              <a:xfrm>
                <a:off x="6082169" y="2555748"/>
                <a:ext cx="2199640" cy="348615"/>
              </a:xfrm>
              <a:custGeom>
                <a:avLst/>
                <a:gdLst/>
                <a:ahLst/>
                <a:cxnLst/>
                <a:rect l="l" t="t" r="r" b="b"/>
                <a:pathLst>
                  <a:path w="2199640" h="348614">
                    <a:moveTo>
                      <a:pt x="2126220" y="298546"/>
                    </a:moveTo>
                    <a:lnTo>
                      <a:pt x="3810" y="0"/>
                    </a:lnTo>
                    <a:lnTo>
                      <a:pt x="0" y="25146"/>
                    </a:lnTo>
                    <a:lnTo>
                      <a:pt x="2122638" y="323618"/>
                    </a:lnTo>
                    <a:lnTo>
                      <a:pt x="2126220" y="298546"/>
                    </a:lnTo>
                    <a:close/>
                  </a:path>
                  <a:path w="2199640" h="348614">
                    <a:moveTo>
                      <a:pt x="2138172" y="341883"/>
                    </a:moveTo>
                    <a:lnTo>
                      <a:pt x="2138172" y="300227"/>
                    </a:lnTo>
                    <a:lnTo>
                      <a:pt x="2135124" y="325373"/>
                    </a:lnTo>
                    <a:lnTo>
                      <a:pt x="2122638" y="323618"/>
                    </a:lnTo>
                    <a:lnTo>
                      <a:pt x="2119122" y="348233"/>
                    </a:lnTo>
                    <a:lnTo>
                      <a:pt x="2138172" y="341883"/>
                    </a:lnTo>
                    <a:close/>
                  </a:path>
                  <a:path w="2199640" h="348614">
                    <a:moveTo>
                      <a:pt x="2138172" y="300227"/>
                    </a:moveTo>
                    <a:lnTo>
                      <a:pt x="2126220" y="298546"/>
                    </a:lnTo>
                    <a:lnTo>
                      <a:pt x="2122638" y="323618"/>
                    </a:lnTo>
                    <a:lnTo>
                      <a:pt x="2135124" y="325373"/>
                    </a:lnTo>
                    <a:lnTo>
                      <a:pt x="2138172" y="300227"/>
                    </a:lnTo>
                    <a:close/>
                  </a:path>
                  <a:path w="2199640" h="348614">
                    <a:moveTo>
                      <a:pt x="2199132" y="321563"/>
                    </a:moveTo>
                    <a:lnTo>
                      <a:pt x="2129790" y="273557"/>
                    </a:lnTo>
                    <a:lnTo>
                      <a:pt x="2126220" y="298546"/>
                    </a:lnTo>
                    <a:lnTo>
                      <a:pt x="2138172" y="300227"/>
                    </a:lnTo>
                    <a:lnTo>
                      <a:pt x="2138172" y="341883"/>
                    </a:lnTo>
                    <a:lnTo>
                      <a:pt x="2199132" y="321563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8">
                <a:extLst>
                  <a:ext uri="{FF2B5EF4-FFF2-40B4-BE49-F238E27FC236}">
                    <a16:creationId xmlns:a16="http://schemas.microsoft.com/office/drawing/2014/main" id="{F3471978-C78D-D9F8-0334-CEC7692693F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023227" y="2595372"/>
                <a:ext cx="949451" cy="191262"/>
              </a:xfrm>
              <a:prstGeom prst="rect">
                <a:avLst/>
              </a:prstGeom>
            </p:spPr>
          </p:pic>
        </p:grpSp>
        <p:sp>
          <p:nvSpPr>
            <p:cNvPr id="25" name="object 9">
              <a:extLst>
                <a:ext uri="{FF2B5EF4-FFF2-40B4-BE49-F238E27FC236}">
                  <a16:creationId xmlns:a16="http://schemas.microsoft.com/office/drawing/2014/main" id="{35F39FA1-6C16-7984-0891-D518815BC938}"/>
                </a:ext>
              </a:extLst>
            </p:cNvPr>
            <p:cNvSpPr txBox="1"/>
            <p:nvPr/>
          </p:nvSpPr>
          <p:spPr>
            <a:xfrm>
              <a:off x="6141091" y="2030222"/>
              <a:ext cx="633095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Host</a:t>
              </a:r>
              <a:r>
                <a:rPr sz="1400" b="1" spc="-6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A</a:t>
              </a:r>
              <a:endParaRPr sz="1400">
                <a:latin typeface="Comic Sans MS"/>
                <a:cs typeface="Comic Sans MS"/>
              </a:endParaRPr>
            </a:p>
          </p:txBody>
        </p:sp>
        <p:sp>
          <p:nvSpPr>
            <p:cNvPr id="26" name="object 10">
              <a:extLst>
                <a:ext uri="{FF2B5EF4-FFF2-40B4-BE49-F238E27FC236}">
                  <a16:creationId xmlns:a16="http://schemas.microsoft.com/office/drawing/2014/main" id="{AF3E2986-5512-336F-8789-9EA9B999AB46}"/>
                </a:ext>
              </a:extLst>
            </p:cNvPr>
            <p:cNvSpPr txBox="1"/>
            <p:nvPr/>
          </p:nvSpPr>
          <p:spPr>
            <a:xfrm>
              <a:off x="5800537" y="2710021"/>
              <a:ext cx="243204" cy="343535"/>
            </a:xfrm>
            <a:prstGeom prst="rect">
              <a:avLst/>
            </a:prstGeom>
          </p:spPr>
          <p:txBody>
            <a:bodyPr vert="vert270" wrap="square" lIns="0" tIns="3238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54"/>
                </a:spcBef>
              </a:pPr>
              <a:r>
                <a:rPr sz="1200" b="1" spc="-25" dirty="0">
                  <a:solidFill>
                    <a:srgbClr val="163794"/>
                  </a:solidFill>
                  <a:latin typeface="Comic Sans MS"/>
                  <a:cs typeface="Comic Sans MS"/>
                </a:rPr>
                <a:t>RTT</a:t>
              </a:r>
              <a:endParaRPr sz="1200">
                <a:latin typeface="Comic Sans MS"/>
                <a:cs typeface="Comic Sans MS"/>
              </a:endParaRPr>
            </a:p>
          </p:txBody>
        </p:sp>
        <p:sp>
          <p:nvSpPr>
            <p:cNvPr id="28" name="object 12">
              <a:extLst>
                <a:ext uri="{FF2B5EF4-FFF2-40B4-BE49-F238E27FC236}">
                  <a16:creationId xmlns:a16="http://schemas.microsoft.com/office/drawing/2014/main" id="{A8B1F815-8FC4-E13F-AD1E-212D48FC3474}"/>
                </a:ext>
              </a:extLst>
            </p:cNvPr>
            <p:cNvSpPr txBox="1"/>
            <p:nvPr/>
          </p:nvSpPr>
          <p:spPr>
            <a:xfrm>
              <a:off x="7477639" y="2046986"/>
              <a:ext cx="615315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Host</a:t>
              </a:r>
              <a:r>
                <a:rPr sz="1400" b="1" spc="-6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B</a:t>
              </a:r>
              <a:endParaRPr sz="1400">
                <a:latin typeface="Comic Sans MS"/>
                <a:cs typeface="Comic Sans MS"/>
              </a:endParaRPr>
            </a:p>
          </p:txBody>
        </p:sp>
        <p:pic>
          <p:nvPicPr>
            <p:cNvPr id="29" name="object 13">
              <a:extLst>
                <a:ext uri="{FF2B5EF4-FFF2-40B4-BE49-F238E27FC236}">
                  <a16:creationId xmlns:a16="http://schemas.microsoft.com/office/drawing/2014/main" id="{5F703FA7-9B49-62FD-AAD4-034AA696347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89383" y="2555748"/>
              <a:ext cx="67056" cy="192024"/>
            </a:xfrm>
            <a:prstGeom prst="rect">
              <a:avLst/>
            </a:prstGeom>
          </p:spPr>
        </p:pic>
        <p:pic>
          <p:nvPicPr>
            <p:cNvPr id="30" name="object 14">
              <a:extLst>
                <a:ext uri="{FF2B5EF4-FFF2-40B4-BE49-F238E27FC236}">
                  <a16:creationId xmlns:a16="http://schemas.microsoft.com/office/drawing/2014/main" id="{875369BF-A602-25D3-2DF3-A3E08BDA001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9289" y="3048000"/>
              <a:ext cx="66294" cy="196596"/>
            </a:xfrm>
            <a:prstGeom prst="rect">
              <a:avLst/>
            </a:prstGeom>
          </p:spPr>
        </p:pic>
        <p:grpSp>
          <p:nvGrpSpPr>
            <p:cNvPr id="31" name="object 15">
              <a:extLst>
                <a:ext uri="{FF2B5EF4-FFF2-40B4-BE49-F238E27FC236}">
                  <a16:creationId xmlns:a16="http://schemas.microsoft.com/office/drawing/2014/main" id="{D755F482-5C9F-D1FD-5D4C-888C1E2E93A3}"/>
                </a:ext>
              </a:extLst>
            </p:cNvPr>
            <p:cNvGrpSpPr/>
            <p:nvPr/>
          </p:nvGrpSpPr>
          <p:grpSpPr>
            <a:xfrm>
              <a:off x="6047879" y="2405633"/>
              <a:ext cx="2472690" cy="3408045"/>
              <a:chOff x="6047879" y="2405633"/>
              <a:chExt cx="2472690" cy="3408045"/>
            </a:xfrm>
          </p:grpSpPr>
          <p:sp>
            <p:nvSpPr>
              <p:cNvPr id="32" name="object 16">
                <a:extLst>
                  <a:ext uri="{FF2B5EF4-FFF2-40B4-BE49-F238E27FC236}">
                    <a16:creationId xmlns:a16="http://schemas.microsoft.com/office/drawing/2014/main" id="{6C3533AD-F141-A5BC-C4FD-54EBB9F20DCD}"/>
                  </a:ext>
                </a:extLst>
              </p:cNvPr>
              <p:cNvSpPr/>
              <p:nvPr/>
            </p:nvSpPr>
            <p:spPr>
              <a:xfrm>
                <a:off x="6047879" y="2405646"/>
                <a:ext cx="2272665" cy="3408045"/>
              </a:xfrm>
              <a:custGeom>
                <a:avLst/>
                <a:gdLst/>
                <a:ahLst/>
                <a:cxnLst/>
                <a:rect l="l" t="t" r="r" b="b"/>
                <a:pathLst>
                  <a:path w="2272665" h="3408045">
                    <a:moveTo>
                      <a:pt x="67056" y="3307080"/>
                    </a:moveTo>
                    <a:lnTo>
                      <a:pt x="41897" y="3307080"/>
                    </a:lnTo>
                    <a:lnTo>
                      <a:pt x="40386" y="0"/>
                    </a:lnTo>
                    <a:lnTo>
                      <a:pt x="23622" y="0"/>
                    </a:lnTo>
                    <a:lnTo>
                      <a:pt x="25133" y="3307080"/>
                    </a:lnTo>
                    <a:lnTo>
                      <a:pt x="0" y="3307080"/>
                    </a:lnTo>
                    <a:lnTo>
                      <a:pt x="25133" y="3357359"/>
                    </a:lnTo>
                    <a:lnTo>
                      <a:pt x="33528" y="3374136"/>
                    </a:lnTo>
                    <a:lnTo>
                      <a:pt x="41897" y="3357372"/>
                    </a:lnTo>
                    <a:lnTo>
                      <a:pt x="67056" y="3307080"/>
                    </a:lnTo>
                    <a:close/>
                  </a:path>
                  <a:path w="2272665" h="3408045">
                    <a:moveTo>
                      <a:pt x="2272284" y="3340608"/>
                    </a:moveTo>
                    <a:lnTo>
                      <a:pt x="2247125" y="3340608"/>
                    </a:lnTo>
                    <a:lnTo>
                      <a:pt x="2245614" y="32766"/>
                    </a:lnTo>
                    <a:lnTo>
                      <a:pt x="2228850" y="32766"/>
                    </a:lnTo>
                    <a:lnTo>
                      <a:pt x="2230361" y="3340608"/>
                    </a:lnTo>
                    <a:lnTo>
                      <a:pt x="2205228" y="3340608"/>
                    </a:lnTo>
                    <a:lnTo>
                      <a:pt x="2230361" y="3390887"/>
                    </a:lnTo>
                    <a:lnTo>
                      <a:pt x="2238756" y="3407664"/>
                    </a:lnTo>
                    <a:lnTo>
                      <a:pt x="2247125" y="3390900"/>
                    </a:lnTo>
                    <a:lnTo>
                      <a:pt x="2272284" y="3340608"/>
                    </a:lnTo>
                    <a:close/>
                  </a:path>
                </a:pathLst>
              </a:custGeom>
              <a:solidFill>
                <a:srgbClr val="16379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17">
                <a:extLst>
                  <a:ext uri="{FF2B5EF4-FFF2-40B4-BE49-F238E27FC236}">
                    <a16:creationId xmlns:a16="http://schemas.microsoft.com/office/drawing/2014/main" id="{079EE69F-DD87-48AC-EC8D-647F4E95B44E}"/>
                  </a:ext>
                </a:extLst>
              </p:cNvPr>
              <p:cNvSpPr/>
              <p:nvPr/>
            </p:nvSpPr>
            <p:spPr>
              <a:xfrm>
                <a:off x="6063119" y="2910839"/>
                <a:ext cx="2198370" cy="348615"/>
              </a:xfrm>
              <a:custGeom>
                <a:avLst/>
                <a:gdLst/>
                <a:ahLst/>
                <a:cxnLst/>
                <a:rect l="l" t="t" r="r" b="b"/>
                <a:pathLst>
                  <a:path w="2198370" h="348614">
                    <a:moveTo>
                      <a:pt x="72896" y="298442"/>
                    </a:moveTo>
                    <a:lnTo>
                      <a:pt x="69342" y="273558"/>
                    </a:lnTo>
                    <a:lnTo>
                      <a:pt x="0" y="321564"/>
                    </a:lnTo>
                    <a:lnTo>
                      <a:pt x="60198" y="341630"/>
                    </a:lnTo>
                    <a:lnTo>
                      <a:pt x="60198" y="300228"/>
                    </a:lnTo>
                    <a:lnTo>
                      <a:pt x="72896" y="298442"/>
                    </a:lnTo>
                    <a:close/>
                  </a:path>
                  <a:path w="2198370" h="348614">
                    <a:moveTo>
                      <a:pt x="76492" y="323613"/>
                    </a:moveTo>
                    <a:lnTo>
                      <a:pt x="72896" y="298442"/>
                    </a:lnTo>
                    <a:lnTo>
                      <a:pt x="60198" y="300228"/>
                    </a:lnTo>
                    <a:lnTo>
                      <a:pt x="64008" y="325374"/>
                    </a:lnTo>
                    <a:lnTo>
                      <a:pt x="76492" y="323613"/>
                    </a:lnTo>
                    <a:close/>
                  </a:path>
                  <a:path w="2198370" h="348614">
                    <a:moveTo>
                      <a:pt x="80010" y="348234"/>
                    </a:moveTo>
                    <a:lnTo>
                      <a:pt x="76492" y="323613"/>
                    </a:lnTo>
                    <a:lnTo>
                      <a:pt x="64008" y="325374"/>
                    </a:lnTo>
                    <a:lnTo>
                      <a:pt x="60198" y="300228"/>
                    </a:lnTo>
                    <a:lnTo>
                      <a:pt x="60198" y="341630"/>
                    </a:lnTo>
                    <a:lnTo>
                      <a:pt x="80010" y="348234"/>
                    </a:lnTo>
                    <a:close/>
                  </a:path>
                  <a:path w="2198370" h="348614">
                    <a:moveTo>
                      <a:pt x="2198370" y="24383"/>
                    </a:moveTo>
                    <a:lnTo>
                      <a:pt x="2195322" y="0"/>
                    </a:lnTo>
                    <a:lnTo>
                      <a:pt x="72896" y="298442"/>
                    </a:lnTo>
                    <a:lnTo>
                      <a:pt x="76492" y="323613"/>
                    </a:lnTo>
                    <a:lnTo>
                      <a:pt x="2198370" y="24383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18">
                <a:extLst>
                  <a:ext uri="{FF2B5EF4-FFF2-40B4-BE49-F238E27FC236}">
                    <a16:creationId xmlns:a16="http://schemas.microsoft.com/office/drawing/2014/main" id="{68012CDC-FA3B-272E-2EC4-40BACEB91688}"/>
                  </a:ext>
                </a:extLst>
              </p:cNvPr>
              <p:cNvSpPr/>
              <p:nvPr/>
            </p:nvSpPr>
            <p:spPr>
              <a:xfrm>
                <a:off x="8069465" y="5395722"/>
                <a:ext cx="451484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451484" h="217170">
                    <a:moveTo>
                      <a:pt x="451103" y="217170"/>
                    </a:moveTo>
                    <a:lnTo>
                      <a:pt x="451103" y="0"/>
                    </a:lnTo>
                    <a:lnTo>
                      <a:pt x="0" y="0"/>
                    </a:lnTo>
                    <a:lnTo>
                      <a:pt x="0" y="217170"/>
                    </a:lnTo>
                    <a:lnTo>
                      <a:pt x="451103" y="21717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5" name="object 19">
              <a:extLst>
                <a:ext uri="{FF2B5EF4-FFF2-40B4-BE49-F238E27FC236}">
                  <a16:creationId xmlns:a16="http://schemas.microsoft.com/office/drawing/2014/main" id="{5BB3614E-52A5-5D2C-B8D3-DD1DFF266D76}"/>
                </a:ext>
              </a:extLst>
            </p:cNvPr>
            <p:cNvSpPr txBox="1"/>
            <p:nvPr/>
          </p:nvSpPr>
          <p:spPr>
            <a:xfrm>
              <a:off x="8083429" y="5349494"/>
              <a:ext cx="443865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b="1" spc="-20" dirty="0">
                  <a:solidFill>
                    <a:srgbClr val="163794"/>
                  </a:solidFill>
                  <a:latin typeface="Comic Sans MS"/>
                  <a:cs typeface="Comic Sans MS"/>
                </a:rPr>
                <a:t>time</a:t>
              </a:r>
              <a:endParaRPr sz="1550">
                <a:latin typeface="Comic Sans MS"/>
                <a:cs typeface="Comic Sans MS"/>
              </a:endParaRPr>
            </a:p>
          </p:txBody>
        </p:sp>
        <p:grpSp>
          <p:nvGrpSpPr>
            <p:cNvPr id="36" name="object 20">
              <a:extLst>
                <a:ext uri="{FF2B5EF4-FFF2-40B4-BE49-F238E27FC236}">
                  <a16:creationId xmlns:a16="http://schemas.microsoft.com/office/drawing/2014/main" id="{0EECB632-1768-AAD5-7EB6-0DA294966876}"/>
                </a:ext>
              </a:extLst>
            </p:cNvPr>
            <p:cNvGrpSpPr/>
            <p:nvPr/>
          </p:nvGrpSpPr>
          <p:grpSpPr>
            <a:xfrm>
              <a:off x="6060833" y="3240785"/>
              <a:ext cx="2242820" cy="1784985"/>
              <a:chOff x="6060833" y="3240785"/>
              <a:chExt cx="2242820" cy="1784985"/>
            </a:xfrm>
          </p:grpSpPr>
          <p:sp>
            <p:nvSpPr>
              <p:cNvPr id="37" name="object 21">
                <a:extLst>
                  <a:ext uri="{FF2B5EF4-FFF2-40B4-BE49-F238E27FC236}">
                    <a16:creationId xmlns:a16="http://schemas.microsoft.com/office/drawing/2014/main" id="{41D570A8-FE55-BB55-6723-E7DDF322FF33}"/>
                  </a:ext>
                </a:extLst>
              </p:cNvPr>
              <p:cNvSpPr/>
              <p:nvPr/>
            </p:nvSpPr>
            <p:spPr>
              <a:xfrm>
                <a:off x="6060833" y="3240798"/>
                <a:ext cx="2242820" cy="1111250"/>
              </a:xfrm>
              <a:custGeom>
                <a:avLst/>
                <a:gdLst/>
                <a:ahLst/>
                <a:cxnLst/>
                <a:rect l="l" t="t" r="r" b="b"/>
                <a:pathLst>
                  <a:path w="2242820" h="1111250">
                    <a:moveTo>
                      <a:pt x="2198370" y="787908"/>
                    </a:moveTo>
                    <a:lnTo>
                      <a:pt x="2194560" y="762762"/>
                    </a:lnTo>
                    <a:lnTo>
                      <a:pt x="72148" y="1061300"/>
                    </a:lnTo>
                    <a:lnTo>
                      <a:pt x="68580" y="1036320"/>
                    </a:lnTo>
                    <a:lnTo>
                      <a:pt x="0" y="1084326"/>
                    </a:lnTo>
                    <a:lnTo>
                      <a:pt x="60198" y="1104582"/>
                    </a:lnTo>
                    <a:lnTo>
                      <a:pt x="79248" y="1110996"/>
                    </a:lnTo>
                    <a:lnTo>
                      <a:pt x="75730" y="1086370"/>
                    </a:lnTo>
                    <a:lnTo>
                      <a:pt x="2198370" y="787908"/>
                    </a:lnTo>
                    <a:close/>
                  </a:path>
                  <a:path w="2242820" h="1111250">
                    <a:moveTo>
                      <a:pt x="2220468" y="396240"/>
                    </a:moveTo>
                    <a:lnTo>
                      <a:pt x="2151126" y="348996"/>
                    </a:lnTo>
                    <a:lnTo>
                      <a:pt x="2147544" y="373976"/>
                    </a:lnTo>
                    <a:lnTo>
                      <a:pt x="25146" y="75438"/>
                    </a:lnTo>
                    <a:lnTo>
                      <a:pt x="21336" y="99822"/>
                    </a:lnTo>
                    <a:lnTo>
                      <a:pt x="2144077" y="398297"/>
                    </a:lnTo>
                    <a:lnTo>
                      <a:pt x="2140458" y="423672"/>
                    </a:lnTo>
                    <a:lnTo>
                      <a:pt x="2159508" y="417131"/>
                    </a:lnTo>
                    <a:lnTo>
                      <a:pt x="2220468" y="396240"/>
                    </a:lnTo>
                    <a:close/>
                  </a:path>
                  <a:path w="2242820" h="1111250">
                    <a:moveTo>
                      <a:pt x="2224278" y="321564"/>
                    </a:moveTo>
                    <a:lnTo>
                      <a:pt x="2154936" y="273558"/>
                    </a:lnTo>
                    <a:lnTo>
                      <a:pt x="2151380" y="298437"/>
                    </a:lnTo>
                    <a:lnTo>
                      <a:pt x="28956" y="0"/>
                    </a:lnTo>
                    <a:lnTo>
                      <a:pt x="25908" y="24384"/>
                    </a:lnTo>
                    <a:lnTo>
                      <a:pt x="2147773" y="323608"/>
                    </a:lnTo>
                    <a:lnTo>
                      <a:pt x="2144268" y="348234"/>
                    </a:lnTo>
                    <a:lnTo>
                      <a:pt x="2164080" y="341630"/>
                    </a:lnTo>
                    <a:lnTo>
                      <a:pt x="2224278" y="321564"/>
                    </a:lnTo>
                    <a:close/>
                  </a:path>
                  <a:path w="2242820" h="1111250">
                    <a:moveTo>
                      <a:pt x="2242566" y="559308"/>
                    </a:moveTo>
                    <a:lnTo>
                      <a:pt x="2239518" y="534162"/>
                    </a:lnTo>
                    <a:lnTo>
                      <a:pt x="95758" y="841057"/>
                    </a:lnTo>
                    <a:lnTo>
                      <a:pt x="92202" y="816102"/>
                    </a:lnTo>
                    <a:lnTo>
                      <a:pt x="23622" y="864108"/>
                    </a:lnTo>
                    <a:lnTo>
                      <a:pt x="83820" y="884364"/>
                    </a:lnTo>
                    <a:lnTo>
                      <a:pt x="102870" y="890778"/>
                    </a:lnTo>
                    <a:lnTo>
                      <a:pt x="99339" y="866127"/>
                    </a:lnTo>
                    <a:lnTo>
                      <a:pt x="2242566" y="559308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8" name="object 22">
                <a:extLst>
                  <a:ext uri="{FF2B5EF4-FFF2-40B4-BE49-F238E27FC236}">
                    <a16:creationId xmlns:a16="http://schemas.microsoft.com/office/drawing/2014/main" id="{DD2BF45B-825E-F5E0-5A10-2CA2136C6C0A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013333" y="3252215"/>
                <a:ext cx="1018032" cy="225242"/>
              </a:xfrm>
              <a:prstGeom prst="rect">
                <a:avLst/>
              </a:prstGeom>
            </p:spPr>
          </p:pic>
          <p:pic>
            <p:nvPicPr>
              <p:cNvPr id="39" name="object 23">
                <a:extLst>
                  <a:ext uri="{FF2B5EF4-FFF2-40B4-BE49-F238E27FC236}">
                    <a16:creationId xmlns:a16="http://schemas.microsoft.com/office/drawing/2014/main" id="{3268EED5-FF0F-A440-D25A-FB3221E30171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7088771" y="4135469"/>
                <a:ext cx="1053083" cy="233533"/>
              </a:xfrm>
              <a:prstGeom prst="rect">
                <a:avLst/>
              </a:prstGeom>
            </p:spPr>
          </p:pic>
          <p:sp>
            <p:nvSpPr>
              <p:cNvPr id="40" name="object 24">
                <a:extLst>
                  <a:ext uri="{FF2B5EF4-FFF2-40B4-BE49-F238E27FC236}">
                    <a16:creationId xmlns:a16="http://schemas.microsoft.com/office/drawing/2014/main" id="{17E17C12-2DDD-D38E-4C12-ABE56E4C1198}"/>
                  </a:ext>
                </a:extLst>
              </p:cNvPr>
              <p:cNvSpPr/>
              <p:nvPr/>
            </p:nvSpPr>
            <p:spPr>
              <a:xfrm>
                <a:off x="6078359" y="4121670"/>
                <a:ext cx="2211705" cy="904240"/>
              </a:xfrm>
              <a:custGeom>
                <a:avLst/>
                <a:gdLst/>
                <a:ahLst/>
                <a:cxnLst/>
                <a:rect l="l" t="t" r="r" b="b"/>
                <a:pathLst>
                  <a:path w="2211704" h="904239">
                    <a:moveTo>
                      <a:pt x="2211324" y="321564"/>
                    </a:moveTo>
                    <a:lnTo>
                      <a:pt x="2141982" y="274320"/>
                    </a:lnTo>
                    <a:lnTo>
                      <a:pt x="2138476" y="298551"/>
                    </a:lnTo>
                    <a:lnTo>
                      <a:pt x="16002" y="0"/>
                    </a:lnTo>
                    <a:lnTo>
                      <a:pt x="12192" y="25146"/>
                    </a:lnTo>
                    <a:lnTo>
                      <a:pt x="2134857" y="323621"/>
                    </a:lnTo>
                    <a:lnTo>
                      <a:pt x="2131885" y="344208"/>
                    </a:lnTo>
                    <a:lnTo>
                      <a:pt x="2127364" y="344881"/>
                    </a:lnTo>
                    <a:lnTo>
                      <a:pt x="2127364" y="369824"/>
                    </a:lnTo>
                    <a:lnTo>
                      <a:pt x="2125713" y="382295"/>
                    </a:lnTo>
                    <a:lnTo>
                      <a:pt x="2122373" y="381838"/>
                    </a:lnTo>
                    <a:lnTo>
                      <a:pt x="2122373" y="407504"/>
                    </a:lnTo>
                    <a:lnTo>
                      <a:pt x="2119566" y="428675"/>
                    </a:lnTo>
                    <a:lnTo>
                      <a:pt x="1969439" y="450799"/>
                    </a:lnTo>
                    <a:lnTo>
                      <a:pt x="1883270" y="438683"/>
                    </a:lnTo>
                    <a:lnTo>
                      <a:pt x="1883270" y="463499"/>
                    </a:lnTo>
                    <a:lnTo>
                      <a:pt x="1661096" y="496239"/>
                    </a:lnTo>
                    <a:lnTo>
                      <a:pt x="1460868" y="468083"/>
                    </a:lnTo>
                    <a:lnTo>
                      <a:pt x="1682953" y="435343"/>
                    </a:lnTo>
                    <a:lnTo>
                      <a:pt x="1883270" y="463499"/>
                    </a:lnTo>
                    <a:lnTo>
                      <a:pt x="1883270" y="438683"/>
                    </a:lnTo>
                    <a:lnTo>
                      <a:pt x="1769148" y="422630"/>
                    </a:lnTo>
                    <a:lnTo>
                      <a:pt x="1994103" y="389470"/>
                    </a:lnTo>
                    <a:lnTo>
                      <a:pt x="2122373" y="407504"/>
                    </a:lnTo>
                    <a:lnTo>
                      <a:pt x="2122373" y="381838"/>
                    </a:lnTo>
                    <a:lnTo>
                      <a:pt x="2083231" y="376326"/>
                    </a:lnTo>
                    <a:lnTo>
                      <a:pt x="2127364" y="369824"/>
                    </a:lnTo>
                    <a:lnTo>
                      <a:pt x="2127364" y="344881"/>
                    </a:lnTo>
                    <a:lnTo>
                      <a:pt x="1996630" y="364147"/>
                    </a:lnTo>
                    <a:lnTo>
                      <a:pt x="3048" y="83820"/>
                    </a:lnTo>
                    <a:lnTo>
                      <a:pt x="0" y="108966"/>
                    </a:lnTo>
                    <a:lnTo>
                      <a:pt x="1907514" y="377291"/>
                    </a:lnTo>
                    <a:lnTo>
                      <a:pt x="1682559" y="410451"/>
                    </a:lnTo>
                    <a:lnTo>
                      <a:pt x="16002" y="176022"/>
                    </a:lnTo>
                    <a:lnTo>
                      <a:pt x="12192" y="200406"/>
                    </a:lnTo>
                    <a:lnTo>
                      <a:pt x="1596351" y="423164"/>
                    </a:lnTo>
                    <a:lnTo>
                      <a:pt x="1374267" y="455904"/>
                    </a:lnTo>
                    <a:lnTo>
                      <a:pt x="7620" y="263652"/>
                    </a:lnTo>
                    <a:lnTo>
                      <a:pt x="3810" y="288036"/>
                    </a:lnTo>
                    <a:lnTo>
                      <a:pt x="1287995" y="468617"/>
                    </a:lnTo>
                    <a:lnTo>
                      <a:pt x="328396" y="610082"/>
                    </a:lnTo>
                    <a:lnTo>
                      <a:pt x="324599" y="585216"/>
                    </a:lnTo>
                    <a:lnTo>
                      <a:pt x="256019" y="633222"/>
                    </a:lnTo>
                    <a:lnTo>
                      <a:pt x="316217" y="653288"/>
                    </a:lnTo>
                    <a:lnTo>
                      <a:pt x="336029" y="659892"/>
                    </a:lnTo>
                    <a:lnTo>
                      <a:pt x="332130" y="634479"/>
                    </a:lnTo>
                    <a:lnTo>
                      <a:pt x="1374609" y="480796"/>
                    </a:lnTo>
                    <a:lnTo>
                      <a:pt x="1574876" y="508952"/>
                    </a:lnTo>
                    <a:lnTo>
                      <a:pt x="335788" y="691540"/>
                    </a:lnTo>
                    <a:lnTo>
                      <a:pt x="332219" y="666750"/>
                    </a:lnTo>
                    <a:lnTo>
                      <a:pt x="262877" y="714756"/>
                    </a:lnTo>
                    <a:lnTo>
                      <a:pt x="323075" y="734237"/>
                    </a:lnTo>
                    <a:lnTo>
                      <a:pt x="342887" y="740664"/>
                    </a:lnTo>
                    <a:lnTo>
                      <a:pt x="339318" y="715962"/>
                    </a:lnTo>
                    <a:lnTo>
                      <a:pt x="1661223" y="521093"/>
                    </a:lnTo>
                    <a:lnTo>
                      <a:pt x="1862810" y="549427"/>
                    </a:lnTo>
                    <a:lnTo>
                      <a:pt x="324586" y="776198"/>
                    </a:lnTo>
                    <a:lnTo>
                      <a:pt x="320789" y="751332"/>
                    </a:lnTo>
                    <a:lnTo>
                      <a:pt x="252209" y="800100"/>
                    </a:lnTo>
                    <a:lnTo>
                      <a:pt x="312407" y="819581"/>
                    </a:lnTo>
                    <a:lnTo>
                      <a:pt x="332219" y="826008"/>
                    </a:lnTo>
                    <a:lnTo>
                      <a:pt x="328434" y="801344"/>
                    </a:lnTo>
                    <a:lnTo>
                      <a:pt x="1952066" y="561987"/>
                    </a:lnTo>
                    <a:lnTo>
                      <a:pt x="2126551" y="586511"/>
                    </a:lnTo>
                    <a:lnTo>
                      <a:pt x="2126043" y="590029"/>
                    </a:lnTo>
                    <a:lnTo>
                      <a:pt x="335749" y="853846"/>
                    </a:lnTo>
                    <a:lnTo>
                      <a:pt x="332219" y="829056"/>
                    </a:lnTo>
                    <a:lnTo>
                      <a:pt x="262877" y="877062"/>
                    </a:lnTo>
                    <a:lnTo>
                      <a:pt x="323075" y="897128"/>
                    </a:lnTo>
                    <a:lnTo>
                      <a:pt x="342887" y="903732"/>
                    </a:lnTo>
                    <a:lnTo>
                      <a:pt x="339242" y="878281"/>
                    </a:lnTo>
                    <a:lnTo>
                      <a:pt x="2208263" y="602742"/>
                    </a:lnTo>
                    <a:lnTo>
                      <a:pt x="2205215" y="578358"/>
                    </a:lnTo>
                    <a:lnTo>
                      <a:pt x="2195169" y="579843"/>
                    </a:lnTo>
                    <a:lnTo>
                      <a:pt x="2133600" y="537210"/>
                    </a:lnTo>
                    <a:lnTo>
                      <a:pt x="2130018" y="562190"/>
                    </a:lnTo>
                    <a:lnTo>
                      <a:pt x="2038210" y="549287"/>
                    </a:lnTo>
                    <a:lnTo>
                      <a:pt x="2197595" y="525780"/>
                    </a:lnTo>
                    <a:lnTo>
                      <a:pt x="2194090" y="502729"/>
                    </a:lnTo>
                    <a:lnTo>
                      <a:pt x="2211324" y="496824"/>
                    </a:lnTo>
                    <a:lnTo>
                      <a:pt x="2142731" y="450100"/>
                    </a:lnTo>
                    <a:lnTo>
                      <a:pt x="2208263" y="440436"/>
                    </a:lnTo>
                    <a:lnTo>
                      <a:pt x="2205215" y="416052"/>
                    </a:lnTo>
                    <a:lnTo>
                      <a:pt x="2141880" y="425386"/>
                    </a:lnTo>
                    <a:lnTo>
                      <a:pt x="2141880" y="450227"/>
                    </a:lnTo>
                    <a:lnTo>
                      <a:pt x="2138400" y="474560"/>
                    </a:lnTo>
                    <a:lnTo>
                      <a:pt x="2134933" y="474078"/>
                    </a:lnTo>
                    <a:lnTo>
                      <a:pt x="2134933" y="498881"/>
                    </a:lnTo>
                    <a:lnTo>
                      <a:pt x="2133409" y="509536"/>
                    </a:lnTo>
                    <a:lnTo>
                      <a:pt x="1948967" y="536727"/>
                    </a:lnTo>
                    <a:lnTo>
                      <a:pt x="1747405" y="508381"/>
                    </a:lnTo>
                    <a:lnTo>
                      <a:pt x="1969541" y="475627"/>
                    </a:lnTo>
                    <a:lnTo>
                      <a:pt x="2134933" y="498881"/>
                    </a:lnTo>
                    <a:lnTo>
                      <a:pt x="2134933" y="474078"/>
                    </a:lnTo>
                    <a:lnTo>
                      <a:pt x="2055685" y="462940"/>
                    </a:lnTo>
                    <a:lnTo>
                      <a:pt x="2141880" y="450227"/>
                    </a:lnTo>
                    <a:lnTo>
                      <a:pt x="2141880" y="425386"/>
                    </a:lnTo>
                    <a:lnTo>
                      <a:pt x="2136622" y="426161"/>
                    </a:lnTo>
                    <a:lnTo>
                      <a:pt x="2138172" y="425640"/>
                    </a:lnTo>
                    <a:lnTo>
                      <a:pt x="2198370" y="405384"/>
                    </a:lnTo>
                    <a:lnTo>
                      <a:pt x="2143544" y="367436"/>
                    </a:lnTo>
                    <a:lnTo>
                      <a:pt x="2201405" y="358902"/>
                    </a:lnTo>
                    <a:lnTo>
                      <a:pt x="2197595" y="334518"/>
                    </a:lnTo>
                    <a:lnTo>
                      <a:pt x="2152523" y="341172"/>
                    </a:lnTo>
                    <a:lnTo>
                      <a:pt x="2211324" y="321564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46" name="图形 45" descr="便携式计算机 纯色填充">
              <a:extLst>
                <a:ext uri="{FF2B5EF4-FFF2-40B4-BE49-F238E27FC236}">
                  <a16:creationId xmlns:a16="http://schemas.microsoft.com/office/drawing/2014/main" id="{9D394951-4C51-4A91-A771-D216F3FEB8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25548" y="1974515"/>
              <a:ext cx="422033" cy="422033"/>
            </a:xfrm>
            <a:prstGeom prst="rect">
              <a:avLst/>
            </a:prstGeom>
          </p:spPr>
        </p:pic>
        <p:pic>
          <p:nvPicPr>
            <p:cNvPr id="47" name="图形 46" descr="便携式计算机 纯色填充">
              <a:extLst>
                <a:ext uri="{FF2B5EF4-FFF2-40B4-BE49-F238E27FC236}">
                  <a16:creationId xmlns:a16="http://schemas.microsoft.com/office/drawing/2014/main" id="{75DC2AB5-1CD2-7FBD-6F58-34C50A3365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41854" y="1921827"/>
              <a:ext cx="422033" cy="422033"/>
            </a:xfrm>
            <a:prstGeom prst="rect">
              <a:avLst/>
            </a:prstGeom>
          </p:spPr>
        </p:pic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0313BFA3-AEF6-D79E-B63D-A547029E6AB7}"/>
              </a:ext>
            </a:extLst>
          </p:cNvPr>
          <p:cNvSpPr txBox="1"/>
          <p:nvPr/>
        </p:nvSpPr>
        <p:spPr>
          <a:xfrm>
            <a:off x="2151722" y="574674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慢启动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09A30DB-9C9A-7EDB-BF8A-C18F445570C5}"/>
              </a:ext>
            </a:extLst>
          </p:cNvPr>
          <p:cNvSpPr txBox="1"/>
          <p:nvPr/>
        </p:nvSpPr>
        <p:spPr>
          <a:xfrm>
            <a:off x="6939599" y="5500229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加法增长、乘法下降</a:t>
            </a:r>
            <a:endParaRPr lang="zh-CN" altLang="en-US" dirty="0"/>
          </a:p>
          <a:p>
            <a:r>
              <a:rPr kumimoji="1" lang="zh-CN" altLang="en-US" dirty="0"/>
              <a:t>（锯齿状流量）</a:t>
            </a:r>
          </a:p>
        </p:txBody>
      </p:sp>
    </p:spTree>
    <p:extLst>
      <p:ext uri="{BB962C8B-B14F-4D97-AF65-F5344CB8AC3E}">
        <p14:creationId xmlns:p14="http://schemas.microsoft.com/office/powerpoint/2010/main" val="5706194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5C84D-1D1B-5EE9-2941-6B8E603C4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AD1E3F6D-5349-5CCA-1BCA-28A0BB18E5D2}"/>
              </a:ext>
            </a:extLst>
          </p:cNvPr>
          <p:cNvGrpSpPr/>
          <p:nvPr/>
        </p:nvGrpSpPr>
        <p:grpSpPr>
          <a:xfrm>
            <a:off x="2999879" y="2548889"/>
            <a:ext cx="5515476" cy="3011048"/>
            <a:chOff x="2999879" y="2548889"/>
            <a:chExt cx="5515476" cy="3011048"/>
          </a:xfrm>
        </p:grpSpPr>
        <p:grpSp>
          <p:nvGrpSpPr>
            <p:cNvPr id="2" name="object 4">
              <a:extLst>
                <a:ext uri="{FF2B5EF4-FFF2-40B4-BE49-F238E27FC236}">
                  <a16:creationId xmlns:a16="http://schemas.microsoft.com/office/drawing/2014/main" id="{C2CCCD5E-1970-01A2-33B3-F13AF2CA847F}"/>
                </a:ext>
              </a:extLst>
            </p:cNvPr>
            <p:cNvGrpSpPr/>
            <p:nvPr/>
          </p:nvGrpSpPr>
          <p:grpSpPr>
            <a:xfrm>
              <a:off x="3235337" y="2548889"/>
              <a:ext cx="3219450" cy="2733040"/>
              <a:chOff x="3235337" y="2548889"/>
              <a:chExt cx="3219450" cy="2733040"/>
            </a:xfrm>
          </p:grpSpPr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E944C0F6-0CEF-58D1-9220-1841D9A4265E}"/>
                  </a:ext>
                </a:extLst>
              </p:cNvPr>
              <p:cNvSpPr/>
              <p:nvPr/>
            </p:nvSpPr>
            <p:spPr>
              <a:xfrm>
                <a:off x="3246767" y="2548902"/>
                <a:ext cx="3208020" cy="2733040"/>
              </a:xfrm>
              <a:custGeom>
                <a:avLst/>
                <a:gdLst/>
                <a:ahLst/>
                <a:cxnLst/>
                <a:rect l="l" t="t" r="r" b="b"/>
                <a:pathLst>
                  <a:path w="3208020" h="2733040">
                    <a:moveTo>
                      <a:pt x="3208020" y="2699004"/>
                    </a:moveTo>
                    <a:lnTo>
                      <a:pt x="33528" y="2697492"/>
                    </a:lnTo>
                    <a:lnTo>
                      <a:pt x="35052" y="0"/>
                    </a:lnTo>
                    <a:lnTo>
                      <a:pt x="1524" y="0"/>
                    </a:lnTo>
                    <a:lnTo>
                      <a:pt x="0" y="2705862"/>
                    </a:lnTo>
                    <a:lnTo>
                      <a:pt x="16764" y="2705862"/>
                    </a:lnTo>
                    <a:lnTo>
                      <a:pt x="16764" y="2731008"/>
                    </a:lnTo>
                    <a:lnTo>
                      <a:pt x="3208020" y="2732532"/>
                    </a:lnTo>
                    <a:lnTo>
                      <a:pt x="3208020" y="2699004"/>
                    </a:lnTo>
                    <a:close/>
                  </a:path>
                </a:pathLst>
              </a:custGeom>
              <a:solidFill>
                <a:srgbClr val="16379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" name="object 6">
                <a:extLst>
                  <a:ext uri="{FF2B5EF4-FFF2-40B4-BE49-F238E27FC236}">
                    <a16:creationId xmlns:a16="http://schemas.microsoft.com/office/drawing/2014/main" id="{62EF8796-030C-9C4C-C5F5-27FC304B4318}"/>
                  </a:ext>
                </a:extLst>
              </p:cNvPr>
              <p:cNvSpPr/>
              <p:nvPr/>
            </p:nvSpPr>
            <p:spPr>
              <a:xfrm>
                <a:off x="3235337" y="2753880"/>
                <a:ext cx="2495550" cy="2503170"/>
              </a:xfrm>
              <a:custGeom>
                <a:avLst/>
                <a:gdLst/>
                <a:ahLst/>
                <a:cxnLst/>
                <a:rect l="l" t="t" r="r" b="b"/>
                <a:pathLst>
                  <a:path w="2495550" h="2503170">
                    <a:moveTo>
                      <a:pt x="2495550" y="2464308"/>
                    </a:moveTo>
                    <a:lnTo>
                      <a:pt x="1200454" y="1173226"/>
                    </a:lnTo>
                    <a:lnTo>
                      <a:pt x="2049907" y="205117"/>
                    </a:lnTo>
                    <a:lnTo>
                      <a:pt x="2057400" y="211696"/>
                    </a:lnTo>
                    <a:lnTo>
                      <a:pt x="2068830" y="221742"/>
                    </a:lnTo>
                    <a:lnTo>
                      <a:pt x="2087880" y="149352"/>
                    </a:lnTo>
                    <a:lnTo>
                      <a:pt x="2018538" y="177546"/>
                    </a:lnTo>
                    <a:lnTo>
                      <a:pt x="2037359" y="194094"/>
                    </a:lnTo>
                    <a:lnTo>
                      <a:pt x="1188605" y="1161402"/>
                    </a:lnTo>
                    <a:lnTo>
                      <a:pt x="23622" y="0"/>
                    </a:lnTo>
                    <a:lnTo>
                      <a:pt x="0" y="23622"/>
                    </a:lnTo>
                    <a:lnTo>
                      <a:pt x="1166533" y="1186573"/>
                    </a:lnTo>
                    <a:lnTo>
                      <a:pt x="21336" y="2491740"/>
                    </a:lnTo>
                    <a:lnTo>
                      <a:pt x="33528" y="2503170"/>
                    </a:lnTo>
                    <a:lnTo>
                      <a:pt x="1178382" y="1198384"/>
                    </a:lnTo>
                    <a:lnTo>
                      <a:pt x="2471928" y="2487930"/>
                    </a:lnTo>
                    <a:lnTo>
                      <a:pt x="2495550" y="2464308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8AB34200-48DC-9805-5A0B-26E7C2B0931C}"/>
                </a:ext>
              </a:extLst>
            </p:cNvPr>
            <p:cNvSpPr txBox="1"/>
            <p:nvPr/>
          </p:nvSpPr>
          <p:spPr>
            <a:xfrm>
              <a:off x="3031369" y="2632201"/>
              <a:ext cx="168275" cy="2927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750" b="1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R</a:t>
              </a:r>
              <a:endParaRPr sz="1750">
                <a:latin typeface="Comic Sans MS"/>
                <a:cs typeface="Comic Sans MS"/>
              </a:endParaRPr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CB4A0095-517C-7B2E-4AB2-5B434D41D33B}"/>
                </a:ext>
              </a:extLst>
            </p:cNvPr>
            <p:cNvSpPr txBox="1"/>
            <p:nvPr/>
          </p:nvSpPr>
          <p:spPr>
            <a:xfrm>
              <a:off x="4474597" y="2625344"/>
              <a:ext cx="2192655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equal</a:t>
              </a:r>
              <a:r>
                <a:rPr sz="1550" b="1" spc="8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bandwidth</a:t>
              </a:r>
              <a:r>
                <a:rPr sz="1550" b="1" spc="8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b="1" spc="-20" dirty="0">
                  <a:solidFill>
                    <a:srgbClr val="163794"/>
                  </a:solidFill>
                  <a:latin typeface="Comic Sans MS"/>
                  <a:cs typeface="Comic Sans MS"/>
                </a:rPr>
                <a:t>share</a:t>
              </a:r>
              <a:endParaRPr sz="1550">
                <a:latin typeface="Comic Sans MS"/>
                <a:cs typeface="Comic Sans MS"/>
              </a:endParaRPr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71F7348C-508E-D1FC-CB25-9B235EBA9753}"/>
                </a:ext>
              </a:extLst>
            </p:cNvPr>
            <p:cNvSpPr txBox="1"/>
            <p:nvPr/>
          </p:nvSpPr>
          <p:spPr>
            <a:xfrm>
              <a:off x="3111126" y="5267202"/>
              <a:ext cx="2703195" cy="2927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  <a:tabLst>
                  <a:tab pos="2521585" algn="l"/>
                </a:tabLst>
              </a:pPr>
              <a:r>
                <a:rPr sz="155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Connection</a:t>
              </a:r>
              <a:r>
                <a:rPr sz="1550" b="1" spc="4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1</a:t>
              </a:r>
              <a:r>
                <a:rPr sz="1550" b="1" spc="4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550" b="1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throughput</a:t>
              </a:r>
              <a:r>
                <a:rPr sz="155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	</a:t>
              </a:r>
              <a:r>
                <a:rPr sz="2625" b="1" spc="-75" baseline="-9523" dirty="0">
                  <a:solidFill>
                    <a:srgbClr val="163794"/>
                  </a:solidFill>
                  <a:latin typeface="Comic Sans MS"/>
                  <a:cs typeface="Comic Sans MS"/>
                </a:rPr>
                <a:t>R</a:t>
              </a:r>
              <a:endParaRPr sz="2625" baseline="-9523">
                <a:latin typeface="Comic Sans MS"/>
                <a:cs typeface="Comic Sans MS"/>
              </a:endParaRPr>
            </a:p>
          </p:txBody>
        </p:sp>
        <p:grpSp>
          <p:nvGrpSpPr>
            <p:cNvPr id="8" name="object 10">
              <a:extLst>
                <a:ext uri="{FF2B5EF4-FFF2-40B4-BE49-F238E27FC236}">
                  <a16:creationId xmlns:a16="http://schemas.microsoft.com/office/drawing/2014/main" id="{AC2B0F1E-EC0F-9D05-2BD1-3F79567A385E}"/>
                </a:ext>
              </a:extLst>
            </p:cNvPr>
            <p:cNvGrpSpPr/>
            <p:nvPr/>
          </p:nvGrpSpPr>
          <p:grpSpPr>
            <a:xfrm>
              <a:off x="2999879" y="2976372"/>
              <a:ext cx="2172970" cy="2348230"/>
              <a:chOff x="2999879" y="2976372"/>
              <a:chExt cx="2172970" cy="2348230"/>
            </a:xfrm>
          </p:grpSpPr>
          <p:pic>
            <p:nvPicPr>
              <p:cNvPr id="9" name="object 11">
                <a:extLst>
                  <a:ext uri="{FF2B5EF4-FFF2-40B4-BE49-F238E27FC236}">
                    <a16:creationId xmlns:a16="http://schemas.microsoft.com/office/drawing/2014/main" id="{6FE7F5EE-5325-D8E1-0538-B9398FC433F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999879" y="2976372"/>
                <a:ext cx="214884" cy="2347722"/>
              </a:xfrm>
              <a:prstGeom prst="rect">
                <a:avLst/>
              </a:prstGeom>
            </p:spPr>
          </p:pic>
          <p:sp>
            <p:nvSpPr>
              <p:cNvPr id="10" name="object 12">
                <a:extLst>
                  <a:ext uri="{FF2B5EF4-FFF2-40B4-BE49-F238E27FC236}">
                    <a16:creationId xmlns:a16="http://schemas.microsoft.com/office/drawing/2014/main" id="{12A7B309-3501-A60C-97D6-5743A14FE435}"/>
                  </a:ext>
                </a:extLst>
              </p:cNvPr>
              <p:cNvSpPr/>
              <p:nvPr/>
            </p:nvSpPr>
            <p:spPr>
              <a:xfrm>
                <a:off x="4007243" y="3912120"/>
                <a:ext cx="1165225" cy="1134110"/>
              </a:xfrm>
              <a:custGeom>
                <a:avLst/>
                <a:gdLst/>
                <a:ahLst/>
                <a:cxnLst/>
                <a:rect l="l" t="t" r="r" b="b"/>
                <a:pathLst>
                  <a:path w="1165225" h="1134110">
                    <a:moveTo>
                      <a:pt x="1165098" y="275082"/>
                    </a:moveTo>
                    <a:lnTo>
                      <a:pt x="1095756" y="303276"/>
                    </a:lnTo>
                    <a:lnTo>
                      <a:pt x="1101763" y="308571"/>
                    </a:lnTo>
                    <a:lnTo>
                      <a:pt x="182626" y="803922"/>
                    </a:lnTo>
                    <a:lnTo>
                      <a:pt x="858291" y="55359"/>
                    </a:lnTo>
                    <a:lnTo>
                      <a:pt x="865632" y="62014"/>
                    </a:lnTo>
                    <a:lnTo>
                      <a:pt x="877062" y="72390"/>
                    </a:lnTo>
                    <a:lnTo>
                      <a:pt x="896874" y="0"/>
                    </a:lnTo>
                    <a:lnTo>
                      <a:pt x="827532" y="27432"/>
                    </a:lnTo>
                    <a:lnTo>
                      <a:pt x="843813" y="42227"/>
                    </a:lnTo>
                    <a:lnTo>
                      <a:pt x="47421" y="663117"/>
                    </a:lnTo>
                    <a:lnTo>
                      <a:pt x="32004" y="643128"/>
                    </a:lnTo>
                    <a:lnTo>
                      <a:pt x="0" y="710946"/>
                    </a:lnTo>
                    <a:lnTo>
                      <a:pt x="38862" y="703249"/>
                    </a:lnTo>
                    <a:lnTo>
                      <a:pt x="73152" y="696468"/>
                    </a:lnTo>
                    <a:lnTo>
                      <a:pt x="57746" y="676503"/>
                    </a:lnTo>
                    <a:lnTo>
                      <a:pt x="791895" y="103987"/>
                    </a:lnTo>
                    <a:lnTo>
                      <a:pt x="172212" y="790511"/>
                    </a:lnTo>
                    <a:lnTo>
                      <a:pt x="168402" y="783336"/>
                    </a:lnTo>
                    <a:lnTo>
                      <a:pt x="129844" y="837463"/>
                    </a:lnTo>
                    <a:lnTo>
                      <a:pt x="125730" y="842010"/>
                    </a:lnTo>
                    <a:lnTo>
                      <a:pt x="126238" y="842505"/>
                    </a:lnTo>
                    <a:lnTo>
                      <a:pt x="124968" y="844296"/>
                    </a:lnTo>
                    <a:lnTo>
                      <a:pt x="128066" y="844207"/>
                    </a:lnTo>
                    <a:lnTo>
                      <a:pt x="137922" y="853440"/>
                    </a:lnTo>
                    <a:lnTo>
                      <a:pt x="146773" y="843635"/>
                    </a:lnTo>
                    <a:lnTo>
                      <a:pt x="168402" y="842962"/>
                    </a:lnTo>
                    <a:lnTo>
                      <a:pt x="169926" y="842911"/>
                    </a:lnTo>
                    <a:lnTo>
                      <a:pt x="199644" y="842010"/>
                    </a:lnTo>
                    <a:lnTo>
                      <a:pt x="187947" y="820039"/>
                    </a:lnTo>
                    <a:lnTo>
                      <a:pt x="1114463" y="320713"/>
                    </a:lnTo>
                    <a:lnTo>
                      <a:pt x="410718" y="1123188"/>
                    </a:lnTo>
                    <a:lnTo>
                      <a:pt x="423672" y="1133856"/>
                    </a:lnTo>
                    <a:lnTo>
                      <a:pt x="1127137" y="330847"/>
                    </a:lnTo>
                    <a:lnTo>
                      <a:pt x="1134618" y="337426"/>
                    </a:lnTo>
                    <a:lnTo>
                      <a:pt x="1146048" y="347472"/>
                    </a:lnTo>
                    <a:lnTo>
                      <a:pt x="1165098" y="275082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749FCFDC-B0E6-72CE-9409-5AB71359C3A7}"/>
                </a:ext>
              </a:extLst>
            </p:cNvPr>
            <p:cNvSpPr txBox="1"/>
            <p:nvPr/>
          </p:nvSpPr>
          <p:spPr>
            <a:xfrm>
              <a:off x="4811401" y="3653282"/>
              <a:ext cx="3703954" cy="840740"/>
            </a:xfrm>
            <a:prstGeom prst="rect">
              <a:avLst/>
            </a:prstGeom>
          </p:spPr>
          <p:txBody>
            <a:bodyPr vert="horz" wrap="square" lIns="0" tIns="50800" rIns="0" bIns="0" rtlCol="0">
              <a:spAutoFit/>
            </a:bodyPr>
            <a:lstStyle/>
            <a:p>
              <a:pPr marL="48895" marR="254635" indent="-36830">
                <a:lnSpc>
                  <a:spcPts val="1380"/>
                </a:lnSpc>
                <a:spcBef>
                  <a:spcPts val="400"/>
                </a:spcBef>
              </a:pP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loss:</a:t>
              </a:r>
              <a:r>
                <a:rPr sz="1400" b="1" spc="-4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decrease</a:t>
              </a:r>
              <a:r>
                <a:rPr sz="1400" b="1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window</a:t>
              </a:r>
              <a:r>
                <a:rPr sz="1400" b="1" spc="-2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by</a:t>
              </a:r>
              <a:r>
                <a:rPr sz="1400" b="1" spc="-2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factor</a:t>
              </a:r>
              <a:r>
                <a:rPr sz="1400" b="1" spc="-3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of</a:t>
              </a:r>
              <a:r>
                <a:rPr sz="1400" b="1" spc="-3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2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congestion</a:t>
              </a:r>
              <a:r>
                <a:rPr sz="1400" b="1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avoidance:</a:t>
              </a:r>
              <a:r>
                <a:rPr sz="1400" b="1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additive</a:t>
              </a:r>
              <a:r>
                <a:rPr sz="1400" b="1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increase</a:t>
              </a:r>
              <a:endParaRPr sz="1400" dirty="0">
                <a:latin typeface="Comic Sans MS"/>
                <a:cs typeface="Comic Sans MS"/>
              </a:endParaRPr>
            </a:p>
            <a:p>
              <a:pPr marL="299085" marR="5080" indent="63500">
                <a:lnSpc>
                  <a:spcPts val="1639"/>
                </a:lnSpc>
                <a:spcBef>
                  <a:spcPts val="120"/>
                </a:spcBef>
              </a:pP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loss:</a:t>
              </a:r>
              <a:r>
                <a:rPr sz="1400" b="1" spc="-4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decrease</a:t>
              </a:r>
              <a:r>
                <a:rPr sz="1400" b="1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window</a:t>
              </a:r>
              <a:r>
                <a:rPr sz="1400" b="1" spc="-2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by</a:t>
              </a:r>
              <a:r>
                <a:rPr sz="1400" b="1" spc="-2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factor</a:t>
              </a:r>
              <a:r>
                <a:rPr sz="1400" b="1" spc="-3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of</a:t>
              </a:r>
              <a:r>
                <a:rPr sz="1400" b="1" spc="-35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2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congestion</a:t>
              </a:r>
              <a:r>
                <a:rPr sz="1400" b="1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avoidance:</a:t>
              </a:r>
              <a:r>
                <a:rPr sz="1400" b="1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dirty="0">
                  <a:solidFill>
                    <a:srgbClr val="163794"/>
                  </a:solidFill>
                  <a:latin typeface="Comic Sans MS"/>
                  <a:cs typeface="Comic Sans MS"/>
                </a:rPr>
                <a:t>additive</a:t>
              </a:r>
              <a:r>
                <a:rPr sz="1400" b="1" spc="-50" dirty="0">
                  <a:solidFill>
                    <a:srgbClr val="163794"/>
                  </a:solidFill>
                  <a:latin typeface="Comic Sans MS"/>
                  <a:cs typeface="Comic Sans MS"/>
                </a:rPr>
                <a:t> </a:t>
              </a:r>
              <a:r>
                <a:rPr sz="1400" b="1" spc="-10" dirty="0">
                  <a:solidFill>
                    <a:srgbClr val="163794"/>
                  </a:solidFill>
                  <a:latin typeface="Comic Sans MS"/>
                  <a:cs typeface="Comic Sans MS"/>
                </a:rPr>
                <a:t>increase</a:t>
              </a:r>
              <a:endParaRPr sz="1400" dirty="0">
                <a:latin typeface="Comic Sans MS"/>
                <a:cs typeface="Comic Sans MS"/>
              </a:endParaRPr>
            </a:p>
          </p:txBody>
        </p:sp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6D2EFD8B-039A-B83C-6FE7-A3B7386B2B99}"/>
                </a:ext>
              </a:extLst>
            </p:cNvPr>
            <p:cNvSpPr/>
            <p:nvPr/>
          </p:nvSpPr>
          <p:spPr>
            <a:xfrm>
              <a:off x="3936377" y="3727716"/>
              <a:ext cx="821690" cy="899160"/>
            </a:xfrm>
            <a:custGeom>
              <a:avLst/>
              <a:gdLst/>
              <a:ahLst/>
              <a:cxnLst/>
              <a:rect l="l" t="t" r="r" b="b"/>
              <a:pathLst>
                <a:path w="821689" h="899160">
                  <a:moveTo>
                    <a:pt x="821436" y="55626"/>
                  </a:moveTo>
                  <a:lnTo>
                    <a:pt x="807262" y="61391"/>
                  </a:lnTo>
                  <a:lnTo>
                    <a:pt x="805434" y="59436"/>
                  </a:lnTo>
                  <a:lnTo>
                    <a:pt x="800696" y="64058"/>
                  </a:lnTo>
                  <a:lnTo>
                    <a:pt x="752094" y="83820"/>
                  </a:lnTo>
                  <a:lnTo>
                    <a:pt x="767003" y="96939"/>
                  </a:lnTo>
                  <a:lnTo>
                    <a:pt x="80327" y="767054"/>
                  </a:lnTo>
                  <a:lnTo>
                    <a:pt x="713994" y="55791"/>
                  </a:lnTo>
                  <a:lnTo>
                    <a:pt x="721614" y="62699"/>
                  </a:lnTo>
                  <a:lnTo>
                    <a:pt x="732282" y="72390"/>
                  </a:lnTo>
                  <a:lnTo>
                    <a:pt x="752094" y="0"/>
                  </a:lnTo>
                  <a:lnTo>
                    <a:pt x="682752" y="27432"/>
                  </a:lnTo>
                  <a:lnTo>
                    <a:pt x="701205" y="44183"/>
                  </a:lnTo>
                  <a:lnTo>
                    <a:pt x="44399" y="782929"/>
                  </a:lnTo>
                  <a:lnTo>
                    <a:pt x="36576" y="774954"/>
                  </a:lnTo>
                  <a:lnTo>
                    <a:pt x="26987" y="802513"/>
                  </a:lnTo>
                  <a:lnTo>
                    <a:pt x="0" y="832866"/>
                  </a:lnTo>
                  <a:lnTo>
                    <a:pt x="12192" y="843534"/>
                  </a:lnTo>
                  <a:lnTo>
                    <a:pt x="13055" y="842568"/>
                  </a:lnTo>
                  <a:lnTo>
                    <a:pt x="12192" y="845058"/>
                  </a:lnTo>
                  <a:lnTo>
                    <a:pt x="46482" y="833996"/>
                  </a:lnTo>
                  <a:lnTo>
                    <a:pt x="83058" y="822198"/>
                  </a:lnTo>
                  <a:lnTo>
                    <a:pt x="65760" y="804621"/>
                  </a:lnTo>
                  <a:lnTo>
                    <a:pt x="660958" y="223774"/>
                  </a:lnTo>
                  <a:lnTo>
                    <a:pt x="69342" y="888492"/>
                  </a:lnTo>
                  <a:lnTo>
                    <a:pt x="81534" y="899160"/>
                  </a:lnTo>
                  <a:lnTo>
                    <a:pt x="783399" y="111328"/>
                  </a:lnTo>
                  <a:lnTo>
                    <a:pt x="790956" y="117970"/>
                  </a:lnTo>
                  <a:lnTo>
                    <a:pt x="802386" y="128016"/>
                  </a:lnTo>
                  <a:lnTo>
                    <a:pt x="821436" y="5562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064398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F44F3-00B6-C03A-4E13-818D405B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D5DDFB4B-A06A-00DC-05E0-177869D295BA}"/>
              </a:ext>
            </a:extLst>
          </p:cNvPr>
          <p:cNvGrpSpPr/>
          <p:nvPr/>
        </p:nvGrpSpPr>
        <p:grpSpPr>
          <a:xfrm>
            <a:off x="0" y="702966"/>
            <a:ext cx="7835900" cy="3041133"/>
            <a:chOff x="1244600" y="730767"/>
            <a:chExt cx="7835900" cy="3041133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D52EA4D-FA54-B055-79C3-BA81DFADDC27}"/>
                </a:ext>
              </a:extLst>
            </p:cNvPr>
            <p:cNvSpPr/>
            <p:nvPr/>
          </p:nvSpPr>
          <p:spPr>
            <a:xfrm>
              <a:off x="2692400" y="762000"/>
              <a:ext cx="4787900" cy="3009900"/>
            </a:xfrm>
            <a:custGeom>
              <a:avLst/>
              <a:gdLst>
                <a:gd name="csX0" fmla="*/ 0 w 4787900"/>
                <a:gd name="csY0" fmla="*/ 0 h 3009900"/>
                <a:gd name="csX1" fmla="*/ 694246 w 4787900"/>
                <a:gd name="csY1" fmla="*/ 0 h 3009900"/>
                <a:gd name="csX2" fmla="*/ 1388491 w 4787900"/>
                <a:gd name="csY2" fmla="*/ 0 h 3009900"/>
                <a:gd name="csX3" fmla="*/ 1986979 w 4787900"/>
                <a:gd name="csY3" fmla="*/ 0 h 3009900"/>
                <a:gd name="csX4" fmla="*/ 2633345 w 4787900"/>
                <a:gd name="csY4" fmla="*/ 0 h 3009900"/>
                <a:gd name="csX5" fmla="*/ 3183954 w 4787900"/>
                <a:gd name="csY5" fmla="*/ 0 h 3009900"/>
                <a:gd name="csX6" fmla="*/ 3782441 w 4787900"/>
                <a:gd name="csY6" fmla="*/ 0 h 3009900"/>
                <a:gd name="csX7" fmla="*/ 4787900 w 4787900"/>
                <a:gd name="csY7" fmla="*/ 0 h 3009900"/>
                <a:gd name="csX8" fmla="*/ 4787900 w 4787900"/>
                <a:gd name="csY8" fmla="*/ 441452 h 3009900"/>
                <a:gd name="csX9" fmla="*/ 4787900 w 4787900"/>
                <a:gd name="csY9" fmla="*/ 852805 h 3009900"/>
                <a:gd name="csX10" fmla="*/ 4787900 w 4787900"/>
                <a:gd name="csY10" fmla="*/ 1294257 h 3009900"/>
                <a:gd name="csX11" fmla="*/ 4787900 w 4787900"/>
                <a:gd name="csY11" fmla="*/ 1765808 h 3009900"/>
                <a:gd name="csX12" fmla="*/ 4787900 w 4787900"/>
                <a:gd name="csY12" fmla="*/ 2267458 h 3009900"/>
                <a:gd name="csX13" fmla="*/ 4787900 w 4787900"/>
                <a:gd name="csY13" fmla="*/ 3009900 h 3009900"/>
                <a:gd name="csX14" fmla="*/ 4093655 w 4787900"/>
                <a:gd name="csY14" fmla="*/ 3009900 h 3009900"/>
                <a:gd name="csX15" fmla="*/ 3495167 w 4787900"/>
                <a:gd name="csY15" fmla="*/ 3009900 h 3009900"/>
                <a:gd name="csX16" fmla="*/ 2896680 w 4787900"/>
                <a:gd name="csY16" fmla="*/ 3009900 h 3009900"/>
                <a:gd name="csX17" fmla="*/ 2298192 w 4787900"/>
                <a:gd name="csY17" fmla="*/ 3009900 h 3009900"/>
                <a:gd name="csX18" fmla="*/ 1699705 w 4787900"/>
                <a:gd name="csY18" fmla="*/ 3009900 h 3009900"/>
                <a:gd name="csX19" fmla="*/ 1149096 w 4787900"/>
                <a:gd name="csY19" fmla="*/ 3009900 h 3009900"/>
                <a:gd name="csX20" fmla="*/ 0 w 4787900"/>
                <a:gd name="csY20" fmla="*/ 3009900 h 3009900"/>
                <a:gd name="csX21" fmla="*/ 0 w 4787900"/>
                <a:gd name="csY21" fmla="*/ 2508250 h 3009900"/>
                <a:gd name="csX22" fmla="*/ 0 w 4787900"/>
                <a:gd name="csY22" fmla="*/ 1976501 h 3009900"/>
                <a:gd name="csX23" fmla="*/ 0 w 4787900"/>
                <a:gd name="csY23" fmla="*/ 1444752 h 3009900"/>
                <a:gd name="csX24" fmla="*/ 0 w 4787900"/>
                <a:gd name="csY24" fmla="*/ 882904 h 3009900"/>
                <a:gd name="csX25" fmla="*/ 0 w 4787900"/>
                <a:gd name="csY25" fmla="*/ 0 h 3009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4787900" h="3009900" fill="none" extrusionOk="0">
                  <a:moveTo>
                    <a:pt x="0" y="0"/>
                  </a:moveTo>
                  <a:cubicBezTo>
                    <a:pt x="267935" y="-11276"/>
                    <a:pt x="511337" y="78637"/>
                    <a:pt x="694246" y="0"/>
                  </a:cubicBezTo>
                  <a:cubicBezTo>
                    <a:pt x="877155" y="-78637"/>
                    <a:pt x="1097403" y="16682"/>
                    <a:pt x="1388491" y="0"/>
                  </a:cubicBezTo>
                  <a:cubicBezTo>
                    <a:pt x="1679580" y="-16682"/>
                    <a:pt x="1759407" y="41898"/>
                    <a:pt x="1986979" y="0"/>
                  </a:cubicBezTo>
                  <a:cubicBezTo>
                    <a:pt x="2214551" y="-41898"/>
                    <a:pt x="2315058" y="73872"/>
                    <a:pt x="2633345" y="0"/>
                  </a:cubicBezTo>
                  <a:cubicBezTo>
                    <a:pt x="2951632" y="-73872"/>
                    <a:pt x="2990553" y="15696"/>
                    <a:pt x="3183954" y="0"/>
                  </a:cubicBezTo>
                  <a:cubicBezTo>
                    <a:pt x="3377355" y="-15696"/>
                    <a:pt x="3635445" y="44980"/>
                    <a:pt x="3782441" y="0"/>
                  </a:cubicBezTo>
                  <a:cubicBezTo>
                    <a:pt x="3929437" y="-44980"/>
                    <a:pt x="4373009" y="54273"/>
                    <a:pt x="4787900" y="0"/>
                  </a:cubicBezTo>
                  <a:cubicBezTo>
                    <a:pt x="4831367" y="108124"/>
                    <a:pt x="4785899" y="280582"/>
                    <a:pt x="4787900" y="441452"/>
                  </a:cubicBezTo>
                  <a:cubicBezTo>
                    <a:pt x="4789901" y="602322"/>
                    <a:pt x="4760089" y="686334"/>
                    <a:pt x="4787900" y="852805"/>
                  </a:cubicBezTo>
                  <a:cubicBezTo>
                    <a:pt x="4815711" y="1019276"/>
                    <a:pt x="4760438" y="1148528"/>
                    <a:pt x="4787900" y="1294257"/>
                  </a:cubicBezTo>
                  <a:cubicBezTo>
                    <a:pt x="4815362" y="1439986"/>
                    <a:pt x="4741499" y="1635922"/>
                    <a:pt x="4787900" y="1765808"/>
                  </a:cubicBezTo>
                  <a:cubicBezTo>
                    <a:pt x="4834301" y="1895694"/>
                    <a:pt x="4774526" y="2136749"/>
                    <a:pt x="4787900" y="2267458"/>
                  </a:cubicBezTo>
                  <a:cubicBezTo>
                    <a:pt x="4801274" y="2398167"/>
                    <a:pt x="4780587" y="2738672"/>
                    <a:pt x="4787900" y="3009900"/>
                  </a:cubicBezTo>
                  <a:cubicBezTo>
                    <a:pt x="4646575" y="3090148"/>
                    <a:pt x="4370273" y="2974150"/>
                    <a:pt x="4093655" y="3009900"/>
                  </a:cubicBezTo>
                  <a:cubicBezTo>
                    <a:pt x="3817038" y="3045650"/>
                    <a:pt x="3684365" y="2985194"/>
                    <a:pt x="3495167" y="3009900"/>
                  </a:cubicBezTo>
                  <a:cubicBezTo>
                    <a:pt x="3305969" y="3034606"/>
                    <a:pt x="3027594" y="2963181"/>
                    <a:pt x="2896680" y="3009900"/>
                  </a:cubicBezTo>
                  <a:cubicBezTo>
                    <a:pt x="2765766" y="3056619"/>
                    <a:pt x="2546133" y="2949003"/>
                    <a:pt x="2298192" y="3009900"/>
                  </a:cubicBezTo>
                  <a:cubicBezTo>
                    <a:pt x="2050251" y="3070797"/>
                    <a:pt x="1960869" y="2943036"/>
                    <a:pt x="1699705" y="3009900"/>
                  </a:cubicBezTo>
                  <a:cubicBezTo>
                    <a:pt x="1438541" y="3076764"/>
                    <a:pt x="1265463" y="2979639"/>
                    <a:pt x="1149096" y="3009900"/>
                  </a:cubicBezTo>
                  <a:cubicBezTo>
                    <a:pt x="1032729" y="3040161"/>
                    <a:pt x="424943" y="2934340"/>
                    <a:pt x="0" y="3009900"/>
                  </a:cubicBezTo>
                  <a:cubicBezTo>
                    <a:pt x="-41762" y="2775738"/>
                    <a:pt x="43553" y="2652214"/>
                    <a:pt x="0" y="2508250"/>
                  </a:cubicBezTo>
                  <a:cubicBezTo>
                    <a:pt x="-43553" y="2364286"/>
                    <a:pt x="4999" y="2127411"/>
                    <a:pt x="0" y="1976501"/>
                  </a:cubicBezTo>
                  <a:cubicBezTo>
                    <a:pt x="-4999" y="1825591"/>
                    <a:pt x="16409" y="1579973"/>
                    <a:pt x="0" y="1444752"/>
                  </a:cubicBezTo>
                  <a:cubicBezTo>
                    <a:pt x="-16409" y="1309531"/>
                    <a:pt x="24165" y="1157281"/>
                    <a:pt x="0" y="882904"/>
                  </a:cubicBezTo>
                  <a:cubicBezTo>
                    <a:pt x="-24165" y="608527"/>
                    <a:pt x="16333" y="419340"/>
                    <a:pt x="0" y="0"/>
                  </a:cubicBezTo>
                  <a:close/>
                </a:path>
                <a:path w="4787900" h="3009900" stroke="0" extrusionOk="0">
                  <a:moveTo>
                    <a:pt x="0" y="0"/>
                  </a:moveTo>
                  <a:cubicBezTo>
                    <a:pt x="226281" y="-44563"/>
                    <a:pt x="316608" y="31852"/>
                    <a:pt x="550609" y="0"/>
                  </a:cubicBezTo>
                  <a:cubicBezTo>
                    <a:pt x="784610" y="-31852"/>
                    <a:pt x="793185" y="10205"/>
                    <a:pt x="1005459" y="0"/>
                  </a:cubicBezTo>
                  <a:cubicBezTo>
                    <a:pt x="1217733" y="-10205"/>
                    <a:pt x="1456477" y="14171"/>
                    <a:pt x="1699705" y="0"/>
                  </a:cubicBezTo>
                  <a:cubicBezTo>
                    <a:pt x="1942933" y="-14171"/>
                    <a:pt x="2049081" y="52066"/>
                    <a:pt x="2250313" y="0"/>
                  </a:cubicBezTo>
                  <a:cubicBezTo>
                    <a:pt x="2451545" y="-52066"/>
                    <a:pt x="2572320" y="25754"/>
                    <a:pt x="2800922" y="0"/>
                  </a:cubicBezTo>
                  <a:cubicBezTo>
                    <a:pt x="3029524" y="-25754"/>
                    <a:pt x="3256681" y="62875"/>
                    <a:pt x="3495167" y="0"/>
                  </a:cubicBezTo>
                  <a:cubicBezTo>
                    <a:pt x="3733654" y="-62875"/>
                    <a:pt x="3798553" y="43538"/>
                    <a:pt x="3997897" y="0"/>
                  </a:cubicBezTo>
                  <a:cubicBezTo>
                    <a:pt x="4197241" y="-43538"/>
                    <a:pt x="4462745" y="21690"/>
                    <a:pt x="4787900" y="0"/>
                  </a:cubicBezTo>
                  <a:cubicBezTo>
                    <a:pt x="4824220" y="251573"/>
                    <a:pt x="4725793" y="297615"/>
                    <a:pt x="4787900" y="561848"/>
                  </a:cubicBezTo>
                  <a:cubicBezTo>
                    <a:pt x="4850007" y="826081"/>
                    <a:pt x="4770175" y="795765"/>
                    <a:pt x="4787900" y="1003300"/>
                  </a:cubicBezTo>
                  <a:cubicBezTo>
                    <a:pt x="4805625" y="1210835"/>
                    <a:pt x="4745327" y="1319611"/>
                    <a:pt x="4787900" y="1504950"/>
                  </a:cubicBezTo>
                  <a:cubicBezTo>
                    <a:pt x="4830473" y="1690289"/>
                    <a:pt x="4764651" y="1839386"/>
                    <a:pt x="4787900" y="2036699"/>
                  </a:cubicBezTo>
                  <a:cubicBezTo>
                    <a:pt x="4811149" y="2234012"/>
                    <a:pt x="4787288" y="2302310"/>
                    <a:pt x="4787900" y="2448052"/>
                  </a:cubicBezTo>
                  <a:cubicBezTo>
                    <a:pt x="4788512" y="2593794"/>
                    <a:pt x="4731508" y="2858309"/>
                    <a:pt x="4787900" y="3009900"/>
                  </a:cubicBezTo>
                  <a:cubicBezTo>
                    <a:pt x="4641667" y="3055637"/>
                    <a:pt x="4464807" y="2999584"/>
                    <a:pt x="4189413" y="3009900"/>
                  </a:cubicBezTo>
                  <a:cubicBezTo>
                    <a:pt x="3914019" y="3020216"/>
                    <a:pt x="3850608" y="2962880"/>
                    <a:pt x="3590925" y="3009900"/>
                  </a:cubicBezTo>
                  <a:cubicBezTo>
                    <a:pt x="3331242" y="3056920"/>
                    <a:pt x="3060846" y="2980167"/>
                    <a:pt x="2896680" y="3009900"/>
                  </a:cubicBezTo>
                  <a:cubicBezTo>
                    <a:pt x="2732515" y="3039633"/>
                    <a:pt x="2543183" y="3008261"/>
                    <a:pt x="2298192" y="3009900"/>
                  </a:cubicBezTo>
                  <a:cubicBezTo>
                    <a:pt x="2053201" y="3011539"/>
                    <a:pt x="2051567" y="3005321"/>
                    <a:pt x="1843342" y="3009900"/>
                  </a:cubicBezTo>
                  <a:cubicBezTo>
                    <a:pt x="1635117" y="3014479"/>
                    <a:pt x="1473568" y="2960841"/>
                    <a:pt x="1340612" y="3009900"/>
                  </a:cubicBezTo>
                  <a:cubicBezTo>
                    <a:pt x="1207656" y="3058959"/>
                    <a:pt x="829206" y="2956674"/>
                    <a:pt x="646367" y="3009900"/>
                  </a:cubicBezTo>
                  <a:cubicBezTo>
                    <a:pt x="463529" y="3063126"/>
                    <a:pt x="152387" y="2933863"/>
                    <a:pt x="0" y="3009900"/>
                  </a:cubicBezTo>
                  <a:cubicBezTo>
                    <a:pt x="-47414" y="2808888"/>
                    <a:pt x="24282" y="2726604"/>
                    <a:pt x="0" y="2568448"/>
                  </a:cubicBezTo>
                  <a:cubicBezTo>
                    <a:pt x="-24282" y="2410292"/>
                    <a:pt x="42496" y="2243233"/>
                    <a:pt x="0" y="2096897"/>
                  </a:cubicBezTo>
                  <a:cubicBezTo>
                    <a:pt x="-42496" y="1950561"/>
                    <a:pt x="4739" y="1801194"/>
                    <a:pt x="0" y="1685544"/>
                  </a:cubicBezTo>
                  <a:cubicBezTo>
                    <a:pt x="-4739" y="1569894"/>
                    <a:pt x="43810" y="1445044"/>
                    <a:pt x="0" y="1274191"/>
                  </a:cubicBezTo>
                  <a:cubicBezTo>
                    <a:pt x="-43810" y="1103338"/>
                    <a:pt x="3327" y="1006340"/>
                    <a:pt x="0" y="742442"/>
                  </a:cubicBezTo>
                  <a:cubicBezTo>
                    <a:pt x="-3327" y="478544"/>
                    <a:pt x="20252" y="201563"/>
                    <a:pt x="0" y="0"/>
                  </a:cubicBezTo>
                  <a:close/>
                </a:path>
              </a:pathLst>
            </a:custGeom>
            <a:solidFill>
              <a:srgbClr val="92D050"/>
            </a:solidFill>
            <a:ln w="28575">
              <a:solidFill>
                <a:srgbClr val="E6F7F3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3" name="图形 2" descr="计算机 纯色填充">
              <a:extLst>
                <a:ext uri="{FF2B5EF4-FFF2-40B4-BE49-F238E27FC236}">
                  <a16:creationId xmlns:a16="http://schemas.microsoft.com/office/drawing/2014/main" id="{546958A7-52E5-6DAF-577D-DED3A0477B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44600" y="1397000"/>
              <a:ext cx="914400" cy="914400"/>
            </a:xfrm>
            <a:prstGeom prst="rect">
              <a:avLst/>
            </a:prstGeom>
          </p:spPr>
        </p:pic>
        <p:sp>
          <p:nvSpPr>
            <p:cNvPr id="4" name="圆柱体 3">
              <a:extLst>
                <a:ext uri="{FF2B5EF4-FFF2-40B4-BE49-F238E27FC236}">
                  <a16:creationId xmlns:a16="http://schemas.microsoft.com/office/drawing/2014/main" id="{BFCA32CB-5483-5CF1-168B-AB6C2A740D1F}"/>
                </a:ext>
              </a:extLst>
            </p:cNvPr>
            <p:cNvSpPr/>
            <p:nvPr/>
          </p:nvSpPr>
          <p:spPr>
            <a:xfrm>
              <a:off x="3492500" y="1511300"/>
              <a:ext cx="1193800" cy="685800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路由器</a:t>
              </a:r>
            </a:p>
          </p:txBody>
        </p:sp>
        <p:sp>
          <p:nvSpPr>
            <p:cNvPr id="6" name="圆柱体 5">
              <a:extLst>
                <a:ext uri="{FF2B5EF4-FFF2-40B4-BE49-F238E27FC236}">
                  <a16:creationId xmlns:a16="http://schemas.microsoft.com/office/drawing/2014/main" id="{C6F18200-CA54-F782-33CC-2AB04B1A2B85}"/>
                </a:ext>
              </a:extLst>
            </p:cNvPr>
            <p:cNvSpPr/>
            <p:nvPr/>
          </p:nvSpPr>
          <p:spPr>
            <a:xfrm>
              <a:off x="5600700" y="1511300"/>
              <a:ext cx="1193800" cy="685800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路由器</a:t>
              </a:r>
            </a:p>
          </p:txBody>
        </p:sp>
        <p:sp>
          <p:nvSpPr>
            <p:cNvPr id="7" name="圆柱体 6">
              <a:extLst>
                <a:ext uri="{FF2B5EF4-FFF2-40B4-BE49-F238E27FC236}">
                  <a16:creationId xmlns:a16="http://schemas.microsoft.com/office/drawing/2014/main" id="{44F4D668-6D8C-EA27-D659-2490F531892D}"/>
                </a:ext>
              </a:extLst>
            </p:cNvPr>
            <p:cNvSpPr/>
            <p:nvPr/>
          </p:nvSpPr>
          <p:spPr>
            <a:xfrm>
              <a:off x="3492500" y="2743200"/>
              <a:ext cx="1193800" cy="685800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路由器</a:t>
              </a:r>
            </a:p>
          </p:txBody>
        </p:sp>
        <p:sp>
          <p:nvSpPr>
            <p:cNvPr id="8" name="圆柱体 7">
              <a:extLst>
                <a:ext uri="{FF2B5EF4-FFF2-40B4-BE49-F238E27FC236}">
                  <a16:creationId xmlns:a16="http://schemas.microsoft.com/office/drawing/2014/main" id="{FB256103-F321-5495-8B7E-05E5C6B37EE1}"/>
                </a:ext>
              </a:extLst>
            </p:cNvPr>
            <p:cNvSpPr/>
            <p:nvPr/>
          </p:nvSpPr>
          <p:spPr>
            <a:xfrm>
              <a:off x="5600700" y="2743200"/>
              <a:ext cx="1193800" cy="685800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路由器</a:t>
              </a:r>
            </a:p>
          </p:txBody>
        </p: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A69375C0-F520-818D-4647-D30B4875244B}"/>
                </a:ext>
              </a:extLst>
            </p:cNvPr>
            <p:cNvCxnSpPr>
              <a:cxnSpLocks/>
              <a:stCxn id="3" idx="3"/>
              <a:endCxn id="4" idx="2"/>
            </p:cNvCxnSpPr>
            <p:nvPr/>
          </p:nvCxnSpPr>
          <p:spPr>
            <a:xfrm>
              <a:off x="2159000" y="1854200"/>
              <a:ext cx="13335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5E86467C-6348-70C0-E59E-CD7CF21DBC9D}"/>
                </a:ext>
              </a:extLst>
            </p:cNvPr>
            <p:cNvCxnSpPr>
              <a:cxnSpLocks/>
              <a:stCxn id="4" idx="4"/>
              <a:endCxn id="6" idx="2"/>
            </p:cNvCxnSpPr>
            <p:nvPr/>
          </p:nvCxnSpPr>
          <p:spPr>
            <a:xfrm>
              <a:off x="4686300" y="1854200"/>
              <a:ext cx="9144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8523BA47-F562-D306-1388-A8DAFB74053F}"/>
                </a:ext>
              </a:extLst>
            </p:cNvPr>
            <p:cNvCxnSpPr>
              <a:cxnSpLocks/>
              <a:stCxn id="4" idx="3"/>
              <a:endCxn id="7" idx="1"/>
            </p:cNvCxnSpPr>
            <p:nvPr/>
          </p:nvCxnSpPr>
          <p:spPr>
            <a:xfrm>
              <a:off x="4089400" y="2197100"/>
              <a:ext cx="0" cy="5461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7D0FF0DB-25EB-6666-6E8D-69F7A04240D4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6197600" y="2197100"/>
              <a:ext cx="0" cy="5461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B8BDE42D-045C-E131-2F59-C73D9B56E8C1}"/>
                </a:ext>
              </a:extLst>
            </p:cNvPr>
            <p:cNvCxnSpPr>
              <a:cxnSpLocks/>
              <a:stCxn id="7" idx="4"/>
              <a:endCxn id="8" idx="2"/>
            </p:cNvCxnSpPr>
            <p:nvPr/>
          </p:nvCxnSpPr>
          <p:spPr>
            <a:xfrm>
              <a:off x="4686300" y="3086100"/>
              <a:ext cx="9144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2E2F45FA-251C-6EBF-E854-BE0B965BA78F}"/>
                </a:ext>
              </a:extLst>
            </p:cNvPr>
            <p:cNvCxnSpPr>
              <a:cxnSpLocks/>
              <a:stCxn id="6" idx="4"/>
              <a:endCxn id="28" idx="1"/>
            </p:cNvCxnSpPr>
            <p:nvPr/>
          </p:nvCxnSpPr>
          <p:spPr>
            <a:xfrm>
              <a:off x="6794500" y="1854200"/>
              <a:ext cx="13716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图形 27" descr="计算机 纯色填充">
              <a:extLst>
                <a:ext uri="{FF2B5EF4-FFF2-40B4-BE49-F238E27FC236}">
                  <a16:creationId xmlns:a16="http://schemas.microsoft.com/office/drawing/2014/main" id="{5DAD00C3-F463-B2AF-3B50-448132D233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66100" y="1397000"/>
              <a:ext cx="914400" cy="914400"/>
            </a:xfrm>
            <a:prstGeom prst="rect">
              <a:avLst/>
            </a:prstGeom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C54E1CE-B001-F333-F11D-1CA8C1725955}"/>
                </a:ext>
              </a:extLst>
            </p:cNvPr>
            <p:cNvSpPr txBox="1"/>
            <p:nvPr/>
          </p:nvSpPr>
          <p:spPr>
            <a:xfrm>
              <a:off x="2540361" y="1276093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FF0000"/>
                  </a:solidFill>
                </a:rPr>
                <a:t>12</a:t>
              </a:r>
              <a:endParaRPr kumimoji="1"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AADF3BE-ADE7-8680-3870-0356EC0F0560}"/>
                </a:ext>
              </a:extLst>
            </p:cNvPr>
            <p:cNvSpPr txBox="1"/>
            <p:nvPr/>
          </p:nvSpPr>
          <p:spPr>
            <a:xfrm>
              <a:off x="4914609" y="137108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FF0000"/>
                  </a:solidFill>
                </a:rPr>
                <a:t>22</a:t>
              </a:r>
              <a:endParaRPr kumimoji="1"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6165EBA-4EBF-89ED-7BFA-CCE6DE5E5C50}"/>
                </a:ext>
              </a:extLst>
            </p:cNvPr>
            <p:cNvSpPr txBox="1"/>
            <p:nvPr/>
          </p:nvSpPr>
          <p:spPr>
            <a:xfrm>
              <a:off x="7334233" y="137108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FF0000"/>
                  </a:solidFill>
                </a:rPr>
                <a:t>38</a:t>
              </a:r>
              <a:endParaRPr kumimoji="1"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A48C82D-D847-EB7B-00A1-4055E862DC25}"/>
                </a:ext>
              </a:extLst>
            </p:cNvPr>
            <p:cNvSpPr txBox="1"/>
            <p:nvPr/>
          </p:nvSpPr>
          <p:spPr>
            <a:xfrm>
              <a:off x="3868351" y="1161018"/>
              <a:ext cx="439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R1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54DC484-F5B0-5815-FB87-85860D43EE7A}"/>
                </a:ext>
              </a:extLst>
            </p:cNvPr>
            <p:cNvSpPr txBox="1"/>
            <p:nvPr/>
          </p:nvSpPr>
          <p:spPr>
            <a:xfrm>
              <a:off x="3111500" y="19431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0D134DE-8381-9B90-306C-66BFC129A167}"/>
                </a:ext>
              </a:extLst>
            </p:cNvPr>
            <p:cNvSpPr txBox="1"/>
            <p:nvPr/>
          </p:nvSpPr>
          <p:spPr>
            <a:xfrm>
              <a:off x="4038600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2</a:t>
              </a:r>
              <a:endParaRPr kumimoji="1" lang="zh-CN" altLang="en-US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30EF1AD-48D3-17DB-2806-D7714C148E5D}"/>
                </a:ext>
              </a:extLst>
            </p:cNvPr>
            <p:cNvSpPr txBox="1"/>
            <p:nvPr/>
          </p:nvSpPr>
          <p:spPr>
            <a:xfrm>
              <a:off x="4673600" y="1854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</a:t>
              </a:r>
              <a:endParaRPr kumimoji="1" lang="zh-CN" altLang="en-US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E5416D1-CAC4-3115-E3F6-ED55A9AFE67D}"/>
                </a:ext>
              </a:extLst>
            </p:cNvPr>
            <p:cNvSpPr txBox="1"/>
            <p:nvPr/>
          </p:nvSpPr>
          <p:spPr>
            <a:xfrm>
              <a:off x="1498169" y="2577069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接口号</a:t>
              </a:r>
            </a:p>
          </p:txBody>
        </p: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1CE7C300-529A-8B5B-1323-0DBFA4D18400}"/>
                </a:ext>
              </a:extLst>
            </p:cNvPr>
            <p:cNvCxnSpPr>
              <a:cxnSpLocks/>
              <a:stCxn id="39" idx="3"/>
              <a:endCxn id="36" idx="1"/>
            </p:cNvCxnSpPr>
            <p:nvPr/>
          </p:nvCxnSpPr>
          <p:spPr>
            <a:xfrm flipV="1">
              <a:off x="2375332" y="2127766"/>
              <a:ext cx="736168" cy="633969"/>
            </a:xfrm>
            <a:prstGeom prst="line">
              <a:avLst/>
            </a:prstGeom>
            <a:ln>
              <a:solidFill>
                <a:srgbClr val="00206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61EFAD28-4923-74F8-2B5C-84F3CD1AF27F}"/>
                </a:ext>
              </a:extLst>
            </p:cNvPr>
            <p:cNvCxnSpPr/>
            <p:nvPr/>
          </p:nvCxnSpPr>
          <p:spPr>
            <a:xfrm>
              <a:off x="2218667" y="1715016"/>
              <a:ext cx="1046080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7BF6B1D7-F0D2-E4C3-029C-57D4096BDA1F}"/>
                </a:ext>
              </a:extLst>
            </p:cNvPr>
            <p:cNvCxnSpPr>
              <a:cxnSpLocks/>
            </p:cNvCxnSpPr>
            <p:nvPr/>
          </p:nvCxnSpPr>
          <p:spPr>
            <a:xfrm>
              <a:off x="4666403" y="1716048"/>
              <a:ext cx="934297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97913785-3104-C5F6-BF0E-04C58B34DEDE}"/>
                </a:ext>
              </a:extLst>
            </p:cNvPr>
            <p:cNvCxnSpPr>
              <a:cxnSpLocks/>
            </p:cNvCxnSpPr>
            <p:nvPr/>
          </p:nvCxnSpPr>
          <p:spPr>
            <a:xfrm>
              <a:off x="6819900" y="1716564"/>
              <a:ext cx="1346200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EB2724F-B1E8-BA03-3585-581E5D215AC5}"/>
                </a:ext>
              </a:extLst>
            </p:cNvPr>
            <p:cNvSpPr txBox="1"/>
            <p:nvPr/>
          </p:nvSpPr>
          <p:spPr>
            <a:xfrm>
              <a:off x="3979055" y="730767"/>
              <a:ext cx="707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FF0000"/>
                  </a:solidFill>
                </a:rPr>
                <a:t>VCID</a:t>
              </a:r>
              <a:endParaRPr kumimoji="1" lang="zh-CN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A3427F03-5FAF-C175-06CE-1E558B837FF3}"/>
                </a:ext>
              </a:extLst>
            </p:cNvPr>
            <p:cNvCxnSpPr>
              <a:cxnSpLocks/>
              <a:stCxn id="50" idx="1"/>
              <a:endCxn id="32" idx="0"/>
            </p:cNvCxnSpPr>
            <p:nvPr/>
          </p:nvCxnSpPr>
          <p:spPr>
            <a:xfrm flipH="1">
              <a:off x="2760934" y="915433"/>
              <a:ext cx="1218121" cy="360660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C991E36E-7B6C-BF16-A760-2553FF70DE50}"/>
                </a:ext>
              </a:extLst>
            </p:cNvPr>
            <p:cNvCxnSpPr>
              <a:cxnSpLocks/>
              <a:stCxn id="50" idx="3"/>
              <a:endCxn id="33" idx="0"/>
            </p:cNvCxnSpPr>
            <p:nvPr/>
          </p:nvCxnSpPr>
          <p:spPr>
            <a:xfrm>
              <a:off x="4686300" y="915433"/>
              <a:ext cx="448882" cy="455651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8B1C0CD1-7F98-1871-A207-83477CA22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635396"/>
              </p:ext>
            </p:extLst>
          </p:nvPr>
        </p:nvGraphicFramePr>
        <p:xfrm>
          <a:off x="1130732" y="4678324"/>
          <a:ext cx="5346700" cy="171553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36675">
                  <a:extLst>
                    <a:ext uri="{9D8B030D-6E8A-4147-A177-3AD203B41FA5}">
                      <a16:colId xmlns:a16="http://schemas.microsoft.com/office/drawing/2014/main" val="2096400624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576491363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3284288082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2901005445"/>
                    </a:ext>
                  </a:extLst>
                </a:gridCol>
              </a:tblGrid>
              <a:tr h="428883"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 </a:t>
                      </a:r>
                      <a:r>
                        <a:rPr lang="en-US" altLang="zh-CN" dirty="0"/>
                        <a:t>VCID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输出接口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输出 </a:t>
                      </a:r>
                      <a:r>
                        <a:rPr lang="en-US" altLang="zh-CN" dirty="0"/>
                        <a:t>VCID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629648"/>
                  </a:ext>
                </a:extLst>
              </a:tr>
              <a:tr h="428883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22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793783"/>
                  </a:ext>
                </a:extLst>
              </a:tr>
              <a:tr h="428883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489069"/>
                  </a:ext>
                </a:extLst>
              </a:tr>
              <a:tr h="428883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250896"/>
                  </a:ext>
                </a:extLst>
              </a:tr>
            </a:tbl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CC3E2175-A969-5BC3-12D4-35996A8A685F}"/>
              </a:ext>
            </a:extLst>
          </p:cNvPr>
          <p:cNvSpPr txBox="1"/>
          <p:nvPr/>
        </p:nvSpPr>
        <p:spPr>
          <a:xfrm>
            <a:off x="1130732" y="4263766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路由器 </a:t>
            </a:r>
            <a:r>
              <a:rPr kumimoji="1" lang="en-US" altLang="zh-CN" dirty="0"/>
              <a:t>R1</a:t>
            </a:r>
            <a:r>
              <a:rPr kumimoji="1" lang="zh-CN" altLang="en-US" dirty="0"/>
              <a:t> 维护的 </a:t>
            </a:r>
            <a:r>
              <a:rPr kumimoji="1" lang="en-US" altLang="zh-CN" dirty="0"/>
              <a:t>VC</a:t>
            </a:r>
            <a:r>
              <a:rPr kumimoji="1" lang="zh-CN" altLang="en-US" dirty="0"/>
              <a:t> 转发表：</a:t>
            </a:r>
          </a:p>
        </p:txBody>
      </p:sp>
    </p:spTree>
    <p:extLst>
      <p:ext uri="{BB962C8B-B14F-4D97-AF65-F5344CB8AC3E}">
        <p14:creationId xmlns:p14="http://schemas.microsoft.com/office/powerpoint/2010/main" val="971525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4599A-2E58-A369-6366-FE2D09A2E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168DA05-9B43-F052-EE89-0E00B4064BBC}"/>
              </a:ext>
            </a:extLst>
          </p:cNvPr>
          <p:cNvGrpSpPr/>
          <p:nvPr/>
        </p:nvGrpSpPr>
        <p:grpSpPr>
          <a:xfrm>
            <a:off x="428223" y="1125347"/>
            <a:ext cx="8893081" cy="3701540"/>
            <a:chOff x="85323" y="2446147"/>
            <a:chExt cx="8893081" cy="3701540"/>
          </a:xfrm>
        </p:grpSpPr>
        <p:grpSp>
          <p:nvGrpSpPr>
            <p:cNvPr id="3" name="object 4">
              <a:extLst>
                <a:ext uri="{FF2B5EF4-FFF2-40B4-BE49-F238E27FC236}">
                  <a16:creationId xmlns:a16="http://schemas.microsoft.com/office/drawing/2014/main" id="{D6944AB8-7F49-2A6D-BE63-C7FD6C780F87}"/>
                </a:ext>
              </a:extLst>
            </p:cNvPr>
            <p:cNvGrpSpPr/>
            <p:nvPr/>
          </p:nvGrpSpPr>
          <p:grpSpPr>
            <a:xfrm>
              <a:off x="85323" y="2781807"/>
              <a:ext cx="454659" cy="2678430"/>
              <a:chOff x="85323" y="2781807"/>
              <a:chExt cx="454659" cy="2678430"/>
            </a:xfrm>
          </p:grpSpPr>
          <p:sp>
            <p:nvSpPr>
              <p:cNvPr id="39" name="object 5">
                <a:extLst>
                  <a:ext uri="{FF2B5EF4-FFF2-40B4-BE49-F238E27FC236}">
                    <a16:creationId xmlns:a16="http://schemas.microsoft.com/office/drawing/2014/main" id="{65257D1C-B5E7-E461-1DA2-037347387080}"/>
                  </a:ext>
                </a:extLst>
              </p:cNvPr>
              <p:cNvSpPr/>
              <p:nvPr/>
            </p:nvSpPr>
            <p:spPr>
              <a:xfrm>
                <a:off x="272707" y="2781807"/>
                <a:ext cx="76200" cy="267843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78429">
                    <a:moveTo>
                      <a:pt x="28575" y="2551176"/>
                    </a:moveTo>
                    <a:lnTo>
                      <a:pt x="0" y="2551176"/>
                    </a:lnTo>
                    <a:lnTo>
                      <a:pt x="38100" y="2678176"/>
                    </a:lnTo>
                    <a:lnTo>
                      <a:pt x="72389" y="2563876"/>
                    </a:lnTo>
                    <a:lnTo>
                      <a:pt x="28575" y="2563876"/>
                    </a:lnTo>
                    <a:lnTo>
                      <a:pt x="28575" y="2551176"/>
                    </a:lnTo>
                    <a:close/>
                  </a:path>
                  <a:path w="76200" h="2678429">
                    <a:moveTo>
                      <a:pt x="47625" y="114300"/>
                    </a:moveTo>
                    <a:lnTo>
                      <a:pt x="28575" y="114300"/>
                    </a:lnTo>
                    <a:lnTo>
                      <a:pt x="28575" y="2563876"/>
                    </a:lnTo>
                    <a:lnTo>
                      <a:pt x="47625" y="2563876"/>
                    </a:lnTo>
                    <a:lnTo>
                      <a:pt x="47625" y="114300"/>
                    </a:lnTo>
                    <a:close/>
                  </a:path>
                  <a:path w="76200" h="2678429">
                    <a:moveTo>
                      <a:pt x="76200" y="2551176"/>
                    </a:moveTo>
                    <a:lnTo>
                      <a:pt x="47625" y="2551176"/>
                    </a:lnTo>
                    <a:lnTo>
                      <a:pt x="47625" y="2563876"/>
                    </a:lnTo>
                    <a:lnTo>
                      <a:pt x="72389" y="2563876"/>
                    </a:lnTo>
                    <a:lnTo>
                      <a:pt x="76200" y="2551176"/>
                    </a:lnTo>
                    <a:close/>
                  </a:path>
                  <a:path w="76200" h="2678429">
                    <a:moveTo>
                      <a:pt x="38100" y="0"/>
                    </a:moveTo>
                    <a:lnTo>
                      <a:pt x="0" y="127000"/>
                    </a:lnTo>
                    <a:lnTo>
                      <a:pt x="28575" y="127000"/>
                    </a:lnTo>
                    <a:lnTo>
                      <a:pt x="28575" y="114300"/>
                    </a:lnTo>
                    <a:lnTo>
                      <a:pt x="72389" y="114300"/>
                    </a:lnTo>
                    <a:lnTo>
                      <a:pt x="38100" y="0"/>
                    </a:lnTo>
                    <a:close/>
                  </a:path>
                  <a:path w="76200" h="2678429">
                    <a:moveTo>
                      <a:pt x="72389" y="114300"/>
                    </a:moveTo>
                    <a:lnTo>
                      <a:pt x="47625" y="114300"/>
                    </a:lnTo>
                    <a:lnTo>
                      <a:pt x="47625" y="127000"/>
                    </a:lnTo>
                    <a:lnTo>
                      <a:pt x="76200" y="127000"/>
                    </a:lnTo>
                    <a:lnTo>
                      <a:pt x="72389" y="1143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6">
                <a:extLst>
                  <a:ext uri="{FF2B5EF4-FFF2-40B4-BE49-F238E27FC236}">
                    <a16:creationId xmlns:a16="http://schemas.microsoft.com/office/drawing/2014/main" id="{67FA20EA-2C53-97F9-1D2C-592C93041BF2}"/>
                  </a:ext>
                </a:extLst>
              </p:cNvPr>
              <p:cNvSpPr/>
              <p:nvPr/>
            </p:nvSpPr>
            <p:spPr>
              <a:xfrm>
                <a:off x="85323" y="3650005"/>
                <a:ext cx="454659" cy="708660"/>
              </a:xfrm>
              <a:custGeom>
                <a:avLst/>
                <a:gdLst/>
                <a:ahLst/>
                <a:cxnLst/>
                <a:rect l="l" t="t" r="r" b="b"/>
                <a:pathLst>
                  <a:path w="454659" h="708660">
                    <a:moveTo>
                      <a:pt x="454228" y="0"/>
                    </a:moveTo>
                    <a:lnTo>
                      <a:pt x="0" y="0"/>
                    </a:lnTo>
                    <a:lnTo>
                      <a:pt x="0" y="708634"/>
                    </a:lnTo>
                    <a:lnTo>
                      <a:pt x="454228" y="708634"/>
                    </a:lnTo>
                    <a:lnTo>
                      <a:pt x="45422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FF56BE5-1335-59C6-080F-A5E8D98DA300}"/>
                </a:ext>
              </a:extLst>
            </p:cNvPr>
            <p:cNvGrpSpPr/>
            <p:nvPr/>
          </p:nvGrpSpPr>
          <p:grpSpPr>
            <a:xfrm>
              <a:off x="137769" y="2446147"/>
              <a:ext cx="8840635" cy="3701540"/>
              <a:chOff x="137769" y="2446147"/>
              <a:chExt cx="8840635" cy="3701540"/>
            </a:xfrm>
          </p:grpSpPr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5D118BAB-5E65-27B7-4E00-DCF357AC1C28}"/>
                  </a:ext>
                </a:extLst>
              </p:cNvPr>
              <p:cNvSpPr txBox="1"/>
              <p:nvPr/>
            </p:nvSpPr>
            <p:spPr>
              <a:xfrm>
                <a:off x="401523" y="4933263"/>
                <a:ext cx="537845" cy="636270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2000" b="1" spc="-25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可变</a:t>
                </a:r>
                <a:endParaRPr sz="2000">
                  <a:latin typeface="Kaiti SC Black"/>
                  <a:cs typeface="Kaiti SC Black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sz="2000" b="1" spc="-25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部分</a:t>
                </a:r>
                <a:endParaRPr sz="2000">
                  <a:latin typeface="Kaiti SC Black"/>
                  <a:cs typeface="Kaiti SC Black"/>
                </a:endParaRPr>
              </a:p>
            </p:txBody>
          </p:sp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6D9F3EC8-DC10-8999-4F51-FBC25EE20616}"/>
                  </a:ext>
                </a:extLst>
              </p:cNvPr>
              <p:cNvSpPr txBox="1"/>
              <p:nvPr/>
            </p:nvSpPr>
            <p:spPr>
              <a:xfrm>
                <a:off x="137769" y="3344671"/>
                <a:ext cx="713105" cy="605790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419734">
                  <a:lnSpc>
                    <a:spcPts val="2280"/>
                  </a:lnSpc>
                  <a:spcBef>
                    <a:spcPts val="105"/>
                  </a:spcBef>
                </a:pPr>
                <a:r>
                  <a:rPr sz="2000" b="1" spc="-5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固</a:t>
                </a:r>
                <a:endParaRPr sz="2000">
                  <a:latin typeface="Kaiti SC Black"/>
                  <a:cs typeface="Kaiti SC Black"/>
                </a:endParaRPr>
              </a:p>
              <a:p>
                <a:pPr marL="38100">
                  <a:lnSpc>
                    <a:spcPts val="2280"/>
                  </a:lnSpc>
                  <a:tabLst>
                    <a:tab pos="419734" algn="l"/>
                  </a:tabLst>
                </a:pPr>
                <a:r>
                  <a:rPr sz="3000" b="1" spc="-75" baseline="-1250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首</a:t>
                </a:r>
                <a:r>
                  <a:rPr sz="3000" b="1" baseline="-1250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	</a:t>
                </a:r>
                <a:r>
                  <a:rPr sz="2000" b="1" spc="-5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定</a:t>
                </a:r>
                <a:endParaRPr sz="2000">
                  <a:latin typeface="Kaiti SC Black"/>
                  <a:cs typeface="Kaiti SC Black"/>
                </a:endParaRPr>
              </a:p>
            </p:txBody>
          </p:sp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01466B7B-BF0B-8A4C-2395-094309D65730}"/>
                  </a:ext>
                </a:extLst>
              </p:cNvPr>
              <p:cNvSpPr txBox="1"/>
              <p:nvPr/>
            </p:nvSpPr>
            <p:spPr>
              <a:xfrm>
                <a:off x="137769" y="3893565"/>
                <a:ext cx="713105" cy="33083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  <a:tabLst>
                    <a:tab pos="419734" algn="l"/>
                  </a:tabLst>
                </a:pPr>
                <a:r>
                  <a:rPr sz="3000" b="1" spc="-75" baseline="-19444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部</a:t>
                </a:r>
                <a:r>
                  <a:rPr sz="3000" b="1" baseline="-19444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	</a:t>
                </a:r>
                <a:r>
                  <a:rPr sz="2000" b="1" spc="-5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部</a:t>
                </a:r>
                <a:endParaRPr sz="2000">
                  <a:latin typeface="Kaiti SC Black"/>
                  <a:cs typeface="Kaiti SC Black"/>
                </a:endParaRPr>
              </a:p>
            </p:txBody>
          </p:sp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DD32D4D7-D535-1E0A-5356-D71D81EDCF2D}"/>
                  </a:ext>
                </a:extLst>
              </p:cNvPr>
              <p:cNvSpPr txBox="1"/>
              <p:nvPr/>
            </p:nvSpPr>
            <p:spPr>
              <a:xfrm>
                <a:off x="545388" y="4167885"/>
                <a:ext cx="280035" cy="33083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000" b="1" spc="-5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分</a:t>
                </a:r>
                <a:endParaRPr sz="2000">
                  <a:latin typeface="Kaiti SC Black"/>
                  <a:cs typeface="Kaiti SC Black"/>
                </a:endParaRPr>
              </a:p>
            </p:txBody>
          </p:sp>
          <p:grpSp>
            <p:nvGrpSpPr>
              <p:cNvPr id="9" name="object 10">
                <a:extLst>
                  <a:ext uri="{FF2B5EF4-FFF2-40B4-BE49-F238E27FC236}">
                    <a16:creationId xmlns:a16="http://schemas.microsoft.com/office/drawing/2014/main" id="{73071BED-9914-6FEB-DE90-324C265847B9}"/>
                  </a:ext>
                </a:extLst>
              </p:cNvPr>
              <p:cNvGrpSpPr/>
              <p:nvPr/>
            </p:nvGrpSpPr>
            <p:grpSpPr>
              <a:xfrm>
                <a:off x="818057" y="2792983"/>
                <a:ext cx="8103870" cy="3354704"/>
                <a:chOff x="818057" y="2792983"/>
                <a:chExt cx="8103870" cy="3354704"/>
              </a:xfrm>
            </p:grpSpPr>
            <p:sp>
              <p:nvSpPr>
                <p:cNvPr id="32" name="object 11">
                  <a:extLst>
                    <a:ext uri="{FF2B5EF4-FFF2-40B4-BE49-F238E27FC236}">
                      <a16:creationId xmlns:a16="http://schemas.microsoft.com/office/drawing/2014/main" id="{1DF58799-A616-D5B8-65B7-F0B63E34A74F}"/>
                    </a:ext>
                  </a:extLst>
                </p:cNvPr>
                <p:cNvSpPr/>
                <p:nvPr/>
              </p:nvSpPr>
              <p:spPr>
                <a:xfrm>
                  <a:off x="827582" y="2818383"/>
                  <a:ext cx="216535" cy="2205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534" h="2205354">
                      <a:moveTo>
                        <a:pt x="216027" y="2204973"/>
                      </a:moveTo>
                      <a:lnTo>
                        <a:pt x="161511" y="2173134"/>
                      </a:lnTo>
                      <a:lnTo>
                        <a:pt x="139650" y="2136663"/>
                      </a:lnTo>
                      <a:lnTo>
                        <a:pt x="122761" y="2089451"/>
                      </a:lnTo>
                      <a:lnTo>
                        <a:pt x="111872" y="2033715"/>
                      </a:lnTo>
                      <a:lnTo>
                        <a:pt x="108013" y="1971674"/>
                      </a:lnTo>
                      <a:lnTo>
                        <a:pt x="108013" y="1335913"/>
                      </a:lnTo>
                      <a:lnTo>
                        <a:pt x="104154" y="1273863"/>
                      </a:lnTo>
                      <a:lnTo>
                        <a:pt x="93265" y="1218104"/>
                      </a:lnTo>
                      <a:lnTo>
                        <a:pt x="76376" y="1170860"/>
                      </a:lnTo>
                      <a:lnTo>
                        <a:pt x="54515" y="1134359"/>
                      </a:lnTo>
                      <a:lnTo>
                        <a:pt x="0" y="1102486"/>
                      </a:lnTo>
                      <a:lnTo>
                        <a:pt x="28713" y="1094157"/>
                      </a:lnTo>
                      <a:lnTo>
                        <a:pt x="76376" y="1034176"/>
                      </a:lnTo>
                      <a:lnTo>
                        <a:pt x="93265" y="986964"/>
                      </a:lnTo>
                      <a:lnTo>
                        <a:pt x="104154" y="931228"/>
                      </a:lnTo>
                      <a:lnTo>
                        <a:pt x="108013" y="869188"/>
                      </a:lnTo>
                      <a:lnTo>
                        <a:pt x="108013" y="233425"/>
                      </a:lnTo>
                      <a:lnTo>
                        <a:pt x="111872" y="171376"/>
                      </a:lnTo>
                      <a:lnTo>
                        <a:pt x="122761" y="115617"/>
                      </a:lnTo>
                      <a:lnTo>
                        <a:pt x="139650" y="68373"/>
                      </a:lnTo>
                      <a:lnTo>
                        <a:pt x="161511" y="31872"/>
                      </a:lnTo>
                      <a:lnTo>
                        <a:pt x="187313" y="8339"/>
                      </a:lnTo>
                      <a:lnTo>
                        <a:pt x="216027" y="0"/>
                      </a:lnTo>
                    </a:path>
                  </a:pathLst>
                </a:custGeom>
                <a:ln w="1905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3" name="object 12">
                  <a:extLst>
                    <a:ext uri="{FF2B5EF4-FFF2-40B4-BE49-F238E27FC236}">
                      <a16:creationId xmlns:a16="http://schemas.microsoft.com/office/drawing/2014/main" id="{D7EA3B1F-C478-B39E-5F9D-0B54FAAFA761}"/>
                    </a:ext>
                  </a:extLst>
                </p:cNvPr>
                <p:cNvSpPr/>
                <p:nvPr/>
              </p:nvSpPr>
              <p:spPr>
                <a:xfrm>
                  <a:off x="1045349" y="2802508"/>
                  <a:ext cx="7864475" cy="26435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4475" h="2643504">
                      <a:moveTo>
                        <a:pt x="7864475" y="0"/>
                      </a:moveTo>
                      <a:lnTo>
                        <a:pt x="0" y="0"/>
                      </a:lnTo>
                      <a:lnTo>
                        <a:pt x="0" y="2643124"/>
                      </a:lnTo>
                      <a:lnTo>
                        <a:pt x="7864475" y="2643124"/>
                      </a:lnTo>
                      <a:lnTo>
                        <a:pt x="7864475" y="0"/>
                      </a:lnTo>
                      <a:close/>
                    </a:path>
                  </a:pathLst>
                </a:custGeom>
                <a:solidFill>
                  <a:srgbClr val="CCFFCC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4" name="object 13">
                  <a:extLst>
                    <a:ext uri="{FF2B5EF4-FFF2-40B4-BE49-F238E27FC236}">
                      <a16:creationId xmlns:a16="http://schemas.microsoft.com/office/drawing/2014/main" id="{2FBDF072-91BA-6A90-0F8A-D870EAD1470A}"/>
                    </a:ext>
                  </a:extLst>
                </p:cNvPr>
                <p:cNvSpPr/>
                <p:nvPr/>
              </p:nvSpPr>
              <p:spPr>
                <a:xfrm>
                  <a:off x="1045349" y="2802508"/>
                  <a:ext cx="7864475" cy="26435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4475" h="2643504">
                      <a:moveTo>
                        <a:pt x="0" y="2643124"/>
                      </a:moveTo>
                      <a:lnTo>
                        <a:pt x="7864475" y="2643124"/>
                      </a:lnTo>
                      <a:lnTo>
                        <a:pt x="7864475" y="0"/>
                      </a:lnTo>
                      <a:lnTo>
                        <a:pt x="0" y="0"/>
                      </a:lnTo>
                      <a:lnTo>
                        <a:pt x="0" y="2643124"/>
                      </a:lnTo>
                      <a:close/>
                    </a:path>
                  </a:pathLst>
                </a:custGeom>
                <a:ln w="19049">
                  <a:solidFill>
                    <a:srgbClr val="163793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5" name="object 14">
                  <a:extLst>
                    <a:ext uri="{FF2B5EF4-FFF2-40B4-BE49-F238E27FC236}">
                      <a16:creationId xmlns:a16="http://schemas.microsoft.com/office/drawing/2014/main" id="{3F0A7146-D7C6-7D07-407B-98767FF84430}"/>
                    </a:ext>
                  </a:extLst>
                </p:cNvPr>
                <p:cNvSpPr/>
                <p:nvPr/>
              </p:nvSpPr>
              <p:spPr>
                <a:xfrm>
                  <a:off x="1046238" y="5456758"/>
                  <a:ext cx="7866380" cy="681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6380" h="681354">
                      <a:moveTo>
                        <a:pt x="7865999" y="0"/>
                      </a:moveTo>
                      <a:lnTo>
                        <a:pt x="0" y="0"/>
                      </a:lnTo>
                      <a:lnTo>
                        <a:pt x="0" y="681037"/>
                      </a:lnTo>
                      <a:lnTo>
                        <a:pt x="7865999" y="681037"/>
                      </a:lnTo>
                      <a:lnTo>
                        <a:pt x="7865999" y="0"/>
                      </a:lnTo>
                      <a:close/>
                    </a:path>
                  </a:pathLst>
                </a:custGeom>
                <a:solidFill>
                  <a:srgbClr val="FFB5B5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6" name="object 15">
                  <a:extLst>
                    <a:ext uri="{FF2B5EF4-FFF2-40B4-BE49-F238E27FC236}">
                      <a16:creationId xmlns:a16="http://schemas.microsoft.com/office/drawing/2014/main" id="{7C678972-84AD-04E3-D977-61BADD6DA7CA}"/>
                    </a:ext>
                  </a:extLst>
                </p:cNvPr>
                <p:cNvSpPr/>
                <p:nvPr/>
              </p:nvSpPr>
              <p:spPr>
                <a:xfrm>
                  <a:off x="1046238" y="5456758"/>
                  <a:ext cx="7866380" cy="681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6380" h="681354">
                      <a:moveTo>
                        <a:pt x="0" y="681037"/>
                      </a:moveTo>
                      <a:lnTo>
                        <a:pt x="7865999" y="681037"/>
                      </a:lnTo>
                      <a:lnTo>
                        <a:pt x="7865999" y="0"/>
                      </a:lnTo>
                      <a:lnTo>
                        <a:pt x="0" y="0"/>
                      </a:lnTo>
                      <a:lnTo>
                        <a:pt x="0" y="681037"/>
                      </a:lnTo>
                      <a:close/>
                    </a:path>
                  </a:pathLst>
                </a:custGeom>
                <a:ln w="19050">
                  <a:solidFill>
                    <a:srgbClr val="333399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7" name="object 16">
                  <a:extLst>
                    <a:ext uri="{FF2B5EF4-FFF2-40B4-BE49-F238E27FC236}">
                      <a16:creationId xmlns:a16="http://schemas.microsoft.com/office/drawing/2014/main" id="{4DEFAE2C-13B7-8966-F4A9-CD3E8EFD57E2}"/>
                    </a:ext>
                  </a:extLst>
                </p:cNvPr>
                <p:cNvSpPr/>
                <p:nvPr/>
              </p:nvSpPr>
              <p:spPr>
                <a:xfrm>
                  <a:off x="1051699" y="3247008"/>
                  <a:ext cx="7867650" cy="178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7650" h="1783079">
                      <a:moveTo>
                        <a:pt x="7867637" y="1769999"/>
                      </a:moveTo>
                      <a:lnTo>
                        <a:pt x="0" y="1769999"/>
                      </a:lnTo>
                      <a:lnTo>
                        <a:pt x="0" y="1782699"/>
                      </a:lnTo>
                      <a:lnTo>
                        <a:pt x="7867637" y="1782699"/>
                      </a:lnTo>
                      <a:lnTo>
                        <a:pt x="7867637" y="1769999"/>
                      </a:lnTo>
                      <a:close/>
                    </a:path>
                    <a:path w="7867650" h="1783079">
                      <a:moveTo>
                        <a:pt x="7867637" y="1325499"/>
                      </a:moveTo>
                      <a:lnTo>
                        <a:pt x="0" y="1325499"/>
                      </a:lnTo>
                      <a:lnTo>
                        <a:pt x="0" y="1338199"/>
                      </a:lnTo>
                      <a:lnTo>
                        <a:pt x="7867637" y="1338199"/>
                      </a:lnTo>
                      <a:lnTo>
                        <a:pt x="7867637" y="1325499"/>
                      </a:lnTo>
                      <a:close/>
                    </a:path>
                    <a:path w="7867650" h="1783079">
                      <a:moveTo>
                        <a:pt x="7867637" y="887349"/>
                      </a:moveTo>
                      <a:lnTo>
                        <a:pt x="0" y="887349"/>
                      </a:lnTo>
                      <a:lnTo>
                        <a:pt x="0" y="900049"/>
                      </a:lnTo>
                      <a:lnTo>
                        <a:pt x="7867637" y="900049"/>
                      </a:lnTo>
                      <a:lnTo>
                        <a:pt x="7867637" y="887349"/>
                      </a:lnTo>
                      <a:close/>
                    </a:path>
                    <a:path w="7867650" h="1783079">
                      <a:moveTo>
                        <a:pt x="7867637" y="442849"/>
                      </a:moveTo>
                      <a:lnTo>
                        <a:pt x="0" y="442849"/>
                      </a:lnTo>
                      <a:lnTo>
                        <a:pt x="0" y="455549"/>
                      </a:lnTo>
                      <a:lnTo>
                        <a:pt x="7867637" y="455549"/>
                      </a:lnTo>
                      <a:lnTo>
                        <a:pt x="7867637" y="442849"/>
                      </a:lnTo>
                      <a:close/>
                    </a:path>
                    <a:path w="7867650" h="1783079">
                      <a:moveTo>
                        <a:pt x="7867637" y="0"/>
                      </a:moveTo>
                      <a:lnTo>
                        <a:pt x="0" y="0"/>
                      </a:lnTo>
                      <a:lnTo>
                        <a:pt x="0" y="12700"/>
                      </a:lnTo>
                      <a:lnTo>
                        <a:pt x="7867637" y="12700"/>
                      </a:lnTo>
                      <a:lnTo>
                        <a:pt x="7867637" y="0"/>
                      </a:lnTo>
                      <a:close/>
                    </a:path>
                  </a:pathLst>
                </a:custGeom>
                <a:solidFill>
                  <a:srgbClr val="163793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8" name="object 17">
                  <a:extLst>
                    <a:ext uri="{FF2B5EF4-FFF2-40B4-BE49-F238E27FC236}">
                      <a16:creationId xmlns:a16="http://schemas.microsoft.com/office/drawing/2014/main" id="{D3E3D9D2-794F-6F2F-DBD0-D193E4EA3747}"/>
                    </a:ext>
                  </a:extLst>
                </p:cNvPr>
                <p:cNvSpPr/>
                <p:nvPr/>
              </p:nvSpPr>
              <p:spPr>
                <a:xfrm>
                  <a:off x="2009013" y="2810382"/>
                  <a:ext cx="4929505" cy="2649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9505" h="2649854">
                      <a:moveTo>
                        <a:pt x="0" y="0"/>
                      </a:moveTo>
                      <a:lnTo>
                        <a:pt x="0" y="442975"/>
                      </a:lnTo>
                    </a:path>
                    <a:path w="4929505" h="2649854">
                      <a:moveTo>
                        <a:pt x="984250" y="0"/>
                      </a:moveTo>
                      <a:lnTo>
                        <a:pt x="984250" y="442975"/>
                      </a:lnTo>
                    </a:path>
                    <a:path w="4929505" h="2649854">
                      <a:moveTo>
                        <a:pt x="2957449" y="0"/>
                      </a:moveTo>
                      <a:lnTo>
                        <a:pt x="2957449" y="1327149"/>
                      </a:lnTo>
                    </a:path>
                    <a:path w="4929505" h="2649854">
                      <a:moveTo>
                        <a:pt x="4929123" y="2649601"/>
                      </a:moveTo>
                      <a:lnTo>
                        <a:pt x="4929123" y="2208275"/>
                      </a:lnTo>
                    </a:path>
                    <a:path w="4929505" h="2649854">
                      <a:moveTo>
                        <a:pt x="3759200" y="452500"/>
                      </a:moveTo>
                      <a:lnTo>
                        <a:pt x="3759200" y="885824"/>
                      </a:lnTo>
                    </a:path>
                  </a:pathLst>
                </a:custGeom>
                <a:ln w="12700">
                  <a:solidFill>
                    <a:srgbClr val="163793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0" name="object 18">
                <a:extLst>
                  <a:ext uri="{FF2B5EF4-FFF2-40B4-BE49-F238E27FC236}">
                    <a16:creationId xmlns:a16="http://schemas.microsoft.com/office/drawing/2014/main" id="{4C314395-907E-3FBB-7E0B-ABBE64BBE876}"/>
                  </a:ext>
                </a:extLst>
              </p:cNvPr>
              <p:cNvSpPr txBox="1"/>
              <p:nvPr/>
            </p:nvSpPr>
            <p:spPr>
              <a:xfrm>
                <a:off x="545388" y="2447036"/>
                <a:ext cx="673735" cy="33083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  <a:tabLst>
                    <a:tab pos="533400" algn="l"/>
                  </a:tabLst>
                </a:pPr>
                <a:r>
                  <a:rPr sz="2000" b="1" spc="-5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位</a:t>
                </a:r>
                <a:r>
                  <a:rPr sz="2000" b="1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	</a:t>
                </a:r>
                <a:r>
                  <a:rPr sz="2000" b="1" spc="-50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0</a:t>
                </a:r>
                <a:endParaRPr sz="2000">
                  <a:latin typeface="Times New Roman"/>
                  <a:cs typeface="Times New Roman"/>
                </a:endParaRPr>
              </a:p>
            </p:txBody>
          </p:sp>
          <p:sp>
            <p:nvSpPr>
              <p:cNvPr id="11" name="object 19">
                <a:extLst>
                  <a:ext uri="{FF2B5EF4-FFF2-40B4-BE49-F238E27FC236}">
                    <a16:creationId xmlns:a16="http://schemas.microsoft.com/office/drawing/2014/main" id="{F312E75A-782F-17E1-75E4-4257473DD0AB}"/>
                  </a:ext>
                </a:extLst>
              </p:cNvPr>
              <p:cNvSpPr txBox="1"/>
              <p:nvPr/>
            </p:nvSpPr>
            <p:spPr>
              <a:xfrm>
                <a:off x="2001392" y="2446147"/>
                <a:ext cx="153035" cy="33083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2000" b="1" spc="-50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4</a:t>
                </a:r>
                <a:endParaRPr sz="2000">
                  <a:latin typeface="Times New Roman"/>
                  <a:cs typeface="Times New Roman"/>
                </a:endParaRPr>
              </a:p>
            </p:txBody>
          </p:sp>
          <p:sp>
            <p:nvSpPr>
              <p:cNvPr id="12" name="object 20">
                <a:extLst>
                  <a:ext uri="{FF2B5EF4-FFF2-40B4-BE49-F238E27FC236}">
                    <a16:creationId xmlns:a16="http://schemas.microsoft.com/office/drawing/2014/main" id="{D93C0713-6B72-ED5C-5CB1-212027A4DD1A}"/>
                  </a:ext>
                </a:extLst>
              </p:cNvPr>
              <p:cNvSpPr txBox="1"/>
              <p:nvPr/>
            </p:nvSpPr>
            <p:spPr>
              <a:xfrm>
                <a:off x="2996945" y="2446147"/>
                <a:ext cx="153035" cy="33083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2000" b="1" spc="-50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8</a:t>
                </a:r>
                <a:endParaRPr sz="2000">
                  <a:latin typeface="Times New Roman"/>
                  <a:cs typeface="Times New Roman"/>
                </a:endParaRPr>
              </a:p>
            </p:txBody>
          </p:sp>
          <p:sp>
            <p:nvSpPr>
              <p:cNvPr id="13" name="object 21">
                <a:extLst>
                  <a:ext uri="{FF2B5EF4-FFF2-40B4-BE49-F238E27FC236}">
                    <a16:creationId xmlns:a16="http://schemas.microsoft.com/office/drawing/2014/main" id="{3D411B43-E4E7-9A9F-3CE6-CDCAA7356BC4}"/>
                  </a:ext>
                </a:extLst>
              </p:cNvPr>
              <p:cNvSpPr txBox="1"/>
              <p:nvPr/>
            </p:nvSpPr>
            <p:spPr>
              <a:xfrm>
                <a:off x="4948173" y="2446147"/>
                <a:ext cx="3966845" cy="33083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  <a:tabLst>
                    <a:tab pos="809625" algn="l"/>
                    <a:tab pos="1984375" algn="l"/>
                    <a:tab pos="3697604" algn="l"/>
                  </a:tabLst>
                </a:pPr>
                <a:r>
                  <a:rPr sz="2000" b="1" spc="-25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16</a:t>
                </a:r>
                <a:r>
                  <a:rPr sz="2000" b="1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	</a:t>
                </a:r>
                <a:r>
                  <a:rPr sz="2000" b="1" spc="-25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19</a:t>
                </a:r>
                <a:r>
                  <a:rPr sz="2000" b="1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	</a:t>
                </a:r>
                <a:r>
                  <a:rPr sz="2000" b="1" spc="-25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24</a:t>
                </a:r>
                <a:r>
                  <a:rPr sz="2000" b="1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	</a:t>
                </a:r>
                <a:r>
                  <a:rPr sz="2000" b="1" spc="-25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31</a:t>
                </a:r>
                <a:endParaRPr sz="2000">
                  <a:latin typeface="Times New Roman"/>
                  <a:cs typeface="Times New Roman"/>
                </a:endParaRPr>
              </a:p>
            </p:txBody>
          </p:sp>
          <p:sp>
            <p:nvSpPr>
              <p:cNvPr id="14" name="object 22">
                <a:extLst>
                  <a:ext uri="{FF2B5EF4-FFF2-40B4-BE49-F238E27FC236}">
                    <a16:creationId xmlns:a16="http://schemas.microsoft.com/office/drawing/2014/main" id="{64702CAE-7BE6-E84C-3AA6-48C6319327A6}"/>
                  </a:ext>
                </a:extLst>
              </p:cNvPr>
              <p:cNvSpPr txBox="1"/>
              <p:nvPr/>
            </p:nvSpPr>
            <p:spPr>
              <a:xfrm>
                <a:off x="4966461" y="3253359"/>
                <a:ext cx="802005" cy="443230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rgbClr val="163793"/>
                </a:solidFill>
              </a:ln>
            </p:spPr>
            <p:txBody>
              <a:bodyPr vert="horz" wrap="square" lIns="0" tIns="65405" rIns="0" bIns="0" rtlCol="0">
                <a:spAutoFit/>
              </a:bodyPr>
              <a:lstStyle/>
              <a:p>
                <a:pPr marL="19685">
                  <a:lnSpc>
                    <a:spcPct val="100000"/>
                  </a:lnSpc>
                  <a:spcBef>
                    <a:spcPts val="515"/>
                  </a:spcBef>
                </a:pPr>
                <a:r>
                  <a:rPr sz="2000" b="1" spc="-2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标志位</a:t>
                </a:r>
                <a:endParaRPr sz="2000">
                  <a:latin typeface="Kaiti SC Black"/>
                  <a:cs typeface="Kaiti SC Black"/>
                </a:endParaRPr>
              </a:p>
            </p:txBody>
          </p:sp>
          <p:sp>
            <p:nvSpPr>
              <p:cNvPr id="15" name="object 23">
                <a:extLst>
                  <a:ext uri="{FF2B5EF4-FFF2-40B4-BE49-F238E27FC236}">
                    <a16:creationId xmlns:a16="http://schemas.microsoft.com/office/drawing/2014/main" id="{2F548431-0E6A-AFCD-BDC9-B95BEC0C3929}"/>
                  </a:ext>
                </a:extLst>
              </p:cNvPr>
              <p:cNvSpPr txBox="1"/>
              <p:nvPr/>
            </p:nvSpPr>
            <p:spPr>
              <a:xfrm>
                <a:off x="1054874" y="3702558"/>
                <a:ext cx="1932305" cy="431800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vert="horz" wrap="square" lIns="0" tIns="59690" rIns="0" bIns="0" rtlCol="0">
                <a:spAutoFit/>
              </a:bodyPr>
              <a:lstStyle/>
              <a:p>
                <a:pPr marL="122555">
                  <a:lnSpc>
                    <a:spcPct val="100000"/>
                  </a:lnSpc>
                  <a:spcBef>
                    <a:spcPts val="470"/>
                  </a:spcBef>
                </a:pPr>
                <a:r>
                  <a:rPr sz="2000" b="1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生存时间</a:t>
                </a:r>
                <a:r>
                  <a:rPr sz="2000" b="1" spc="-10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(TTL)</a:t>
                </a:r>
                <a:endParaRPr sz="20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16" name="object 24">
                <a:extLst>
                  <a:ext uri="{FF2B5EF4-FFF2-40B4-BE49-F238E27FC236}">
                    <a16:creationId xmlns:a16="http://schemas.microsoft.com/office/drawing/2014/main" id="{B6C57C4B-11AF-57CB-9032-18BE1F55F703}"/>
                  </a:ext>
                </a:extLst>
              </p:cNvPr>
              <p:cNvSpPr txBox="1"/>
              <p:nvPr/>
            </p:nvSpPr>
            <p:spPr>
              <a:xfrm>
                <a:off x="2993263" y="3696208"/>
                <a:ext cx="1973580" cy="444500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rgbClr val="163793"/>
                </a:solidFill>
              </a:ln>
            </p:spPr>
            <p:txBody>
              <a:bodyPr vert="horz" wrap="square" lIns="0" tIns="66040" rIns="0" bIns="0" rtlCol="0">
                <a:spAutoFit/>
              </a:bodyPr>
              <a:lstStyle/>
              <a:p>
                <a:pPr marL="111125" algn="ctr">
                  <a:lnSpc>
                    <a:spcPct val="100000"/>
                  </a:lnSpc>
                  <a:spcBef>
                    <a:spcPts val="520"/>
                  </a:spcBef>
                </a:pPr>
                <a:r>
                  <a:rPr sz="2000" b="1" spc="-25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协议</a:t>
                </a:r>
                <a:endParaRPr sz="2000" dirty="0">
                  <a:latin typeface="Kaiti SC Black"/>
                  <a:cs typeface="Kaiti SC Black"/>
                </a:endParaRPr>
              </a:p>
            </p:txBody>
          </p:sp>
          <p:sp>
            <p:nvSpPr>
              <p:cNvPr id="17" name="object 25">
                <a:extLst>
                  <a:ext uri="{FF2B5EF4-FFF2-40B4-BE49-F238E27FC236}">
                    <a16:creationId xmlns:a16="http://schemas.microsoft.com/office/drawing/2014/main" id="{64DA4372-F3ED-F171-04FF-668604FBCC99}"/>
                  </a:ext>
                </a:extLst>
              </p:cNvPr>
              <p:cNvSpPr txBox="1"/>
              <p:nvPr/>
            </p:nvSpPr>
            <p:spPr>
              <a:xfrm>
                <a:off x="1054874" y="3259709"/>
                <a:ext cx="3905250" cy="430530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vert="horz" wrap="square" lIns="0" tIns="59055" rIns="0" bIns="0" rtlCol="0">
                <a:spAutoFit/>
              </a:bodyPr>
              <a:lstStyle/>
              <a:p>
                <a:pPr marR="15240" algn="ctr">
                  <a:lnSpc>
                    <a:spcPct val="100000"/>
                  </a:lnSpc>
                  <a:spcBef>
                    <a:spcPts val="465"/>
                  </a:spcBef>
                </a:pPr>
                <a:r>
                  <a:rPr sz="2000" b="1" spc="-25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标识</a:t>
                </a:r>
                <a:endParaRPr sz="2000" dirty="0">
                  <a:latin typeface="Kaiti SC Black"/>
                  <a:cs typeface="Kaiti SC Black"/>
                </a:endParaRPr>
              </a:p>
            </p:txBody>
          </p:sp>
          <p:sp>
            <p:nvSpPr>
              <p:cNvPr id="18" name="object 26">
                <a:extLst>
                  <a:ext uri="{FF2B5EF4-FFF2-40B4-BE49-F238E27FC236}">
                    <a16:creationId xmlns:a16="http://schemas.microsoft.com/office/drawing/2014/main" id="{3DE95213-B0AD-ECAF-117D-DB459E02E413}"/>
                  </a:ext>
                </a:extLst>
              </p:cNvPr>
              <p:cNvSpPr txBox="1"/>
              <p:nvPr/>
            </p:nvSpPr>
            <p:spPr>
              <a:xfrm>
                <a:off x="5774563" y="3259709"/>
                <a:ext cx="3126105" cy="430530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vert="horz" wrap="square" lIns="0" tIns="59055" rIns="0" bIns="0" rtlCol="0">
                <a:spAutoFit/>
              </a:bodyPr>
              <a:lstStyle/>
              <a:p>
                <a:pPr marL="130175" algn="ctr">
                  <a:lnSpc>
                    <a:spcPct val="100000"/>
                  </a:lnSpc>
                  <a:spcBef>
                    <a:spcPts val="465"/>
                  </a:spcBef>
                </a:pPr>
                <a:r>
                  <a:rPr sz="2000" b="1" spc="-2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片偏移</a:t>
                </a:r>
                <a:endParaRPr sz="2000" dirty="0">
                  <a:latin typeface="Kaiti SC Black"/>
                  <a:cs typeface="Kaiti SC Black"/>
                </a:endParaRPr>
              </a:p>
            </p:txBody>
          </p:sp>
          <p:sp>
            <p:nvSpPr>
              <p:cNvPr id="19" name="object 27">
                <a:extLst>
                  <a:ext uri="{FF2B5EF4-FFF2-40B4-BE49-F238E27FC236}">
                    <a16:creationId xmlns:a16="http://schemas.microsoft.com/office/drawing/2014/main" id="{07B46C09-FAD3-A9AE-5452-4D8131953BA8}"/>
                  </a:ext>
                </a:extLst>
              </p:cNvPr>
              <p:cNvSpPr txBox="1"/>
              <p:nvPr/>
            </p:nvSpPr>
            <p:spPr>
              <a:xfrm>
                <a:off x="4972811" y="3702558"/>
                <a:ext cx="3928110" cy="431800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vert="horz" wrap="square" lIns="0" tIns="59690" rIns="0" bIns="0" rtlCol="0">
                <a:spAutoFit/>
              </a:bodyPr>
              <a:lstStyle/>
              <a:p>
                <a:pPr marL="93980" algn="ctr">
                  <a:lnSpc>
                    <a:spcPct val="100000"/>
                  </a:lnSpc>
                  <a:spcBef>
                    <a:spcPts val="470"/>
                  </a:spcBef>
                </a:pPr>
                <a:r>
                  <a:rPr sz="2000" b="1" spc="-1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首部检验和</a:t>
                </a:r>
                <a:endParaRPr sz="2000">
                  <a:latin typeface="Kaiti SC Black"/>
                  <a:cs typeface="Kaiti SC Black"/>
                </a:endParaRPr>
              </a:p>
            </p:txBody>
          </p:sp>
          <p:sp>
            <p:nvSpPr>
              <p:cNvPr id="20" name="object 28">
                <a:extLst>
                  <a:ext uri="{FF2B5EF4-FFF2-40B4-BE49-F238E27FC236}">
                    <a16:creationId xmlns:a16="http://schemas.microsoft.com/office/drawing/2014/main" id="{573A1277-6914-594D-9B99-5489B7F8320C}"/>
                  </a:ext>
                </a:extLst>
              </p:cNvPr>
              <p:cNvSpPr txBox="1"/>
              <p:nvPr/>
            </p:nvSpPr>
            <p:spPr>
              <a:xfrm>
                <a:off x="1054874" y="4147058"/>
                <a:ext cx="7845425" cy="425450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vert="horz" wrap="square" lIns="0" tIns="61594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484"/>
                  </a:spcBef>
                </a:pPr>
                <a:r>
                  <a:rPr sz="2000" b="1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源</a:t>
                </a:r>
                <a:r>
                  <a:rPr sz="2000" b="1" spc="-10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IP</a:t>
                </a:r>
                <a:r>
                  <a:rPr sz="2000" b="1" spc="-25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地址</a:t>
                </a:r>
                <a:endParaRPr sz="2000">
                  <a:latin typeface="Kaiti SC Black"/>
                  <a:cs typeface="Kaiti SC Black"/>
                </a:endParaRPr>
              </a:p>
            </p:txBody>
          </p:sp>
          <p:sp>
            <p:nvSpPr>
              <p:cNvPr id="21" name="object 29">
                <a:extLst>
                  <a:ext uri="{FF2B5EF4-FFF2-40B4-BE49-F238E27FC236}">
                    <a16:creationId xmlns:a16="http://schemas.microsoft.com/office/drawing/2014/main" id="{8B66E358-E8F5-8D3D-BA90-022A6F4B74BB}"/>
                  </a:ext>
                </a:extLst>
              </p:cNvPr>
              <p:cNvSpPr txBox="1"/>
              <p:nvPr/>
            </p:nvSpPr>
            <p:spPr>
              <a:xfrm>
                <a:off x="1054874" y="4585208"/>
                <a:ext cx="7845425" cy="431800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vert="horz" wrap="square" lIns="0" tIns="64769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509"/>
                  </a:spcBef>
                </a:pPr>
                <a:r>
                  <a:rPr sz="2000" b="1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目的</a:t>
                </a:r>
                <a:r>
                  <a:rPr sz="2000" b="1" spc="-10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IP</a:t>
                </a:r>
                <a:r>
                  <a:rPr sz="2000" b="1" spc="-25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地址</a:t>
                </a:r>
                <a:endParaRPr sz="2000">
                  <a:latin typeface="Kaiti SC Black"/>
                  <a:cs typeface="Kaiti SC Black"/>
                </a:endParaRPr>
              </a:p>
            </p:txBody>
          </p:sp>
          <p:grpSp>
            <p:nvGrpSpPr>
              <p:cNvPr id="22" name="object 30">
                <a:extLst>
                  <a:ext uri="{FF2B5EF4-FFF2-40B4-BE49-F238E27FC236}">
                    <a16:creationId xmlns:a16="http://schemas.microsoft.com/office/drawing/2014/main" id="{D6801C9B-8D45-44AF-4C78-1FD64265C958}"/>
                  </a:ext>
                </a:extLst>
              </p:cNvPr>
              <p:cNvGrpSpPr/>
              <p:nvPr/>
            </p:nvGrpSpPr>
            <p:grpSpPr>
              <a:xfrm>
                <a:off x="978674" y="5184013"/>
                <a:ext cx="7999730" cy="93345"/>
                <a:chOff x="978674" y="5184013"/>
                <a:chExt cx="7999730" cy="93345"/>
              </a:xfrm>
            </p:grpSpPr>
            <p:sp>
              <p:nvSpPr>
                <p:cNvPr id="28" name="object 31">
                  <a:extLst>
                    <a:ext uri="{FF2B5EF4-FFF2-40B4-BE49-F238E27FC236}">
                      <a16:creationId xmlns:a16="http://schemas.microsoft.com/office/drawing/2014/main" id="{EDA6B3ED-5EA9-6B74-E7B4-6F8D4F467964}"/>
                    </a:ext>
                  </a:extLst>
                </p:cNvPr>
                <p:cNvSpPr/>
                <p:nvPr/>
              </p:nvSpPr>
              <p:spPr>
                <a:xfrm>
                  <a:off x="978674" y="5188458"/>
                  <a:ext cx="13208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80" h="69850">
                      <a:moveTo>
                        <a:pt x="131762" y="0"/>
                      </a:moveTo>
                      <a:lnTo>
                        <a:pt x="0" y="0"/>
                      </a:lnTo>
                      <a:lnTo>
                        <a:pt x="0" y="69849"/>
                      </a:lnTo>
                      <a:lnTo>
                        <a:pt x="131762" y="69849"/>
                      </a:lnTo>
                      <a:lnTo>
                        <a:pt x="13176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9" name="object 32">
                  <a:extLst>
                    <a:ext uri="{FF2B5EF4-FFF2-40B4-BE49-F238E27FC236}">
                      <a16:creationId xmlns:a16="http://schemas.microsoft.com/office/drawing/2014/main" id="{B1FF2433-C6C6-B62F-4283-16873A22EC5D}"/>
                    </a:ext>
                  </a:extLst>
                </p:cNvPr>
                <p:cNvSpPr/>
                <p:nvPr/>
              </p:nvSpPr>
              <p:spPr>
                <a:xfrm>
                  <a:off x="988809" y="5184012"/>
                  <a:ext cx="114935" cy="869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34" h="86995">
                      <a:moveTo>
                        <a:pt x="114871" y="61595"/>
                      </a:moveTo>
                      <a:lnTo>
                        <a:pt x="0" y="61595"/>
                      </a:lnTo>
                      <a:lnTo>
                        <a:pt x="0" y="86995"/>
                      </a:lnTo>
                      <a:lnTo>
                        <a:pt x="114871" y="86995"/>
                      </a:lnTo>
                      <a:lnTo>
                        <a:pt x="114871" y="61595"/>
                      </a:lnTo>
                      <a:close/>
                    </a:path>
                    <a:path w="114934" h="86995">
                      <a:moveTo>
                        <a:pt x="114871" y="0"/>
                      </a:moveTo>
                      <a:lnTo>
                        <a:pt x="0" y="0"/>
                      </a:lnTo>
                      <a:lnTo>
                        <a:pt x="0" y="25400"/>
                      </a:lnTo>
                      <a:lnTo>
                        <a:pt x="114871" y="25400"/>
                      </a:lnTo>
                      <a:lnTo>
                        <a:pt x="114871" y="0"/>
                      </a:lnTo>
                      <a:close/>
                    </a:path>
                  </a:pathLst>
                </a:custGeom>
                <a:solidFill>
                  <a:srgbClr val="163793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0" name="object 33">
                  <a:extLst>
                    <a:ext uri="{FF2B5EF4-FFF2-40B4-BE49-F238E27FC236}">
                      <a16:creationId xmlns:a16="http://schemas.microsoft.com/office/drawing/2014/main" id="{9AA9A590-E688-C4E7-415F-81D94DEA53A1}"/>
                    </a:ext>
                  </a:extLst>
                </p:cNvPr>
                <p:cNvSpPr/>
                <p:nvPr/>
              </p:nvSpPr>
              <p:spPr>
                <a:xfrm>
                  <a:off x="8846312" y="5197983"/>
                  <a:ext cx="13208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79" h="66675">
                      <a:moveTo>
                        <a:pt x="131762" y="0"/>
                      </a:moveTo>
                      <a:lnTo>
                        <a:pt x="0" y="0"/>
                      </a:lnTo>
                      <a:lnTo>
                        <a:pt x="0" y="66674"/>
                      </a:lnTo>
                      <a:lnTo>
                        <a:pt x="131762" y="66674"/>
                      </a:lnTo>
                      <a:lnTo>
                        <a:pt x="13176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1" name="object 34">
                  <a:extLst>
                    <a:ext uri="{FF2B5EF4-FFF2-40B4-BE49-F238E27FC236}">
                      <a16:creationId xmlns:a16="http://schemas.microsoft.com/office/drawing/2014/main" id="{386C25B8-B094-7C95-5DDE-331A521D4162}"/>
                    </a:ext>
                  </a:extLst>
                </p:cNvPr>
                <p:cNvSpPr/>
                <p:nvPr/>
              </p:nvSpPr>
              <p:spPr>
                <a:xfrm>
                  <a:off x="8856472" y="5193156"/>
                  <a:ext cx="114935" cy="84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34" h="84454">
                      <a:moveTo>
                        <a:pt x="114808" y="58801"/>
                      </a:moveTo>
                      <a:lnTo>
                        <a:pt x="0" y="58801"/>
                      </a:lnTo>
                      <a:lnTo>
                        <a:pt x="0" y="84201"/>
                      </a:lnTo>
                      <a:lnTo>
                        <a:pt x="114808" y="84201"/>
                      </a:lnTo>
                      <a:lnTo>
                        <a:pt x="114808" y="58801"/>
                      </a:lnTo>
                      <a:close/>
                    </a:path>
                    <a:path w="114934" h="84454">
                      <a:moveTo>
                        <a:pt x="114808" y="0"/>
                      </a:moveTo>
                      <a:lnTo>
                        <a:pt x="0" y="0"/>
                      </a:lnTo>
                      <a:lnTo>
                        <a:pt x="0" y="25400"/>
                      </a:lnTo>
                      <a:lnTo>
                        <a:pt x="114808" y="25400"/>
                      </a:lnTo>
                      <a:lnTo>
                        <a:pt x="114808" y="0"/>
                      </a:lnTo>
                      <a:close/>
                    </a:path>
                  </a:pathLst>
                </a:custGeom>
                <a:solidFill>
                  <a:srgbClr val="163793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23" name="object 35">
                <a:extLst>
                  <a:ext uri="{FF2B5EF4-FFF2-40B4-BE49-F238E27FC236}">
                    <a16:creationId xmlns:a16="http://schemas.microsoft.com/office/drawing/2014/main" id="{CC077172-4B99-D8B3-A151-495D278F1C40}"/>
                  </a:ext>
                </a:extLst>
              </p:cNvPr>
              <p:cNvSpPr txBox="1"/>
              <p:nvPr/>
            </p:nvSpPr>
            <p:spPr>
              <a:xfrm>
                <a:off x="1054874" y="5074158"/>
                <a:ext cx="7211059" cy="8737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841500">
                  <a:lnSpc>
                    <a:spcPct val="100000"/>
                  </a:lnSpc>
                  <a:spcBef>
                    <a:spcPts val="100"/>
                  </a:spcBef>
                  <a:tabLst>
                    <a:tab pos="6685915" algn="l"/>
                  </a:tabLst>
                </a:pPr>
                <a:r>
                  <a:rPr sz="2000" b="1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选项字段（长度可变</a:t>
                </a:r>
                <a:r>
                  <a:rPr sz="2000" b="1" spc="-5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）</a:t>
                </a:r>
                <a:r>
                  <a:rPr sz="2000" b="1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	填</a:t>
                </a:r>
                <a:r>
                  <a:rPr sz="2000" b="1" spc="-5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充</a:t>
                </a:r>
                <a:endParaRPr sz="2000">
                  <a:latin typeface="Kaiti SC Black"/>
                  <a:cs typeface="Kaiti SC Black"/>
                </a:endParaRPr>
              </a:p>
              <a:p>
                <a:pPr marL="571500" algn="ctr">
                  <a:lnSpc>
                    <a:spcPct val="100000"/>
                  </a:lnSpc>
                  <a:spcBef>
                    <a:spcPts val="1875"/>
                  </a:spcBef>
                </a:pPr>
                <a:r>
                  <a:rPr sz="2000" b="1" spc="-25" dirty="0">
                    <a:solidFill>
                      <a:srgbClr val="163793"/>
                    </a:solidFill>
                    <a:latin typeface="Kaiti SC Black"/>
                    <a:cs typeface="Kaiti SC Black"/>
                  </a:rPr>
                  <a:t>数据</a:t>
                </a:r>
                <a:endParaRPr sz="2000">
                  <a:latin typeface="Kaiti SC Black"/>
                  <a:cs typeface="Kaiti SC Black"/>
                </a:endParaRPr>
              </a:p>
            </p:txBody>
          </p:sp>
          <p:sp>
            <p:nvSpPr>
              <p:cNvPr id="24" name="object 36">
                <a:extLst>
                  <a:ext uri="{FF2B5EF4-FFF2-40B4-BE49-F238E27FC236}">
                    <a16:creationId xmlns:a16="http://schemas.microsoft.com/office/drawing/2014/main" id="{C740DC75-2DD1-D3C8-1EF1-9C39BB72E329}"/>
                  </a:ext>
                </a:extLst>
              </p:cNvPr>
              <p:cNvSpPr txBox="1"/>
              <p:nvPr/>
            </p:nvSpPr>
            <p:spPr>
              <a:xfrm>
                <a:off x="1054874" y="2812033"/>
                <a:ext cx="948055" cy="434975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vert="horz" wrap="square" lIns="0" tIns="64769" rIns="0" bIns="0" rtlCol="0">
                <a:spAutoFit/>
              </a:bodyPr>
              <a:lstStyle/>
              <a:p>
                <a:pPr marL="78740">
                  <a:lnSpc>
                    <a:spcPct val="100000"/>
                  </a:lnSpc>
                  <a:spcBef>
                    <a:spcPts val="509"/>
                  </a:spcBef>
                </a:pPr>
                <a:r>
                  <a:rPr sz="2000" b="1" spc="-2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版本号</a:t>
                </a:r>
                <a:endParaRPr sz="2000">
                  <a:latin typeface="Kaiti SC Black"/>
                  <a:cs typeface="Kaiti SC Black"/>
                </a:endParaRPr>
              </a:p>
            </p:txBody>
          </p:sp>
          <p:sp>
            <p:nvSpPr>
              <p:cNvPr id="25" name="object 37">
                <a:extLst>
                  <a:ext uri="{FF2B5EF4-FFF2-40B4-BE49-F238E27FC236}">
                    <a16:creationId xmlns:a16="http://schemas.microsoft.com/office/drawing/2014/main" id="{2F2D3990-8F79-A7C0-E6D4-C0B8D129EFFA}"/>
                  </a:ext>
                </a:extLst>
              </p:cNvPr>
              <p:cNvSpPr txBox="1"/>
              <p:nvPr/>
            </p:nvSpPr>
            <p:spPr>
              <a:xfrm>
                <a:off x="2999613" y="2812033"/>
                <a:ext cx="1960880" cy="434975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vert="horz" wrap="square" lIns="0" tIns="64769" rIns="0" bIns="0" rtlCol="0">
                <a:spAutoFit/>
              </a:bodyPr>
              <a:lstStyle/>
              <a:p>
                <a:pPr marL="140335">
                  <a:lnSpc>
                    <a:spcPct val="100000"/>
                  </a:lnSpc>
                  <a:spcBef>
                    <a:spcPts val="509"/>
                  </a:spcBef>
                </a:pPr>
                <a:r>
                  <a:rPr sz="2000" b="1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服务类型</a:t>
                </a:r>
                <a:r>
                  <a:rPr sz="2000" b="1" spc="-10" dirty="0">
                    <a:solidFill>
                      <a:srgbClr val="333399"/>
                    </a:solidFill>
                    <a:latin typeface="Times New Roman"/>
                    <a:cs typeface="Times New Roman"/>
                  </a:rPr>
                  <a:t>(TOS)</a:t>
                </a:r>
                <a:endParaRPr sz="2000">
                  <a:latin typeface="Times New Roman"/>
                  <a:cs typeface="Times New Roman"/>
                </a:endParaRPr>
              </a:p>
            </p:txBody>
          </p:sp>
          <p:sp>
            <p:nvSpPr>
              <p:cNvPr id="26" name="object 38">
                <a:extLst>
                  <a:ext uri="{FF2B5EF4-FFF2-40B4-BE49-F238E27FC236}">
                    <a16:creationId xmlns:a16="http://schemas.microsoft.com/office/drawing/2014/main" id="{D9C31B30-9077-6D49-7E65-08A7C3CC3022}"/>
                  </a:ext>
                </a:extLst>
              </p:cNvPr>
              <p:cNvSpPr txBox="1"/>
              <p:nvPr/>
            </p:nvSpPr>
            <p:spPr>
              <a:xfrm>
                <a:off x="4972811" y="2812033"/>
                <a:ext cx="3928110" cy="434975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vert="horz" wrap="square" lIns="0" tIns="64769" rIns="0" bIns="0" rtlCol="0">
                <a:spAutoFit/>
              </a:bodyPr>
              <a:lstStyle/>
              <a:p>
                <a:pPr marL="64769" algn="ctr">
                  <a:lnSpc>
                    <a:spcPct val="100000"/>
                  </a:lnSpc>
                  <a:spcBef>
                    <a:spcPts val="509"/>
                  </a:spcBef>
                </a:pPr>
                <a:r>
                  <a:rPr sz="2000" b="1" spc="-20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总长度</a:t>
                </a:r>
                <a:endParaRPr sz="2000">
                  <a:latin typeface="Kaiti SC Black"/>
                  <a:cs typeface="Kaiti SC Black"/>
                </a:endParaRPr>
              </a:p>
            </p:txBody>
          </p:sp>
          <p:sp>
            <p:nvSpPr>
              <p:cNvPr id="27" name="object 39">
                <a:extLst>
                  <a:ext uri="{FF2B5EF4-FFF2-40B4-BE49-F238E27FC236}">
                    <a16:creationId xmlns:a16="http://schemas.microsoft.com/office/drawing/2014/main" id="{8FE6B8FE-63E7-2E35-A860-D6DD76E0886E}"/>
                  </a:ext>
                </a:extLst>
              </p:cNvPr>
              <p:cNvSpPr txBox="1"/>
              <p:nvPr/>
            </p:nvSpPr>
            <p:spPr>
              <a:xfrm>
                <a:off x="2015363" y="2812033"/>
                <a:ext cx="971550" cy="434975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vert="horz" wrap="square" lIns="0" tIns="6096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480"/>
                  </a:spcBef>
                </a:pPr>
                <a:r>
                  <a:rPr sz="1800" b="1" spc="-15" dirty="0">
                    <a:solidFill>
                      <a:srgbClr val="333399"/>
                    </a:solidFill>
                    <a:latin typeface="Kaiti SC Black"/>
                    <a:cs typeface="Kaiti SC Black"/>
                  </a:rPr>
                  <a:t>首部长度</a:t>
                </a:r>
                <a:endParaRPr sz="1800">
                  <a:latin typeface="Kaiti SC Black"/>
                  <a:cs typeface="Kaiti SC Black"/>
                </a:endParaRPr>
              </a:p>
            </p:txBody>
          </p:sp>
        </p:grp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84010889-CC3D-F608-1C66-9576D29A3FD2}"/>
              </a:ext>
            </a:extLst>
          </p:cNvPr>
          <p:cNvSpPr txBox="1"/>
          <p:nvPr/>
        </p:nvSpPr>
        <p:spPr>
          <a:xfrm>
            <a:off x="4660900" y="5461000"/>
            <a:ext cx="1888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/>
              <a:t>IP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datagram</a:t>
            </a:r>
            <a:endParaRPr kumimoji="1"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90447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A9241-29E7-8493-C87A-49122164C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>
            <a:extLst>
              <a:ext uri="{FF2B5EF4-FFF2-40B4-BE49-F238E27FC236}">
                <a16:creationId xmlns:a16="http://schemas.microsoft.com/office/drawing/2014/main" id="{3B50CD1F-89B9-3AA2-37C3-A636A81147E9}"/>
              </a:ext>
            </a:extLst>
          </p:cNvPr>
          <p:cNvGrpSpPr/>
          <p:nvPr/>
        </p:nvGrpSpPr>
        <p:grpSpPr>
          <a:xfrm>
            <a:off x="7007792" y="562618"/>
            <a:ext cx="4623816" cy="4588255"/>
            <a:chOff x="4391914" y="1639062"/>
            <a:chExt cx="4623816" cy="4588255"/>
          </a:xfrm>
        </p:grpSpPr>
        <p:sp>
          <p:nvSpPr>
            <p:cNvPr id="48" name="object 47">
              <a:extLst>
                <a:ext uri="{FF2B5EF4-FFF2-40B4-BE49-F238E27FC236}">
                  <a16:creationId xmlns:a16="http://schemas.microsoft.com/office/drawing/2014/main" id="{D5277339-1AF3-3EA6-6B84-8A7E6A0CCEE5}"/>
                </a:ext>
              </a:extLst>
            </p:cNvPr>
            <p:cNvSpPr txBox="1"/>
            <p:nvPr/>
          </p:nvSpPr>
          <p:spPr>
            <a:xfrm>
              <a:off x="7575550" y="1833752"/>
              <a:ext cx="1440180" cy="33083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000" b="1" spc="-10" dirty="0">
                  <a:solidFill>
                    <a:srgbClr val="163793"/>
                  </a:solidFill>
                  <a:latin typeface="Arial"/>
                  <a:cs typeface="Arial"/>
                </a:rPr>
                <a:t>223.1.2.0/24</a:t>
              </a:r>
              <a:endParaRPr sz="2000">
                <a:latin typeface="Arial"/>
                <a:cs typeface="Arial"/>
              </a:endParaRPr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2EE0927E-E1BD-8CCC-8533-82D43FB18C43}"/>
                </a:ext>
              </a:extLst>
            </p:cNvPr>
            <p:cNvGrpSpPr/>
            <p:nvPr/>
          </p:nvGrpSpPr>
          <p:grpSpPr>
            <a:xfrm>
              <a:off x="4391914" y="1639062"/>
              <a:ext cx="4500880" cy="4588255"/>
              <a:chOff x="4391914" y="1639062"/>
              <a:chExt cx="4500880" cy="4588255"/>
            </a:xfrm>
          </p:grpSpPr>
          <p:grpSp>
            <p:nvGrpSpPr>
              <p:cNvPr id="50" name="object 2">
                <a:extLst>
                  <a:ext uri="{FF2B5EF4-FFF2-40B4-BE49-F238E27FC236}">
                    <a16:creationId xmlns:a16="http://schemas.microsoft.com/office/drawing/2014/main" id="{4E3B236E-E973-73E7-5F48-A13BB139239F}"/>
                  </a:ext>
                </a:extLst>
              </p:cNvPr>
              <p:cNvGrpSpPr/>
              <p:nvPr/>
            </p:nvGrpSpPr>
            <p:grpSpPr>
              <a:xfrm>
                <a:off x="4465485" y="2137320"/>
                <a:ext cx="4381500" cy="3644900"/>
                <a:chOff x="4465485" y="2137320"/>
                <a:chExt cx="4381500" cy="3644900"/>
              </a:xfrm>
            </p:grpSpPr>
            <p:sp>
              <p:nvSpPr>
                <p:cNvPr id="92" name="object 3">
                  <a:extLst>
                    <a:ext uri="{FF2B5EF4-FFF2-40B4-BE49-F238E27FC236}">
                      <a16:creationId xmlns:a16="http://schemas.microsoft.com/office/drawing/2014/main" id="{A92723DD-4157-5A5C-3F05-23D267A6CFED}"/>
                    </a:ext>
                  </a:extLst>
                </p:cNvPr>
                <p:cNvSpPr/>
                <p:nvPr/>
              </p:nvSpPr>
              <p:spPr>
                <a:xfrm>
                  <a:off x="4465485" y="2137320"/>
                  <a:ext cx="4381500" cy="364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0" h="3644900">
                      <a:moveTo>
                        <a:pt x="1906790" y="1273035"/>
                      </a:moveTo>
                      <a:lnTo>
                        <a:pt x="1902942" y="1220863"/>
                      </a:lnTo>
                      <a:lnTo>
                        <a:pt x="1890229" y="1144358"/>
                      </a:lnTo>
                      <a:lnTo>
                        <a:pt x="1864042" y="1098969"/>
                      </a:lnTo>
                      <a:lnTo>
                        <a:pt x="1809635" y="1070724"/>
                      </a:lnTo>
                      <a:lnTo>
                        <a:pt x="1733181" y="1055865"/>
                      </a:lnTo>
                      <a:lnTo>
                        <a:pt x="1688604" y="1052271"/>
                      </a:lnTo>
                      <a:lnTo>
                        <a:pt x="1640827" y="1050582"/>
                      </a:lnTo>
                      <a:lnTo>
                        <a:pt x="1590611" y="1050353"/>
                      </a:lnTo>
                      <a:lnTo>
                        <a:pt x="1538732" y="1051102"/>
                      </a:lnTo>
                      <a:lnTo>
                        <a:pt x="1433080" y="1053604"/>
                      </a:lnTo>
                      <a:lnTo>
                        <a:pt x="1380832" y="1054430"/>
                      </a:lnTo>
                      <a:lnTo>
                        <a:pt x="1330020" y="1054328"/>
                      </a:lnTo>
                      <a:lnTo>
                        <a:pt x="1281379" y="1052830"/>
                      </a:lnTo>
                      <a:lnTo>
                        <a:pt x="1235710" y="1049464"/>
                      </a:lnTo>
                      <a:lnTo>
                        <a:pt x="1193761" y="1043762"/>
                      </a:lnTo>
                      <a:lnTo>
                        <a:pt x="1156309" y="1035240"/>
                      </a:lnTo>
                      <a:lnTo>
                        <a:pt x="1098003" y="1007833"/>
                      </a:lnTo>
                      <a:lnTo>
                        <a:pt x="1058265" y="945019"/>
                      </a:lnTo>
                      <a:lnTo>
                        <a:pt x="1043419" y="906297"/>
                      </a:lnTo>
                      <a:lnTo>
                        <a:pt x="1031455" y="863498"/>
                      </a:lnTo>
                      <a:lnTo>
                        <a:pt x="1022032" y="817219"/>
                      </a:lnTo>
                      <a:lnTo>
                        <a:pt x="1014793" y="768045"/>
                      </a:lnTo>
                      <a:lnTo>
                        <a:pt x="1009408" y="716559"/>
                      </a:lnTo>
                      <a:lnTo>
                        <a:pt x="1005509" y="663371"/>
                      </a:lnTo>
                      <a:lnTo>
                        <a:pt x="1002766" y="609066"/>
                      </a:lnTo>
                      <a:lnTo>
                        <a:pt x="1000810" y="554240"/>
                      </a:lnTo>
                      <a:lnTo>
                        <a:pt x="997915" y="445401"/>
                      </a:lnTo>
                      <a:lnTo>
                        <a:pt x="996276" y="392569"/>
                      </a:lnTo>
                      <a:lnTo>
                        <a:pt x="994041" y="341591"/>
                      </a:lnTo>
                      <a:lnTo>
                        <a:pt x="990879" y="293052"/>
                      </a:lnTo>
                      <a:lnTo>
                        <a:pt x="986421" y="247561"/>
                      </a:lnTo>
                      <a:lnTo>
                        <a:pt x="980325" y="205689"/>
                      </a:lnTo>
                      <a:lnTo>
                        <a:pt x="972261" y="168046"/>
                      </a:lnTo>
                      <a:lnTo>
                        <a:pt x="948778" y="107784"/>
                      </a:lnTo>
                      <a:lnTo>
                        <a:pt x="920089" y="69138"/>
                      </a:lnTo>
                      <a:lnTo>
                        <a:pt x="887260" y="41389"/>
                      </a:lnTo>
                      <a:lnTo>
                        <a:pt x="850963" y="22987"/>
                      </a:lnTo>
                      <a:lnTo>
                        <a:pt x="811860" y="12395"/>
                      </a:lnTo>
                      <a:lnTo>
                        <a:pt x="770610" y="8051"/>
                      </a:lnTo>
                      <a:lnTo>
                        <a:pt x="727900" y="8420"/>
                      </a:lnTo>
                      <a:lnTo>
                        <a:pt x="684364" y="11950"/>
                      </a:lnTo>
                      <a:lnTo>
                        <a:pt x="597535" y="22313"/>
                      </a:lnTo>
                      <a:lnTo>
                        <a:pt x="555561" y="26047"/>
                      </a:lnTo>
                      <a:lnTo>
                        <a:pt x="515454" y="26758"/>
                      </a:lnTo>
                      <a:lnTo>
                        <a:pt x="470827" y="23444"/>
                      </a:lnTo>
                      <a:lnTo>
                        <a:pt x="423468" y="17411"/>
                      </a:lnTo>
                      <a:lnTo>
                        <a:pt x="374548" y="10375"/>
                      </a:lnTo>
                      <a:lnTo>
                        <a:pt x="325234" y="4013"/>
                      </a:lnTo>
                      <a:lnTo>
                        <a:pt x="276707" y="0"/>
                      </a:lnTo>
                      <a:lnTo>
                        <a:pt x="230124" y="38"/>
                      </a:lnTo>
                      <a:lnTo>
                        <a:pt x="186677" y="5803"/>
                      </a:lnTo>
                      <a:lnTo>
                        <a:pt x="147535" y="18999"/>
                      </a:lnTo>
                      <a:lnTo>
                        <a:pt x="113855" y="41300"/>
                      </a:lnTo>
                      <a:lnTo>
                        <a:pt x="86829" y="74383"/>
                      </a:lnTo>
                      <a:lnTo>
                        <a:pt x="61874" y="140995"/>
                      </a:lnTo>
                      <a:lnTo>
                        <a:pt x="53581" y="183743"/>
                      </a:lnTo>
                      <a:lnTo>
                        <a:pt x="47637" y="231482"/>
                      </a:lnTo>
                      <a:lnTo>
                        <a:pt x="43751" y="283248"/>
                      </a:lnTo>
                      <a:lnTo>
                        <a:pt x="41605" y="338061"/>
                      </a:lnTo>
                      <a:lnTo>
                        <a:pt x="40881" y="394944"/>
                      </a:lnTo>
                      <a:lnTo>
                        <a:pt x="41275" y="452932"/>
                      </a:lnTo>
                      <a:lnTo>
                        <a:pt x="42456" y="511048"/>
                      </a:lnTo>
                      <a:lnTo>
                        <a:pt x="47650" y="676389"/>
                      </a:lnTo>
                      <a:lnTo>
                        <a:pt x="48882" y="725271"/>
                      </a:lnTo>
                      <a:lnTo>
                        <a:pt x="49352" y="769404"/>
                      </a:lnTo>
                      <a:lnTo>
                        <a:pt x="48729" y="807808"/>
                      </a:lnTo>
                      <a:lnTo>
                        <a:pt x="46494" y="886091"/>
                      </a:lnTo>
                      <a:lnTo>
                        <a:pt x="45720" y="948093"/>
                      </a:lnTo>
                      <a:lnTo>
                        <a:pt x="45885" y="1043889"/>
                      </a:lnTo>
                      <a:lnTo>
                        <a:pt x="45491" y="1088009"/>
                      </a:lnTo>
                      <a:lnTo>
                        <a:pt x="43903" y="1136484"/>
                      </a:lnTo>
                      <a:lnTo>
                        <a:pt x="40830" y="1188478"/>
                      </a:lnTo>
                      <a:lnTo>
                        <a:pt x="36690" y="1239659"/>
                      </a:lnTo>
                      <a:lnTo>
                        <a:pt x="27355" y="1339646"/>
                      </a:lnTo>
                      <a:lnTo>
                        <a:pt x="23215" y="1388452"/>
                      </a:lnTo>
                      <a:lnTo>
                        <a:pt x="20154" y="1436458"/>
                      </a:lnTo>
                      <a:lnTo>
                        <a:pt x="15887" y="1484922"/>
                      </a:lnTo>
                      <a:lnTo>
                        <a:pt x="3429" y="1582915"/>
                      </a:lnTo>
                      <a:lnTo>
                        <a:pt x="0" y="1629791"/>
                      </a:lnTo>
                      <a:lnTo>
                        <a:pt x="1600" y="1673491"/>
                      </a:lnTo>
                      <a:lnTo>
                        <a:pt x="10629" y="1712683"/>
                      </a:lnTo>
                      <a:lnTo>
                        <a:pt x="34048" y="1780959"/>
                      </a:lnTo>
                      <a:lnTo>
                        <a:pt x="78676" y="1837588"/>
                      </a:lnTo>
                      <a:lnTo>
                        <a:pt x="122148" y="1860562"/>
                      </a:lnTo>
                      <a:lnTo>
                        <a:pt x="186778" y="1879434"/>
                      </a:lnTo>
                      <a:lnTo>
                        <a:pt x="262801" y="1894814"/>
                      </a:lnTo>
                      <a:lnTo>
                        <a:pt x="310019" y="1903501"/>
                      </a:lnTo>
                      <a:lnTo>
                        <a:pt x="361950" y="1912366"/>
                      </a:lnTo>
                      <a:lnTo>
                        <a:pt x="417537" y="1921040"/>
                      </a:lnTo>
                      <a:lnTo>
                        <a:pt x="475691" y="1929168"/>
                      </a:lnTo>
                      <a:lnTo>
                        <a:pt x="535368" y="1936394"/>
                      </a:lnTo>
                      <a:lnTo>
                        <a:pt x="595490" y="1942338"/>
                      </a:lnTo>
                      <a:lnTo>
                        <a:pt x="654989" y="1946630"/>
                      </a:lnTo>
                      <a:lnTo>
                        <a:pt x="712812" y="1948929"/>
                      </a:lnTo>
                      <a:lnTo>
                        <a:pt x="767867" y="1948840"/>
                      </a:lnTo>
                      <a:lnTo>
                        <a:pt x="819111" y="1946033"/>
                      </a:lnTo>
                      <a:lnTo>
                        <a:pt x="865466" y="1940115"/>
                      </a:lnTo>
                      <a:lnTo>
                        <a:pt x="905865" y="1930742"/>
                      </a:lnTo>
                      <a:lnTo>
                        <a:pt x="966317" y="1897430"/>
                      </a:lnTo>
                      <a:lnTo>
                        <a:pt x="997115" y="1837905"/>
                      </a:lnTo>
                      <a:lnTo>
                        <a:pt x="1006030" y="1760004"/>
                      </a:lnTo>
                      <a:lnTo>
                        <a:pt x="1005751" y="1716951"/>
                      </a:lnTo>
                      <a:lnTo>
                        <a:pt x="1002639" y="1628178"/>
                      </a:lnTo>
                      <a:lnTo>
                        <a:pt x="1002576" y="1584693"/>
                      </a:lnTo>
                      <a:lnTo>
                        <a:pt x="1005344" y="1543265"/>
                      </a:lnTo>
                      <a:lnTo>
                        <a:pt x="1012355" y="1505038"/>
                      </a:lnTo>
                      <a:lnTo>
                        <a:pt x="1044600" y="1442593"/>
                      </a:lnTo>
                      <a:lnTo>
                        <a:pt x="1104963" y="1406715"/>
                      </a:lnTo>
                      <a:lnTo>
                        <a:pt x="1144244" y="1396911"/>
                      </a:lnTo>
                      <a:lnTo>
                        <a:pt x="1189431" y="1390662"/>
                      </a:lnTo>
                      <a:lnTo>
                        <a:pt x="1239494" y="1387436"/>
                      </a:lnTo>
                      <a:lnTo>
                        <a:pt x="1293431" y="1386738"/>
                      </a:lnTo>
                      <a:lnTo>
                        <a:pt x="1350213" y="1388046"/>
                      </a:lnTo>
                      <a:lnTo>
                        <a:pt x="1408849" y="1390840"/>
                      </a:lnTo>
                      <a:lnTo>
                        <a:pt x="1468310" y="1394625"/>
                      </a:lnTo>
                      <a:lnTo>
                        <a:pt x="1585658" y="1403057"/>
                      </a:lnTo>
                      <a:lnTo>
                        <a:pt x="1641525" y="1406677"/>
                      </a:lnTo>
                      <a:lnTo>
                        <a:pt x="1694154" y="1409230"/>
                      </a:lnTo>
                      <a:lnTo>
                        <a:pt x="1742541" y="1410195"/>
                      </a:lnTo>
                      <a:lnTo>
                        <a:pt x="1785683" y="1409039"/>
                      </a:lnTo>
                      <a:lnTo>
                        <a:pt x="1822538" y="1405267"/>
                      </a:lnTo>
                      <a:lnTo>
                        <a:pt x="1852129" y="1398358"/>
                      </a:lnTo>
                      <a:lnTo>
                        <a:pt x="1891601" y="1336408"/>
                      </a:lnTo>
                      <a:lnTo>
                        <a:pt x="1902701" y="1308887"/>
                      </a:lnTo>
                      <a:lnTo>
                        <a:pt x="1906790" y="1273035"/>
                      </a:lnTo>
                      <a:close/>
                    </a:path>
                    <a:path w="4381500" h="3644900">
                      <a:moveTo>
                        <a:pt x="3208210" y="3510229"/>
                      </a:moveTo>
                      <a:lnTo>
                        <a:pt x="3206369" y="3467087"/>
                      </a:lnTo>
                      <a:lnTo>
                        <a:pt x="3201505" y="3416135"/>
                      </a:lnTo>
                      <a:lnTo>
                        <a:pt x="3190163" y="3339033"/>
                      </a:lnTo>
                      <a:lnTo>
                        <a:pt x="3180816" y="3292729"/>
                      </a:lnTo>
                      <a:lnTo>
                        <a:pt x="3169043" y="3242881"/>
                      </a:lnTo>
                      <a:lnTo>
                        <a:pt x="3154896" y="3190735"/>
                      </a:lnTo>
                      <a:lnTo>
                        <a:pt x="3138398" y="3137484"/>
                      </a:lnTo>
                      <a:lnTo>
                        <a:pt x="3119577" y="3084372"/>
                      </a:lnTo>
                      <a:lnTo>
                        <a:pt x="3098482" y="3032633"/>
                      </a:lnTo>
                      <a:lnTo>
                        <a:pt x="3075140" y="2983458"/>
                      </a:lnTo>
                      <a:lnTo>
                        <a:pt x="3049587" y="2938107"/>
                      </a:lnTo>
                      <a:lnTo>
                        <a:pt x="3021838" y="2897771"/>
                      </a:lnTo>
                      <a:lnTo>
                        <a:pt x="2991955" y="2863685"/>
                      </a:lnTo>
                      <a:lnTo>
                        <a:pt x="2928569" y="2824823"/>
                      </a:lnTo>
                      <a:lnTo>
                        <a:pt x="2890431" y="2813723"/>
                      </a:lnTo>
                      <a:lnTo>
                        <a:pt x="2849156" y="2806535"/>
                      </a:lnTo>
                      <a:lnTo>
                        <a:pt x="2805607" y="2802077"/>
                      </a:lnTo>
                      <a:lnTo>
                        <a:pt x="2760637" y="2799105"/>
                      </a:lnTo>
                      <a:lnTo>
                        <a:pt x="2715120" y="2796400"/>
                      </a:lnTo>
                      <a:lnTo>
                        <a:pt x="2669921" y="2792742"/>
                      </a:lnTo>
                      <a:lnTo>
                        <a:pt x="2625902" y="2786926"/>
                      </a:lnTo>
                      <a:lnTo>
                        <a:pt x="2583916" y="2777731"/>
                      </a:lnTo>
                      <a:lnTo>
                        <a:pt x="2544851" y="2763926"/>
                      </a:lnTo>
                      <a:lnTo>
                        <a:pt x="2509545" y="2744305"/>
                      </a:lnTo>
                      <a:lnTo>
                        <a:pt x="2478887" y="2717635"/>
                      </a:lnTo>
                      <a:lnTo>
                        <a:pt x="2453729" y="2682710"/>
                      </a:lnTo>
                      <a:lnTo>
                        <a:pt x="2426855" y="2612174"/>
                      </a:lnTo>
                      <a:lnTo>
                        <a:pt x="2417267" y="2568702"/>
                      </a:lnTo>
                      <a:lnTo>
                        <a:pt x="2409875" y="2520734"/>
                      </a:lnTo>
                      <a:lnTo>
                        <a:pt x="2404414" y="2468981"/>
                      </a:lnTo>
                      <a:lnTo>
                        <a:pt x="2400579" y="2414181"/>
                      </a:lnTo>
                      <a:lnTo>
                        <a:pt x="2398103" y="2357056"/>
                      </a:lnTo>
                      <a:lnTo>
                        <a:pt x="2396706" y="2298331"/>
                      </a:lnTo>
                      <a:lnTo>
                        <a:pt x="2396121" y="2238718"/>
                      </a:lnTo>
                      <a:lnTo>
                        <a:pt x="2396350" y="2061895"/>
                      </a:lnTo>
                      <a:lnTo>
                        <a:pt x="2396172" y="2006041"/>
                      </a:lnTo>
                      <a:lnTo>
                        <a:pt x="2395397" y="1952917"/>
                      </a:lnTo>
                      <a:lnTo>
                        <a:pt x="2393746" y="1903285"/>
                      </a:lnTo>
                      <a:lnTo>
                        <a:pt x="2390940" y="1857844"/>
                      </a:lnTo>
                      <a:lnTo>
                        <a:pt x="2386711" y="1817331"/>
                      </a:lnTo>
                      <a:lnTo>
                        <a:pt x="2372830" y="1753958"/>
                      </a:lnTo>
                      <a:lnTo>
                        <a:pt x="2336571" y="1734388"/>
                      </a:lnTo>
                      <a:lnTo>
                        <a:pt x="2279954" y="1710537"/>
                      </a:lnTo>
                      <a:lnTo>
                        <a:pt x="2243709" y="1709178"/>
                      </a:lnTo>
                      <a:lnTo>
                        <a:pt x="2191588" y="1716824"/>
                      </a:lnTo>
                      <a:lnTo>
                        <a:pt x="2115655" y="1734908"/>
                      </a:lnTo>
                      <a:lnTo>
                        <a:pt x="2076665" y="1760524"/>
                      </a:lnTo>
                      <a:lnTo>
                        <a:pt x="2052231" y="1809737"/>
                      </a:lnTo>
                      <a:lnTo>
                        <a:pt x="2039429" y="1878457"/>
                      </a:lnTo>
                      <a:lnTo>
                        <a:pt x="2036495" y="1918843"/>
                      </a:lnTo>
                      <a:lnTo>
                        <a:pt x="2035378" y="1962569"/>
                      </a:lnTo>
                      <a:lnTo>
                        <a:pt x="2035733" y="2009101"/>
                      </a:lnTo>
                      <a:lnTo>
                        <a:pt x="2037181" y="2057946"/>
                      </a:lnTo>
                      <a:lnTo>
                        <a:pt x="2039378" y="2108568"/>
                      </a:lnTo>
                      <a:lnTo>
                        <a:pt x="2044534" y="2213140"/>
                      </a:lnTo>
                      <a:lnTo>
                        <a:pt x="2046782" y="2266035"/>
                      </a:lnTo>
                      <a:lnTo>
                        <a:pt x="2048332" y="2318677"/>
                      </a:lnTo>
                      <a:lnTo>
                        <a:pt x="2048802" y="2370531"/>
                      </a:lnTo>
                      <a:lnTo>
                        <a:pt x="2047836" y="2421090"/>
                      </a:lnTo>
                      <a:lnTo>
                        <a:pt x="2045093" y="2469832"/>
                      </a:lnTo>
                      <a:lnTo>
                        <a:pt x="2040191" y="2516251"/>
                      </a:lnTo>
                      <a:lnTo>
                        <a:pt x="2032774" y="2559824"/>
                      </a:lnTo>
                      <a:lnTo>
                        <a:pt x="2022487" y="2600045"/>
                      </a:lnTo>
                      <a:lnTo>
                        <a:pt x="2008949" y="2636405"/>
                      </a:lnTo>
                      <a:lnTo>
                        <a:pt x="1965071" y="2708237"/>
                      </a:lnTo>
                      <a:lnTo>
                        <a:pt x="1932965" y="2745587"/>
                      </a:lnTo>
                      <a:lnTo>
                        <a:pt x="1896224" y="2780614"/>
                      </a:lnTo>
                      <a:lnTo>
                        <a:pt x="1855571" y="2813481"/>
                      </a:lnTo>
                      <a:lnTo>
                        <a:pt x="1811769" y="2844393"/>
                      </a:lnTo>
                      <a:lnTo>
                        <a:pt x="1765541" y="2873540"/>
                      </a:lnTo>
                      <a:lnTo>
                        <a:pt x="1717598" y="2901099"/>
                      </a:lnTo>
                      <a:lnTo>
                        <a:pt x="1668703" y="2927248"/>
                      </a:lnTo>
                      <a:lnTo>
                        <a:pt x="1619567" y="2952191"/>
                      </a:lnTo>
                      <a:lnTo>
                        <a:pt x="1478089" y="3021596"/>
                      </a:lnTo>
                      <a:lnTo>
                        <a:pt x="1435341" y="3043542"/>
                      </a:lnTo>
                      <a:lnTo>
                        <a:pt x="1396034" y="3065208"/>
                      </a:lnTo>
                      <a:lnTo>
                        <a:pt x="1360893" y="3086785"/>
                      </a:lnTo>
                      <a:lnTo>
                        <a:pt x="1306029" y="3130385"/>
                      </a:lnTo>
                      <a:lnTo>
                        <a:pt x="1264043" y="3181883"/>
                      </a:lnTo>
                      <a:lnTo>
                        <a:pt x="1240320" y="3229305"/>
                      </a:lnTo>
                      <a:lnTo>
                        <a:pt x="1230934" y="3273234"/>
                      </a:lnTo>
                      <a:lnTo>
                        <a:pt x="1231963" y="3314268"/>
                      </a:lnTo>
                      <a:lnTo>
                        <a:pt x="1239507" y="3352952"/>
                      </a:lnTo>
                      <a:lnTo>
                        <a:pt x="1249616" y="3389896"/>
                      </a:lnTo>
                      <a:lnTo>
                        <a:pt x="1258404" y="3425660"/>
                      </a:lnTo>
                      <a:lnTo>
                        <a:pt x="1267244" y="3467392"/>
                      </a:lnTo>
                      <a:lnTo>
                        <a:pt x="1279385" y="3508718"/>
                      </a:lnTo>
                      <a:lnTo>
                        <a:pt x="1297089" y="3547668"/>
                      </a:lnTo>
                      <a:lnTo>
                        <a:pt x="1322590" y="3582263"/>
                      </a:lnTo>
                      <a:lnTo>
                        <a:pt x="1358138" y="3610508"/>
                      </a:lnTo>
                      <a:lnTo>
                        <a:pt x="1405978" y="3630409"/>
                      </a:lnTo>
                      <a:lnTo>
                        <a:pt x="1487043" y="3639972"/>
                      </a:lnTo>
                      <a:lnTo>
                        <a:pt x="1536788" y="3639477"/>
                      </a:lnTo>
                      <a:lnTo>
                        <a:pt x="1590649" y="3636429"/>
                      </a:lnTo>
                      <a:lnTo>
                        <a:pt x="1647126" y="3631603"/>
                      </a:lnTo>
                      <a:lnTo>
                        <a:pt x="1704695" y="3625723"/>
                      </a:lnTo>
                      <a:lnTo>
                        <a:pt x="1817052" y="3613797"/>
                      </a:lnTo>
                      <a:lnTo>
                        <a:pt x="1868817" y="3609238"/>
                      </a:lnTo>
                      <a:lnTo>
                        <a:pt x="1915629" y="3606596"/>
                      </a:lnTo>
                      <a:lnTo>
                        <a:pt x="1971840" y="3604857"/>
                      </a:lnTo>
                      <a:lnTo>
                        <a:pt x="2018588" y="3603688"/>
                      </a:lnTo>
                      <a:lnTo>
                        <a:pt x="2060790" y="3603104"/>
                      </a:lnTo>
                      <a:lnTo>
                        <a:pt x="2103335" y="3603104"/>
                      </a:lnTo>
                      <a:lnTo>
                        <a:pt x="2151151" y="3603688"/>
                      </a:lnTo>
                      <a:lnTo>
                        <a:pt x="2282279" y="3606596"/>
                      </a:lnTo>
                      <a:lnTo>
                        <a:pt x="2321141" y="3608057"/>
                      </a:lnTo>
                      <a:lnTo>
                        <a:pt x="2365159" y="3610495"/>
                      </a:lnTo>
                      <a:lnTo>
                        <a:pt x="2413520" y="3613734"/>
                      </a:lnTo>
                      <a:lnTo>
                        <a:pt x="2634399" y="3630460"/>
                      </a:lnTo>
                      <a:lnTo>
                        <a:pt x="2692463" y="3634587"/>
                      </a:lnTo>
                      <a:lnTo>
                        <a:pt x="2750070" y="3638283"/>
                      </a:lnTo>
                      <a:lnTo>
                        <a:pt x="2806395" y="3641344"/>
                      </a:lnTo>
                      <a:lnTo>
                        <a:pt x="2860662" y="3643579"/>
                      </a:lnTo>
                      <a:lnTo>
                        <a:pt x="2912046" y="3644773"/>
                      </a:lnTo>
                      <a:lnTo>
                        <a:pt x="2959760" y="3644735"/>
                      </a:lnTo>
                      <a:lnTo>
                        <a:pt x="3003004" y="3643261"/>
                      </a:lnTo>
                      <a:lnTo>
                        <a:pt x="3072854" y="3635171"/>
                      </a:lnTo>
                      <a:lnTo>
                        <a:pt x="3128632" y="3619792"/>
                      </a:lnTo>
                      <a:lnTo>
                        <a:pt x="3167227" y="3600361"/>
                      </a:lnTo>
                      <a:lnTo>
                        <a:pt x="3204184" y="3546322"/>
                      </a:lnTo>
                      <a:lnTo>
                        <a:pt x="3208210" y="3510229"/>
                      </a:lnTo>
                      <a:close/>
                    </a:path>
                    <a:path w="4381500" h="3644900">
                      <a:moveTo>
                        <a:pt x="4381093" y="1975573"/>
                      </a:moveTo>
                      <a:lnTo>
                        <a:pt x="4380839" y="1936203"/>
                      </a:lnTo>
                      <a:lnTo>
                        <a:pt x="4371987" y="1893963"/>
                      </a:lnTo>
                      <a:lnTo>
                        <a:pt x="4357395" y="1849818"/>
                      </a:lnTo>
                      <a:lnTo>
                        <a:pt x="4322318" y="1759572"/>
                      </a:lnTo>
                      <a:lnTo>
                        <a:pt x="4307548" y="1715376"/>
                      </a:lnTo>
                      <a:lnTo>
                        <a:pt x="4298404" y="1673059"/>
                      </a:lnTo>
                      <a:lnTo>
                        <a:pt x="4292600" y="1620088"/>
                      </a:lnTo>
                      <a:lnTo>
                        <a:pt x="4288917" y="1569491"/>
                      </a:lnTo>
                      <a:lnTo>
                        <a:pt x="4286542" y="1519440"/>
                      </a:lnTo>
                      <a:lnTo>
                        <a:pt x="4282554" y="1413510"/>
                      </a:lnTo>
                      <a:lnTo>
                        <a:pt x="4279354" y="1353908"/>
                      </a:lnTo>
                      <a:lnTo>
                        <a:pt x="4275810" y="1304658"/>
                      </a:lnTo>
                      <a:lnTo>
                        <a:pt x="4266704" y="1196289"/>
                      </a:lnTo>
                      <a:lnTo>
                        <a:pt x="4262145" y="1139647"/>
                      </a:lnTo>
                      <a:lnTo>
                        <a:pt x="4258246" y="1083005"/>
                      </a:lnTo>
                      <a:lnTo>
                        <a:pt x="4255528" y="1027569"/>
                      </a:lnTo>
                      <a:lnTo>
                        <a:pt x="4254474" y="974598"/>
                      </a:lnTo>
                      <a:lnTo>
                        <a:pt x="4255605" y="925283"/>
                      </a:lnTo>
                      <a:lnTo>
                        <a:pt x="4261294" y="873036"/>
                      </a:lnTo>
                      <a:lnTo>
                        <a:pt x="4271594" y="823379"/>
                      </a:lnTo>
                      <a:lnTo>
                        <a:pt x="4284510" y="775817"/>
                      </a:lnTo>
                      <a:lnTo>
                        <a:pt x="4298035" y="729881"/>
                      </a:lnTo>
                      <a:lnTo>
                        <a:pt x="4310164" y="685050"/>
                      </a:lnTo>
                      <a:lnTo>
                        <a:pt x="4318914" y="640829"/>
                      </a:lnTo>
                      <a:lnTo>
                        <a:pt x="4322280" y="596734"/>
                      </a:lnTo>
                      <a:lnTo>
                        <a:pt x="4325023" y="556107"/>
                      </a:lnTo>
                      <a:lnTo>
                        <a:pt x="4337418" y="469074"/>
                      </a:lnTo>
                      <a:lnTo>
                        <a:pt x="4340720" y="426453"/>
                      </a:lnTo>
                      <a:lnTo>
                        <a:pt x="4337837" y="386956"/>
                      </a:lnTo>
                      <a:lnTo>
                        <a:pt x="4325594" y="352475"/>
                      </a:lnTo>
                      <a:lnTo>
                        <a:pt x="4260304" y="306158"/>
                      </a:lnTo>
                      <a:lnTo>
                        <a:pt x="4192447" y="292976"/>
                      </a:lnTo>
                      <a:lnTo>
                        <a:pt x="4148759" y="287756"/>
                      </a:lnTo>
                      <a:lnTo>
                        <a:pt x="4100004" y="283743"/>
                      </a:lnTo>
                      <a:lnTo>
                        <a:pt x="4047248" y="281165"/>
                      </a:lnTo>
                      <a:lnTo>
                        <a:pt x="3991572" y="280225"/>
                      </a:lnTo>
                      <a:lnTo>
                        <a:pt x="3934041" y="281165"/>
                      </a:lnTo>
                      <a:lnTo>
                        <a:pt x="3875735" y="284187"/>
                      </a:lnTo>
                      <a:lnTo>
                        <a:pt x="3817747" y="289521"/>
                      </a:lnTo>
                      <a:lnTo>
                        <a:pt x="3761130" y="297383"/>
                      </a:lnTo>
                      <a:lnTo>
                        <a:pt x="3706977" y="308000"/>
                      </a:lnTo>
                      <a:lnTo>
                        <a:pt x="3656342" y="321589"/>
                      </a:lnTo>
                      <a:lnTo>
                        <a:pt x="3610318" y="338366"/>
                      </a:lnTo>
                      <a:lnTo>
                        <a:pt x="3569982" y="358546"/>
                      </a:lnTo>
                      <a:lnTo>
                        <a:pt x="3536404" y="382358"/>
                      </a:lnTo>
                      <a:lnTo>
                        <a:pt x="3494468" y="439788"/>
                      </a:lnTo>
                      <a:lnTo>
                        <a:pt x="3480511" y="476351"/>
                      </a:lnTo>
                      <a:lnTo>
                        <a:pt x="3470300" y="517118"/>
                      </a:lnTo>
                      <a:lnTo>
                        <a:pt x="3463125" y="561314"/>
                      </a:lnTo>
                      <a:lnTo>
                        <a:pt x="3458286" y="608164"/>
                      </a:lnTo>
                      <a:lnTo>
                        <a:pt x="3455111" y="656894"/>
                      </a:lnTo>
                      <a:lnTo>
                        <a:pt x="3452876" y="706742"/>
                      </a:lnTo>
                      <a:lnTo>
                        <a:pt x="3450894" y="756920"/>
                      </a:lnTo>
                      <a:lnTo>
                        <a:pt x="3448456" y="806665"/>
                      </a:lnTo>
                      <a:lnTo>
                        <a:pt x="3444875" y="855205"/>
                      </a:lnTo>
                      <a:lnTo>
                        <a:pt x="3439452" y="901750"/>
                      </a:lnTo>
                      <a:lnTo>
                        <a:pt x="3431489" y="945540"/>
                      </a:lnTo>
                      <a:lnTo>
                        <a:pt x="3420287" y="985812"/>
                      </a:lnTo>
                      <a:lnTo>
                        <a:pt x="3405149" y="1021765"/>
                      </a:lnTo>
                      <a:lnTo>
                        <a:pt x="3360255" y="1077683"/>
                      </a:lnTo>
                      <a:lnTo>
                        <a:pt x="3291738" y="1111618"/>
                      </a:lnTo>
                      <a:lnTo>
                        <a:pt x="3249371" y="1122045"/>
                      </a:lnTo>
                      <a:lnTo>
                        <a:pt x="3202698" y="1128801"/>
                      </a:lnTo>
                      <a:lnTo>
                        <a:pt x="3152546" y="1132446"/>
                      </a:lnTo>
                      <a:lnTo>
                        <a:pt x="3099752" y="1133475"/>
                      </a:lnTo>
                      <a:lnTo>
                        <a:pt x="3045129" y="1132433"/>
                      </a:lnTo>
                      <a:lnTo>
                        <a:pt x="2989503" y="1129842"/>
                      </a:lnTo>
                      <a:lnTo>
                        <a:pt x="2933712" y="1126223"/>
                      </a:lnTo>
                      <a:lnTo>
                        <a:pt x="2824950" y="1118044"/>
                      </a:lnTo>
                      <a:lnTo>
                        <a:pt x="2773629" y="1114526"/>
                      </a:lnTo>
                      <a:lnTo>
                        <a:pt x="2725445" y="1112088"/>
                      </a:lnTo>
                      <a:lnTo>
                        <a:pt x="2681236" y="1111275"/>
                      </a:lnTo>
                      <a:lnTo>
                        <a:pt x="2641828" y="1112608"/>
                      </a:lnTo>
                      <a:lnTo>
                        <a:pt x="2580729" y="1123784"/>
                      </a:lnTo>
                      <a:lnTo>
                        <a:pt x="2543657" y="1186853"/>
                      </a:lnTo>
                      <a:lnTo>
                        <a:pt x="2530538" y="1250645"/>
                      </a:lnTo>
                      <a:lnTo>
                        <a:pt x="2535859" y="1302854"/>
                      </a:lnTo>
                      <a:lnTo>
                        <a:pt x="2550630" y="1379308"/>
                      </a:lnTo>
                      <a:lnTo>
                        <a:pt x="2577947" y="1423809"/>
                      </a:lnTo>
                      <a:lnTo>
                        <a:pt x="2633027" y="1450340"/>
                      </a:lnTo>
                      <a:lnTo>
                        <a:pt x="2709799" y="1462900"/>
                      </a:lnTo>
                      <a:lnTo>
                        <a:pt x="2754426" y="1465173"/>
                      </a:lnTo>
                      <a:lnTo>
                        <a:pt x="2802217" y="1465427"/>
                      </a:lnTo>
                      <a:lnTo>
                        <a:pt x="2852394" y="1464170"/>
                      </a:lnTo>
                      <a:lnTo>
                        <a:pt x="2904210" y="1461897"/>
                      </a:lnTo>
                      <a:lnTo>
                        <a:pt x="3009722" y="1456270"/>
                      </a:lnTo>
                      <a:lnTo>
                        <a:pt x="3061919" y="1453908"/>
                      </a:lnTo>
                      <a:lnTo>
                        <a:pt x="3112706" y="1452511"/>
                      </a:lnTo>
                      <a:lnTo>
                        <a:pt x="3161360" y="1452575"/>
                      </a:lnTo>
                      <a:lnTo>
                        <a:pt x="3207105" y="1454594"/>
                      </a:lnTo>
                      <a:lnTo>
                        <a:pt x="3249193" y="1459052"/>
                      </a:lnTo>
                      <a:lnTo>
                        <a:pt x="3286849" y="1466456"/>
                      </a:lnTo>
                      <a:lnTo>
                        <a:pt x="3345904" y="1492084"/>
                      </a:lnTo>
                      <a:lnTo>
                        <a:pt x="3375075" y="1519402"/>
                      </a:lnTo>
                      <a:lnTo>
                        <a:pt x="3396704" y="1552435"/>
                      </a:lnTo>
                      <a:lnTo>
                        <a:pt x="3411931" y="1590255"/>
                      </a:lnTo>
                      <a:lnTo>
                        <a:pt x="3421888" y="1631924"/>
                      </a:lnTo>
                      <a:lnTo>
                        <a:pt x="3427730" y="1676501"/>
                      </a:lnTo>
                      <a:lnTo>
                        <a:pt x="3430600" y="1723059"/>
                      </a:lnTo>
                      <a:lnTo>
                        <a:pt x="3431654" y="1770646"/>
                      </a:lnTo>
                      <a:lnTo>
                        <a:pt x="3432022" y="1818335"/>
                      </a:lnTo>
                      <a:lnTo>
                        <a:pt x="3432860" y="1865185"/>
                      </a:lnTo>
                      <a:lnTo>
                        <a:pt x="3435299" y="1910257"/>
                      </a:lnTo>
                      <a:lnTo>
                        <a:pt x="3440493" y="1952625"/>
                      </a:lnTo>
                      <a:lnTo>
                        <a:pt x="3449599" y="1991334"/>
                      </a:lnTo>
                      <a:lnTo>
                        <a:pt x="3484080" y="2054059"/>
                      </a:lnTo>
                      <a:lnTo>
                        <a:pt x="3518103" y="2084578"/>
                      </a:lnTo>
                      <a:lnTo>
                        <a:pt x="3558743" y="2111311"/>
                      </a:lnTo>
                      <a:lnTo>
                        <a:pt x="3604717" y="2134412"/>
                      </a:lnTo>
                      <a:lnTo>
                        <a:pt x="3654768" y="2154034"/>
                      </a:lnTo>
                      <a:lnTo>
                        <a:pt x="3707612" y="2170328"/>
                      </a:lnTo>
                      <a:lnTo>
                        <a:pt x="3761994" y="2183434"/>
                      </a:lnTo>
                      <a:lnTo>
                        <a:pt x="3816654" y="2193506"/>
                      </a:lnTo>
                      <a:lnTo>
                        <a:pt x="3870312" y="2200706"/>
                      </a:lnTo>
                      <a:lnTo>
                        <a:pt x="3921709" y="2205164"/>
                      </a:lnTo>
                      <a:lnTo>
                        <a:pt x="3969575" y="2207031"/>
                      </a:lnTo>
                      <a:lnTo>
                        <a:pt x="4012654" y="2206460"/>
                      </a:lnTo>
                      <a:lnTo>
                        <a:pt x="4062234" y="2201024"/>
                      </a:lnTo>
                      <a:lnTo>
                        <a:pt x="4111815" y="2189492"/>
                      </a:lnTo>
                      <a:lnTo>
                        <a:pt x="4160329" y="2172754"/>
                      </a:lnTo>
                      <a:lnTo>
                        <a:pt x="4206722" y="2151672"/>
                      </a:lnTo>
                      <a:lnTo>
                        <a:pt x="4249953" y="2127085"/>
                      </a:lnTo>
                      <a:lnTo>
                        <a:pt x="4288929" y="2099881"/>
                      </a:lnTo>
                      <a:lnTo>
                        <a:pt x="4322623" y="2070912"/>
                      </a:lnTo>
                      <a:lnTo>
                        <a:pt x="4349966" y="2041042"/>
                      </a:lnTo>
                      <a:lnTo>
                        <a:pt x="4369905" y="2011133"/>
                      </a:lnTo>
                      <a:lnTo>
                        <a:pt x="4381093" y="1975573"/>
                      </a:lnTo>
                      <a:close/>
                    </a:path>
                  </a:pathLst>
                </a:custGeom>
                <a:solidFill>
                  <a:srgbClr val="66CC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93" name="object 4">
                  <a:extLst>
                    <a:ext uri="{FF2B5EF4-FFF2-40B4-BE49-F238E27FC236}">
                      <a16:creationId xmlns:a16="http://schemas.microsoft.com/office/drawing/2014/main" id="{017EFC63-C3A5-4740-31E6-82751268B39E}"/>
                    </a:ext>
                  </a:extLst>
                </p:cNvPr>
                <p:cNvSpPr/>
                <p:nvPr/>
              </p:nvSpPr>
              <p:spPr>
                <a:xfrm>
                  <a:off x="5087239" y="2603880"/>
                  <a:ext cx="1325880" cy="127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879" h="1273175">
                      <a:moveTo>
                        <a:pt x="0" y="0"/>
                      </a:moveTo>
                      <a:lnTo>
                        <a:pt x="277875" y="1524"/>
                      </a:lnTo>
                    </a:path>
                    <a:path w="1325879" h="1273175">
                      <a:moveTo>
                        <a:pt x="0" y="647700"/>
                      </a:moveTo>
                      <a:lnTo>
                        <a:pt x="277875" y="644525"/>
                      </a:lnTo>
                    </a:path>
                    <a:path w="1325879" h="1273175">
                      <a:moveTo>
                        <a:pt x="9525" y="1271524"/>
                      </a:moveTo>
                      <a:lnTo>
                        <a:pt x="282575" y="1273175"/>
                      </a:lnTo>
                    </a:path>
                    <a:path w="1325879" h="1273175">
                      <a:moveTo>
                        <a:pt x="503300" y="846074"/>
                      </a:moveTo>
                      <a:lnTo>
                        <a:pt x="1325626" y="849249"/>
                      </a:lnTo>
                    </a:path>
                  </a:pathLst>
                </a:custGeom>
                <a:ln w="19050">
                  <a:solidFill>
                    <a:srgbClr val="163793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51" name="object 5">
                <a:extLst>
                  <a:ext uri="{FF2B5EF4-FFF2-40B4-BE49-F238E27FC236}">
                    <a16:creationId xmlns:a16="http://schemas.microsoft.com/office/drawing/2014/main" id="{DD0C2DBC-C0B6-8EC8-C497-DF2B16A0309B}"/>
                  </a:ext>
                </a:extLst>
              </p:cNvPr>
              <p:cNvSpPr txBox="1"/>
              <p:nvPr/>
            </p:nvSpPr>
            <p:spPr>
              <a:xfrm>
                <a:off x="5125592" y="2302891"/>
                <a:ext cx="871219" cy="26924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10" dirty="0">
                    <a:solidFill>
                      <a:srgbClr val="FF0000"/>
                    </a:solidFill>
                    <a:latin typeface="Arial"/>
                    <a:cs typeface="Arial"/>
                  </a:rPr>
                  <a:t>223.1.1</a:t>
                </a:r>
                <a:r>
                  <a:rPr sz="1600" b="1" spc="-10" dirty="0">
                    <a:solidFill>
                      <a:srgbClr val="163793"/>
                    </a:solidFill>
                    <a:latin typeface="Arial"/>
                    <a:cs typeface="Arial"/>
                  </a:rPr>
                  <a:t>.1</a:t>
                </a:r>
                <a:endParaRPr sz="1600">
                  <a:latin typeface="Arial"/>
                  <a:cs typeface="Arial"/>
                </a:endParaRPr>
              </a:p>
            </p:txBody>
          </p:sp>
          <p:sp>
            <p:nvSpPr>
              <p:cNvPr id="52" name="object 6">
                <a:extLst>
                  <a:ext uri="{FF2B5EF4-FFF2-40B4-BE49-F238E27FC236}">
                    <a16:creationId xmlns:a16="http://schemas.microsoft.com/office/drawing/2014/main" id="{E2F8F626-7B41-612C-F7C0-3D3B24083469}"/>
                  </a:ext>
                </a:extLst>
              </p:cNvPr>
              <p:cNvSpPr txBox="1"/>
              <p:nvPr/>
            </p:nvSpPr>
            <p:spPr>
              <a:xfrm>
                <a:off x="5011292" y="3928617"/>
                <a:ext cx="871219" cy="26924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10" dirty="0">
                    <a:solidFill>
                      <a:srgbClr val="FF0000"/>
                    </a:solidFill>
                    <a:latin typeface="Arial"/>
                    <a:cs typeface="Arial"/>
                  </a:rPr>
                  <a:t>223.1.1</a:t>
                </a:r>
                <a:r>
                  <a:rPr sz="1600" b="1" spc="-10" dirty="0">
                    <a:solidFill>
                      <a:srgbClr val="163793"/>
                    </a:solidFill>
                    <a:latin typeface="Arial"/>
                    <a:cs typeface="Arial"/>
                  </a:rPr>
                  <a:t>.3</a:t>
                </a:r>
                <a:endParaRPr sz="1600">
                  <a:latin typeface="Arial"/>
                  <a:cs typeface="Arial"/>
                </a:endParaRPr>
              </a:p>
            </p:txBody>
          </p:sp>
          <p:grpSp>
            <p:nvGrpSpPr>
              <p:cNvPr id="53" name="object 7">
                <a:extLst>
                  <a:ext uri="{FF2B5EF4-FFF2-40B4-BE49-F238E27FC236}">
                    <a16:creationId xmlns:a16="http://schemas.microsoft.com/office/drawing/2014/main" id="{971F5420-5C47-4FFA-CC91-043483ADC8EC}"/>
                  </a:ext>
                </a:extLst>
              </p:cNvPr>
              <p:cNvGrpSpPr/>
              <p:nvPr/>
            </p:nvGrpSpPr>
            <p:grpSpPr>
              <a:xfrm>
                <a:off x="6065139" y="2756280"/>
                <a:ext cx="2129155" cy="2567305"/>
                <a:chOff x="6065139" y="2756280"/>
                <a:chExt cx="2129155" cy="2567305"/>
              </a:xfrm>
            </p:grpSpPr>
            <p:sp>
              <p:nvSpPr>
                <p:cNvPr id="89" name="object 8">
                  <a:extLst>
                    <a:ext uri="{FF2B5EF4-FFF2-40B4-BE49-F238E27FC236}">
                      <a16:creationId xmlns:a16="http://schemas.microsoft.com/office/drawing/2014/main" id="{3B9BF213-9C4D-1154-42ED-C9B1A4B2A404}"/>
                    </a:ext>
                  </a:extLst>
                </p:cNvPr>
                <p:cNvSpPr/>
                <p:nvPr/>
              </p:nvSpPr>
              <p:spPr>
                <a:xfrm>
                  <a:off x="6925564" y="2765805"/>
                  <a:ext cx="1259205" cy="1278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204" h="1278254">
                      <a:moveTo>
                        <a:pt x="0" y="690499"/>
                      </a:moveTo>
                      <a:lnTo>
                        <a:pt x="639826" y="692150"/>
                      </a:lnTo>
                    </a:path>
                    <a:path w="1259204" h="1278254">
                      <a:moveTo>
                        <a:pt x="1024001" y="0"/>
                      </a:moveTo>
                      <a:lnTo>
                        <a:pt x="1258951" y="6350"/>
                      </a:lnTo>
                    </a:path>
                    <a:path w="1259204" h="1278254">
                      <a:moveTo>
                        <a:pt x="1024001" y="1271524"/>
                      </a:moveTo>
                      <a:lnTo>
                        <a:pt x="1258951" y="1277874"/>
                      </a:lnTo>
                    </a:path>
                  </a:pathLst>
                </a:custGeom>
                <a:ln w="19050">
                  <a:solidFill>
                    <a:srgbClr val="163793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90" name="object 9">
                  <a:extLst>
                    <a:ext uri="{FF2B5EF4-FFF2-40B4-BE49-F238E27FC236}">
                      <a16:creationId xmlns:a16="http://schemas.microsoft.com/office/drawing/2014/main" id="{25C186AE-9659-71E5-BDB9-817A50573F8C}"/>
                    </a:ext>
                  </a:extLst>
                </p:cNvPr>
                <p:cNvSpPr/>
                <p:nvPr/>
              </p:nvSpPr>
              <p:spPr>
                <a:xfrm>
                  <a:off x="6689026" y="3784980"/>
                  <a:ext cx="0" cy="66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663575">
                      <a:moveTo>
                        <a:pt x="0" y="371475"/>
                      </a:moveTo>
                      <a:lnTo>
                        <a:pt x="0" y="663575"/>
                      </a:lnTo>
                    </a:path>
                    <a:path h="663575">
                      <a:moveTo>
                        <a:pt x="0" y="0"/>
                      </a:moveTo>
                      <a:lnTo>
                        <a:pt x="0" y="138112"/>
                      </a:lnTo>
                    </a:path>
                  </a:pathLst>
                </a:custGeom>
                <a:ln w="22225">
                  <a:solidFill>
                    <a:srgbClr val="163793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91" name="object 10">
                  <a:extLst>
                    <a:ext uri="{FF2B5EF4-FFF2-40B4-BE49-F238E27FC236}">
                      <a16:creationId xmlns:a16="http://schemas.microsoft.com/office/drawing/2014/main" id="{9FE99B51-92CD-E5E7-4D76-AFFDCE9CC6D4}"/>
                    </a:ext>
                  </a:extLst>
                </p:cNvPr>
                <p:cNvSpPr/>
                <p:nvPr/>
              </p:nvSpPr>
              <p:spPr>
                <a:xfrm>
                  <a:off x="6074664" y="5067680"/>
                  <a:ext cx="1179830" cy="246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829" h="246379">
                      <a:moveTo>
                        <a:pt x="3175" y="241300"/>
                      </a:moveTo>
                      <a:lnTo>
                        <a:pt x="0" y="0"/>
                      </a:lnTo>
                    </a:path>
                    <a:path w="1179829" h="246379">
                      <a:moveTo>
                        <a:pt x="1179576" y="245999"/>
                      </a:moveTo>
                      <a:lnTo>
                        <a:pt x="1176401" y="4699"/>
                      </a:lnTo>
                    </a:path>
                  </a:pathLst>
                </a:custGeom>
                <a:ln w="19050">
                  <a:solidFill>
                    <a:srgbClr val="163793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54" name="object 11">
                <a:extLst>
                  <a:ext uri="{FF2B5EF4-FFF2-40B4-BE49-F238E27FC236}">
                    <a16:creationId xmlns:a16="http://schemas.microsoft.com/office/drawing/2014/main" id="{06366376-45ED-5E7A-91A3-1AA0B89056F0}"/>
                  </a:ext>
                </a:extLst>
              </p:cNvPr>
              <p:cNvSpPr txBox="1"/>
              <p:nvPr/>
            </p:nvSpPr>
            <p:spPr>
              <a:xfrm>
                <a:off x="7316216" y="4989703"/>
                <a:ext cx="871219" cy="26924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10" dirty="0">
                    <a:latin typeface="Arial"/>
                    <a:cs typeface="Arial"/>
                  </a:rPr>
                  <a:t>223.1.3</a:t>
                </a:r>
                <a:r>
                  <a:rPr sz="1600" b="1" spc="-10" dirty="0">
                    <a:solidFill>
                      <a:srgbClr val="163793"/>
                    </a:solidFill>
                    <a:latin typeface="Arial"/>
                    <a:cs typeface="Arial"/>
                  </a:rPr>
                  <a:t>.2</a:t>
                </a:r>
                <a:endParaRPr sz="1600">
                  <a:latin typeface="Arial"/>
                  <a:cs typeface="Arial"/>
                </a:endParaRPr>
              </a:p>
            </p:txBody>
          </p:sp>
          <p:sp>
            <p:nvSpPr>
              <p:cNvPr id="55" name="object 12">
                <a:extLst>
                  <a:ext uri="{FF2B5EF4-FFF2-40B4-BE49-F238E27FC236}">
                    <a16:creationId xmlns:a16="http://schemas.microsoft.com/office/drawing/2014/main" id="{E0B7B3DF-30AD-DE3F-8CFE-06FEC7038FCF}"/>
                  </a:ext>
                </a:extLst>
              </p:cNvPr>
              <p:cNvSpPr txBox="1"/>
              <p:nvPr/>
            </p:nvSpPr>
            <p:spPr>
              <a:xfrm>
                <a:off x="5132070" y="5038090"/>
                <a:ext cx="871219" cy="26924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10" dirty="0">
                    <a:latin typeface="Arial"/>
                    <a:cs typeface="Arial"/>
                  </a:rPr>
                  <a:t>223.1.3</a:t>
                </a:r>
                <a:r>
                  <a:rPr sz="1600" b="1" spc="-10" dirty="0">
                    <a:solidFill>
                      <a:srgbClr val="163793"/>
                    </a:solidFill>
                    <a:latin typeface="Arial"/>
                    <a:cs typeface="Arial"/>
                  </a:rPr>
                  <a:t>.1</a:t>
                </a:r>
                <a:endParaRPr sz="1600">
                  <a:latin typeface="Arial"/>
                  <a:cs typeface="Arial"/>
                </a:endParaRPr>
              </a:p>
            </p:txBody>
          </p:sp>
          <p:grpSp>
            <p:nvGrpSpPr>
              <p:cNvPr id="56" name="object 13">
                <a:extLst>
                  <a:ext uri="{FF2B5EF4-FFF2-40B4-BE49-F238E27FC236}">
                    <a16:creationId xmlns:a16="http://schemas.microsoft.com/office/drawing/2014/main" id="{8A999602-17E7-E7CE-6E08-3FFEDC00411F}"/>
                  </a:ext>
                </a:extLst>
              </p:cNvPr>
              <p:cNvGrpSpPr/>
              <p:nvPr/>
            </p:nvGrpSpPr>
            <p:grpSpPr>
              <a:xfrm>
                <a:off x="4439539" y="2305430"/>
                <a:ext cx="4453255" cy="3571875"/>
                <a:chOff x="4439539" y="2305430"/>
                <a:chExt cx="4453255" cy="3571875"/>
              </a:xfrm>
            </p:grpSpPr>
            <p:pic>
              <p:nvPicPr>
                <p:cNvPr id="70" name="object 14" descr="desktop_computer_stylized_medium">
                  <a:extLst>
                    <a:ext uri="{FF2B5EF4-FFF2-40B4-BE49-F238E27FC236}">
                      <a16:creationId xmlns:a16="http://schemas.microsoft.com/office/drawing/2014/main" id="{23731E97-5839-44D9-E6E5-46667E1DD3A0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4444365" y="2305430"/>
                  <a:ext cx="641350" cy="558800"/>
                </a:xfrm>
                <a:prstGeom prst="rect">
                  <a:avLst/>
                </a:prstGeom>
              </p:spPr>
            </p:pic>
            <p:pic>
              <p:nvPicPr>
                <p:cNvPr id="71" name="object 15">
                  <a:extLst>
                    <a:ext uri="{FF2B5EF4-FFF2-40B4-BE49-F238E27FC236}">
                      <a16:creationId xmlns:a16="http://schemas.microsoft.com/office/drawing/2014/main" id="{754DD492-22B3-8622-1E44-31EACF547F3E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717542" y="2359024"/>
                  <a:ext cx="311912" cy="255904"/>
                </a:xfrm>
                <a:prstGeom prst="rect">
                  <a:avLst/>
                </a:prstGeom>
              </p:spPr>
            </p:pic>
            <p:pic>
              <p:nvPicPr>
                <p:cNvPr id="72" name="object 16" descr="desktop_computer_stylized_medium">
                  <a:extLst>
                    <a:ext uri="{FF2B5EF4-FFF2-40B4-BE49-F238E27FC236}">
                      <a16:creationId xmlns:a16="http://schemas.microsoft.com/office/drawing/2014/main" id="{DEDA31F9-ADBA-1247-FFD7-61B55D62C507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4439539" y="2915030"/>
                  <a:ext cx="641350" cy="558800"/>
                </a:xfrm>
                <a:prstGeom prst="rect">
                  <a:avLst/>
                </a:prstGeom>
              </p:spPr>
            </p:pic>
            <p:pic>
              <p:nvPicPr>
                <p:cNvPr id="73" name="object 17">
                  <a:extLst>
                    <a:ext uri="{FF2B5EF4-FFF2-40B4-BE49-F238E27FC236}">
                      <a16:creationId xmlns:a16="http://schemas.microsoft.com/office/drawing/2014/main" id="{BB17978D-2AF5-33FF-9DEF-226BD558B29F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4712843" y="2968625"/>
                  <a:ext cx="311785" cy="255904"/>
                </a:xfrm>
                <a:prstGeom prst="rect">
                  <a:avLst/>
                </a:prstGeom>
              </p:spPr>
            </p:pic>
            <p:pic>
              <p:nvPicPr>
                <p:cNvPr id="74" name="object 18" descr="desktop_computer_stylized_medium">
                  <a:extLst>
                    <a:ext uri="{FF2B5EF4-FFF2-40B4-BE49-F238E27FC236}">
                      <a16:creationId xmlns:a16="http://schemas.microsoft.com/office/drawing/2014/main" id="{37C71589-8D14-D824-97BA-15068A7C69AD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4468114" y="3524630"/>
                  <a:ext cx="641350" cy="558800"/>
                </a:xfrm>
                <a:prstGeom prst="rect">
                  <a:avLst/>
                </a:prstGeom>
              </p:spPr>
            </p:pic>
            <p:pic>
              <p:nvPicPr>
                <p:cNvPr id="75" name="object 19">
                  <a:extLst>
                    <a:ext uri="{FF2B5EF4-FFF2-40B4-BE49-F238E27FC236}">
                      <a16:creationId xmlns:a16="http://schemas.microsoft.com/office/drawing/2014/main" id="{48E0EEBE-165B-C6E6-C64B-E323655E84A4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4741418" y="3578225"/>
                  <a:ext cx="311785" cy="255905"/>
                </a:xfrm>
                <a:prstGeom prst="rect">
                  <a:avLst/>
                </a:prstGeom>
              </p:spPr>
            </p:pic>
            <p:pic>
              <p:nvPicPr>
                <p:cNvPr id="76" name="object 20" descr="desktop_computer_stylized_medium">
                  <a:extLst>
                    <a:ext uri="{FF2B5EF4-FFF2-40B4-BE49-F238E27FC236}">
                      <a16:creationId xmlns:a16="http://schemas.microsoft.com/office/drawing/2014/main" id="{4A408254-37F2-ED12-B964-6CC06D5D473C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176514" y="2473705"/>
                  <a:ext cx="641350" cy="558800"/>
                </a:xfrm>
                <a:prstGeom prst="rect">
                  <a:avLst/>
                </a:prstGeom>
              </p:spPr>
            </p:pic>
            <p:pic>
              <p:nvPicPr>
                <p:cNvPr id="77" name="object 21">
                  <a:extLst>
                    <a:ext uri="{FF2B5EF4-FFF2-40B4-BE49-F238E27FC236}">
                      <a16:creationId xmlns:a16="http://schemas.microsoft.com/office/drawing/2014/main" id="{1CA6D5F9-EFA2-06C8-1957-3C9E887094B7}"/>
                    </a:ext>
                  </a:extLst>
                </p:cNvPr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8232775" y="2527299"/>
                  <a:ext cx="311784" cy="255904"/>
                </a:xfrm>
                <a:prstGeom prst="rect">
                  <a:avLst/>
                </a:prstGeom>
              </p:spPr>
            </p:pic>
            <p:pic>
              <p:nvPicPr>
                <p:cNvPr id="78" name="object 22" descr="desktop_computer_stylized_medium">
                  <a:extLst>
                    <a:ext uri="{FF2B5EF4-FFF2-40B4-BE49-F238E27FC236}">
                      <a16:creationId xmlns:a16="http://schemas.microsoft.com/office/drawing/2014/main" id="{8F298A79-9036-C64B-9D22-11E5DE7E76C9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251190" y="3753230"/>
                  <a:ext cx="641350" cy="558800"/>
                </a:xfrm>
                <a:prstGeom prst="rect">
                  <a:avLst/>
                </a:prstGeom>
              </p:spPr>
            </p:pic>
            <p:pic>
              <p:nvPicPr>
                <p:cNvPr id="79" name="object 23">
                  <a:extLst>
                    <a:ext uri="{FF2B5EF4-FFF2-40B4-BE49-F238E27FC236}">
                      <a16:creationId xmlns:a16="http://schemas.microsoft.com/office/drawing/2014/main" id="{D3BCEFCC-1B38-518B-9358-D13B7EB532CD}"/>
                    </a:ext>
                  </a:extLst>
                </p:cNvPr>
                <p:cNvPicPr/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8307323" y="3806825"/>
                  <a:ext cx="311911" cy="255905"/>
                </a:xfrm>
                <a:prstGeom prst="rect">
                  <a:avLst/>
                </a:prstGeom>
              </p:spPr>
            </p:pic>
            <p:pic>
              <p:nvPicPr>
                <p:cNvPr id="80" name="object 24" descr="desktop_computer_stylized_medium">
                  <a:extLst>
                    <a:ext uri="{FF2B5EF4-FFF2-40B4-BE49-F238E27FC236}">
                      <a16:creationId xmlns:a16="http://schemas.microsoft.com/office/drawing/2014/main" id="{855988C5-6B6E-A16F-6FF9-475C22838C0E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7043039" y="5277192"/>
                  <a:ext cx="641350" cy="558800"/>
                </a:xfrm>
                <a:prstGeom prst="rect">
                  <a:avLst/>
                </a:prstGeom>
              </p:spPr>
            </p:pic>
            <p:pic>
              <p:nvPicPr>
                <p:cNvPr id="81" name="object 25">
                  <a:extLst>
                    <a:ext uri="{FF2B5EF4-FFF2-40B4-BE49-F238E27FC236}">
                      <a16:creationId xmlns:a16="http://schemas.microsoft.com/office/drawing/2014/main" id="{11C58254-D763-7B60-597A-9A2D7F77E64E}"/>
                    </a:ext>
                  </a:extLst>
                </p:cNvPr>
                <p:cNvPicPr/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7099300" y="5330825"/>
                  <a:ext cx="311784" cy="255905"/>
                </a:xfrm>
                <a:prstGeom prst="rect">
                  <a:avLst/>
                </a:prstGeom>
              </p:spPr>
            </p:pic>
            <p:pic>
              <p:nvPicPr>
                <p:cNvPr id="82" name="object 26" descr="desktop_computer_stylized_medium">
                  <a:extLst>
                    <a:ext uri="{FF2B5EF4-FFF2-40B4-BE49-F238E27FC236}">
                      <a16:creationId xmlns:a16="http://schemas.microsoft.com/office/drawing/2014/main" id="{003FC78E-8237-E91D-1960-C9B3E8B3DE76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5879465" y="5318467"/>
                  <a:ext cx="641350" cy="558800"/>
                </a:xfrm>
                <a:prstGeom prst="rect">
                  <a:avLst/>
                </a:prstGeom>
              </p:spPr>
            </p:pic>
            <p:pic>
              <p:nvPicPr>
                <p:cNvPr id="83" name="object 27">
                  <a:extLst>
                    <a:ext uri="{FF2B5EF4-FFF2-40B4-BE49-F238E27FC236}">
                      <a16:creationId xmlns:a16="http://schemas.microsoft.com/office/drawing/2014/main" id="{87B7BC5B-3885-CB48-4038-1B77A6A1D477}"/>
                    </a:ext>
                  </a:extLst>
                </p:cNvPr>
                <p:cNvPicPr/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6311138" y="3569588"/>
                  <a:ext cx="692277" cy="197866"/>
                </a:xfrm>
                <a:prstGeom prst="rect">
                  <a:avLst/>
                </a:prstGeom>
              </p:spPr>
            </p:pic>
            <p:pic>
              <p:nvPicPr>
                <p:cNvPr id="84" name="object 28">
                  <a:extLst>
                    <a:ext uri="{FF2B5EF4-FFF2-40B4-BE49-F238E27FC236}">
                      <a16:creationId xmlns:a16="http://schemas.microsoft.com/office/drawing/2014/main" id="{F9D7CDFD-BBC4-0CCD-9882-2976A648CFE2}"/>
                    </a:ext>
                  </a:extLst>
                </p:cNvPr>
                <p:cNvPicPr/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5935599" y="5372100"/>
                  <a:ext cx="311912" cy="255866"/>
                </a:xfrm>
                <a:prstGeom prst="rect">
                  <a:avLst/>
                </a:prstGeom>
              </p:spPr>
            </p:pic>
            <p:sp>
              <p:nvSpPr>
                <p:cNvPr id="85" name="object 29">
                  <a:extLst>
                    <a:ext uri="{FF2B5EF4-FFF2-40B4-BE49-F238E27FC236}">
                      <a16:creationId xmlns:a16="http://schemas.microsoft.com/office/drawing/2014/main" id="{FE0132A7-424D-7F4A-6946-C0762868502C}"/>
                    </a:ext>
                  </a:extLst>
                </p:cNvPr>
                <p:cNvSpPr/>
                <p:nvPr/>
              </p:nvSpPr>
              <p:spPr>
                <a:xfrm>
                  <a:off x="6311138" y="3569588"/>
                  <a:ext cx="692785" cy="198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84" h="198120">
                      <a:moveTo>
                        <a:pt x="0" y="98933"/>
                      </a:moveTo>
                      <a:lnTo>
                        <a:pt x="27197" y="60436"/>
                      </a:lnTo>
                      <a:lnTo>
                        <a:pt x="101377" y="28987"/>
                      </a:lnTo>
                      <a:lnTo>
                        <a:pt x="152610" y="16903"/>
                      </a:lnTo>
                      <a:lnTo>
                        <a:pt x="211419" y="7778"/>
                      </a:lnTo>
                      <a:lnTo>
                        <a:pt x="276413" y="2011"/>
                      </a:lnTo>
                      <a:lnTo>
                        <a:pt x="346202" y="0"/>
                      </a:lnTo>
                      <a:lnTo>
                        <a:pt x="415949" y="2011"/>
                      </a:lnTo>
                      <a:lnTo>
                        <a:pt x="480911" y="7778"/>
                      </a:lnTo>
                      <a:lnTo>
                        <a:pt x="539697" y="16903"/>
                      </a:lnTo>
                      <a:lnTo>
                        <a:pt x="590915" y="28987"/>
                      </a:lnTo>
                      <a:lnTo>
                        <a:pt x="633173" y="43631"/>
                      </a:lnTo>
                      <a:lnTo>
                        <a:pt x="685246" y="79002"/>
                      </a:lnTo>
                      <a:lnTo>
                        <a:pt x="692277" y="98933"/>
                      </a:lnTo>
                      <a:lnTo>
                        <a:pt x="685246" y="118863"/>
                      </a:lnTo>
                      <a:lnTo>
                        <a:pt x="633173" y="154234"/>
                      </a:lnTo>
                      <a:lnTo>
                        <a:pt x="590915" y="168878"/>
                      </a:lnTo>
                      <a:lnTo>
                        <a:pt x="539697" y="180962"/>
                      </a:lnTo>
                      <a:lnTo>
                        <a:pt x="480911" y="190087"/>
                      </a:lnTo>
                      <a:lnTo>
                        <a:pt x="415949" y="195854"/>
                      </a:lnTo>
                      <a:lnTo>
                        <a:pt x="346202" y="197866"/>
                      </a:lnTo>
                      <a:lnTo>
                        <a:pt x="276413" y="195854"/>
                      </a:lnTo>
                      <a:lnTo>
                        <a:pt x="211419" y="190087"/>
                      </a:lnTo>
                      <a:lnTo>
                        <a:pt x="152610" y="180962"/>
                      </a:lnTo>
                      <a:lnTo>
                        <a:pt x="101377" y="168878"/>
                      </a:lnTo>
                      <a:lnTo>
                        <a:pt x="59110" y="154234"/>
                      </a:lnTo>
                      <a:lnTo>
                        <a:pt x="7031" y="118863"/>
                      </a:lnTo>
                      <a:lnTo>
                        <a:pt x="0" y="98933"/>
                      </a:lnTo>
                      <a:close/>
                    </a:path>
                  </a:pathLst>
                </a:custGeom>
                <a:ln w="1905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86" name="object 30">
                  <a:extLst>
                    <a:ext uri="{FF2B5EF4-FFF2-40B4-BE49-F238E27FC236}">
                      <a16:creationId xmlns:a16="http://schemas.microsoft.com/office/drawing/2014/main" id="{E1BBF7C4-9D6F-59E8-A8D5-415210930C24}"/>
                    </a:ext>
                  </a:extLst>
                </p:cNvPr>
                <p:cNvPicPr/>
                <p:nvPr/>
              </p:nvPicPr>
              <p:blipFill>
                <a:blip r:embed="rId11" cstate="print"/>
                <a:stretch>
                  <a:fillRect/>
                </a:stretch>
              </p:blipFill>
              <p:spPr>
                <a:xfrm>
                  <a:off x="6308090" y="3411855"/>
                  <a:ext cx="698423" cy="258064"/>
                </a:xfrm>
                <a:prstGeom prst="rect">
                  <a:avLst/>
                </a:prstGeom>
              </p:spPr>
            </p:pic>
            <p:sp>
              <p:nvSpPr>
                <p:cNvPr id="87" name="object 31">
                  <a:extLst>
                    <a:ext uri="{FF2B5EF4-FFF2-40B4-BE49-F238E27FC236}">
                      <a16:creationId xmlns:a16="http://schemas.microsoft.com/office/drawing/2014/main" id="{26B5540C-4167-6D52-AB8A-79D7D6E5486B}"/>
                    </a:ext>
                  </a:extLst>
                </p:cNvPr>
                <p:cNvSpPr/>
                <p:nvPr/>
              </p:nvSpPr>
              <p:spPr>
                <a:xfrm>
                  <a:off x="6308090" y="3411855"/>
                  <a:ext cx="693420" cy="26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420" h="269875">
                      <a:moveTo>
                        <a:pt x="0" y="116205"/>
                      </a:moveTo>
                      <a:lnTo>
                        <a:pt x="27239" y="70991"/>
                      </a:lnTo>
                      <a:lnTo>
                        <a:pt x="101520" y="34051"/>
                      </a:lnTo>
                      <a:lnTo>
                        <a:pt x="152815" y="19857"/>
                      </a:lnTo>
                      <a:lnTo>
                        <a:pt x="211687" y="9138"/>
                      </a:lnTo>
                      <a:lnTo>
                        <a:pt x="276741" y="2362"/>
                      </a:lnTo>
                      <a:lnTo>
                        <a:pt x="346583" y="0"/>
                      </a:lnTo>
                      <a:lnTo>
                        <a:pt x="416466" y="2362"/>
                      </a:lnTo>
                      <a:lnTo>
                        <a:pt x="481552" y="9138"/>
                      </a:lnTo>
                      <a:lnTo>
                        <a:pt x="540446" y="19857"/>
                      </a:lnTo>
                      <a:lnTo>
                        <a:pt x="591756" y="34051"/>
                      </a:lnTo>
                      <a:lnTo>
                        <a:pt x="634089" y="51252"/>
                      </a:lnTo>
                      <a:lnTo>
                        <a:pt x="686250" y="92798"/>
                      </a:lnTo>
                      <a:lnTo>
                        <a:pt x="693292" y="116205"/>
                      </a:lnTo>
                      <a:lnTo>
                        <a:pt x="686250" y="139606"/>
                      </a:lnTo>
                      <a:lnTo>
                        <a:pt x="634089" y="181117"/>
                      </a:lnTo>
                      <a:lnTo>
                        <a:pt x="591756" y="198294"/>
                      </a:lnTo>
                      <a:lnTo>
                        <a:pt x="540446" y="212465"/>
                      </a:lnTo>
                      <a:lnTo>
                        <a:pt x="481552" y="223164"/>
                      </a:lnTo>
                      <a:lnTo>
                        <a:pt x="416466" y="229925"/>
                      </a:lnTo>
                      <a:lnTo>
                        <a:pt x="346583" y="232283"/>
                      </a:lnTo>
                      <a:lnTo>
                        <a:pt x="276741" y="229925"/>
                      </a:lnTo>
                      <a:lnTo>
                        <a:pt x="211687" y="223164"/>
                      </a:lnTo>
                      <a:lnTo>
                        <a:pt x="152815" y="212465"/>
                      </a:lnTo>
                      <a:lnTo>
                        <a:pt x="101520" y="198294"/>
                      </a:lnTo>
                      <a:lnTo>
                        <a:pt x="59197" y="181117"/>
                      </a:lnTo>
                      <a:lnTo>
                        <a:pt x="7042" y="139606"/>
                      </a:lnTo>
                      <a:lnTo>
                        <a:pt x="0" y="116205"/>
                      </a:lnTo>
                      <a:close/>
                    </a:path>
                    <a:path w="693420" h="269875">
                      <a:moveTo>
                        <a:pt x="139192" y="167767"/>
                      </a:moveTo>
                      <a:lnTo>
                        <a:pt x="260604" y="167767"/>
                      </a:lnTo>
                      <a:lnTo>
                        <a:pt x="381888" y="60198"/>
                      </a:lnTo>
                      <a:lnTo>
                        <a:pt x="531113" y="60198"/>
                      </a:lnTo>
                    </a:path>
                    <a:path w="693420" h="269875">
                      <a:moveTo>
                        <a:pt x="156972" y="60198"/>
                      </a:moveTo>
                      <a:lnTo>
                        <a:pt x="278257" y="60198"/>
                      </a:lnTo>
                      <a:lnTo>
                        <a:pt x="399668" y="167767"/>
                      </a:lnTo>
                      <a:lnTo>
                        <a:pt x="513334" y="167767"/>
                      </a:lnTo>
                    </a:path>
                    <a:path w="693420" h="269875">
                      <a:moveTo>
                        <a:pt x="3048" y="108966"/>
                      </a:moveTo>
                      <a:lnTo>
                        <a:pt x="3048" y="265303"/>
                      </a:lnTo>
                    </a:path>
                    <a:path w="693420" h="269875">
                      <a:moveTo>
                        <a:pt x="693292" y="116205"/>
                      </a:moveTo>
                      <a:lnTo>
                        <a:pt x="693292" y="269621"/>
                      </a:lnTo>
                    </a:path>
                  </a:pathLst>
                </a:custGeom>
                <a:ln w="1905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8" name="object 32">
                  <a:extLst>
                    <a:ext uri="{FF2B5EF4-FFF2-40B4-BE49-F238E27FC236}">
                      <a16:creationId xmlns:a16="http://schemas.microsoft.com/office/drawing/2014/main" id="{60C7C583-B5B8-3C40-5984-618234268F77}"/>
                    </a:ext>
                  </a:extLst>
                </p:cNvPr>
                <p:cNvSpPr/>
                <p:nvPr/>
              </p:nvSpPr>
              <p:spPr>
                <a:xfrm>
                  <a:off x="5201539" y="2951543"/>
                  <a:ext cx="288925" cy="2336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925" h="233680">
                      <a:moveTo>
                        <a:pt x="288925" y="0"/>
                      </a:moveTo>
                      <a:lnTo>
                        <a:pt x="0" y="0"/>
                      </a:lnTo>
                      <a:lnTo>
                        <a:pt x="0" y="233362"/>
                      </a:lnTo>
                      <a:lnTo>
                        <a:pt x="288925" y="233362"/>
                      </a:lnTo>
                      <a:lnTo>
                        <a:pt x="288925" y="0"/>
                      </a:lnTo>
                      <a:close/>
                    </a:path>
                  </a:pathLst>
                </a:custGeom>
                <a:solidFill>
                  <a:srgbClr val="66CC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57" name="object 33">
                <a:extLst>
                  <a:ext uri="{FF2B5EF4-FFF2-40B4-BE49-F238E27FC236}">
                    <a16:creationId xmlns:a16="http://schemas.microsoft.com/office/drawing/2014/main" id="{FC7B5186-461B-E867-609A-802811E76251}"/>
                  </a:ext>
                </a:extLst>
              </p:cNvPr>
              <p:cNvSpPr txBox="1"/>
              <p:nvPr/>
            </p:nvSpPr>
            <p:spPr>
              <a:xfrm>
                <a:off x="5125592" y="2945714"/>
                <a:ext cx="2624455" cy="49275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ts val="1839"/>
                  </a:lnSpc>
                  <a:spcBef>
                    <a:spcPts val="95"/>
                  </a:spcBef>
                </a:pPr>
                <a:r>
                  <a:rPr sz="1600" b="1" spc="-10" dirty="0">
                    <a:solidFill>
                      <a:srgbClr val="FF0000"/>
                    </a:solidFill>
                    <a:latin typeface="Arial"/>
                    <a:cs typeface="Arial"/>
                  </a:rPr>
                  <a:t>223.1.1</a:t>
                </a:r>
                <a:r>
                  <a:rPr sz="1600" b="1" spc="-10" dirty="0">
                    <a:solidFill>
                      <a:srgbClr val="163793"/>
                    </a:solidFill>
                    <a:latin typeface="Arial"/>
                    <a:cs typeface="Arial"/>
                  </a:rPr>
                  <a:t>.2</a:t>
                </a:r>
                <a:endParaRPr sz="1600">
                  <a:latin typeface="Arial"/>
                  <a:cs typeface="Arial"/>
                </a:endParaRPr>
              </a:p>
              <a:p>
                <a:pPr marL="644525">
                  <a:lnSpc>
                    <a:spcPts val="1839"/>
                  </a:lnSpc>
                  <a:tabLst>
                    <a:tab pos="1765300" algn="l"/>
                  </a:tabLst>
                </a:pPr>
                <a:r>
                  <a:rPr sz="1600" b="1" spc="-10" dirty="0">
                    <a:solidFill>
                      <a:srgbClr val="FF0000"/>
                    </a:solidFill>
                    <a:latin typeface="Arial"/>
                    <a:cs typeface="Arial"/>
                  </a:rPr>
                  <a:t>223.1.1</a:t>
                </a:r>
                <a:r>
                  <a:rPr sz="1600" b="1" spc="-10" dirty="0">
                    <a:solidFill>
                      <a:srgbClr val="163793"/>
                    </a:solidFill>
                    <a:latin typeface="Arial"/>
                    <a:cs typeface="Arial"/>
                  </a:rPr>
                  <a:t>.4</a:t>
                </a:r>
                <a:r>
                  <a:rPr sz="1600" b="1" dirty="0">
                    <a:solidFill>
                      <a:srgbClr val="163793"/>
                    </a:solidFill>
                    <a:latin typeface="Arial"/>
                    <a:cs typeface="Arial"/>
                  </a:rPr>
                  <a:t>	</a:t>
                </a:r>
                <a:r>
                  <a:rPr sz="1600" b="1" spc="-10" dirty="0">
                    <a:solidFill>
                      <a:srgbClr val="890000"/>
                    </a:solidFill>
                    <a:latin typeface="Arial"/>
                    <a:cs typeface="Arial"/>
                  </a:rPr>
                  <a:t>223.1.2</a:t>
                </a:r>
                <a:r>
                  <a:rPr sz="1600" b="1" spc="-10" dirty="0">
                    <a:solidFill>
                      <a:srgbClr val="163793"/>
                    </a:solidFill>
                    <a:latin typeface="Arial"/>
                    <a:cs typeface="Arial"/>
                  </a:rPr>
                  <a:t>.9</a:t>
                </a:r>
                <a:endParaRPr sz="1600">
                  <a:latin typeface="Arial"/>
                  <a:cs typeface="Arial"/>
                </a:endParaRPr>
              </a:p>
            </p:txBody>
          </p:sp>
          <p:sp>
            <p:nvSpPr>
              <p:cNvPr id="58" name="object 34">
                <a:extLst>
                  <a:ext uri="{FF2B5EF4-FFF2-40B4-BE49-F238E27FC236}">
                    <a16:creationId xmlns:a16="http://schemas.microsoft.com/office/drawing/2014/main" id="{9AF088FF-C521-320F-CE85-1DD7DDFFE208}"/>
                  </a:ext>
                </a:extLst>
              </p:cNvPr>
              <p:cNvSpPr/>
              <p:nvPr/>
            </p:nvSpPr>
            <p:spPr>
              <a:xfrm>
                <a:off x="6550914" y="2937192"/>
                <a:ext cx="1644650" cy="1219835"/>
              </a:xfrm>
              <a:custGeom>
                <a:avLst/>
                <a:gdLst/>
                <a:ahLst/>
                <a:cxnLst/>
                <a:rect l="l" t="t" r="r" b="b"/>
                <a:pathLst>
                  <a:path w="1644650" h="1219835">
                    <a:moveTo>
                      <a:pt x="288925" y="985901"/>
                    </a:moveTo>
                    <a:lnTo>
                      <a:pt x="0" y="985901"/>
                    </a:lnTo>
                    <a:lnTo>
                      <a:pt x="0" y="1219263"/>
                    </a:lnTo>
                    <a:lnTo>
                      <a:pt x="288925" y="1219263"/>
                    </a:lnTo>
                    <a:lnTo>
                      <a:pt x="288925" y="985901"/>
                    </a:lnTo>
                    <a:close/>
                  </a:path>
                  <a:path w="1644650" h="1219835">
                    <a:moveTo>
                      <a:pt x="1641475" y="800100"/>
                    </a:moveTo>
                    <a:lnTo>
                      <a:pt x="1352550" y="800100"/>
                    </a:lnTo>
                    <a:lnTo>
                      <a:pt x="1352550" y="1033462"/>
                    </a:lnTo>
                    <a:lnTo>
                      <a:pt x="1641475" y="1033462"/>
                    </a:lnTo>
                    <a:lnTo>
                      <a:pt x="1641475" y="800100"/>
                    </a:lnTo>
                    <a:close/>
                  </a:path>
                  <a:path w="1644650" h="1219835">
                    <a:moveTo>
                      <a:pt x="1644650" y="0"/>
                    </a:moveTo>
                    <a:lnTo>
                      <a:pt x="1355725" y="0"/>
                    </a:lnTo>
                    <a:lnTo>
                      <a:pt x="1355725" y="233362"/>
                    </a:lnTo>
                    <a:lnTo>
                      <a:pt x="1644650" y="233362"/>
                    </a:lnTo>
                    <a:lnTo>
                      <a:pt x="1644650" y="0"/>
                    </a:lnTo>
                    <a:close/>
                  </a:path>
                </a:pathLst>
              </a:custGeom>
              <a:solidFill>
                <a:srgbClr val="66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35">
                <a:extLst>
                  <a:ext uri="{FF2B5EF4-FFF2-40B4-BE49-F238E27FC236}">
                    <a16:creationId xmlns:a16="http://schemas.microsoft.com/office/drawing/2014/main" id="{63422F98-F7CE-B741-7889-900951148AA3}"/>
                  </a:ext>
                </a:extLst>
              </p:cNvPr>
              <p:cNvSpPr txBox="1"/>
              <p:nvPr/>
            </p:nvSpPr>
            <p:spPr>
              <a:xfrm>
                <a:off x="6154292" y="3909822"/>
                <a:ext cx="984885" cy="26924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10" dirty="0">
                    <a:latin typeface="Arial"/>
                    <a:cs typeface="Arial"/>
                  </a:rPr>
                  <a:t>223.1.3</a:t>
                </a:r>
                <a:r>
                  <a:rPr sz="1600" b="1" spc="-10" dirty="0">
                    <a:solidFill>
                      <a:srgbClr val="163793"/>
                    </a:solidFill>
                    <a:latin typeface="Arial"/>
                    <a:cs typeface="Arial"/>
                  </a:rPr>
                  <a:t>.27</a:t>
                </a:r>
                <a:endParaRPr sz="1600">
                  <a:latin typeface="Arial"/>
                  <a:cs typeface="Arial"/>
                </a:endParaRPr>
              </a:p>
            </p:txBody>
          </p:sp>
          <p:sp>
            <p:nvSpPr>
              <p:cNvPr id="60" name="object 36">
                <a:extLst>
                  <a:ext uri="{FF2B5EF4-FFF2-40B4-BE49-F238E27FC236}">
                    <a16:creationId xmlns:a16="http://schemas.microsoft.com/office/drawing/2014/main" id="{05DB0686-8980-E754-BE75-D1DF1500A544}"/>
                  </a:ext>
                </a:extLst>
              </p:cNvPr>
              <p:cNvSpPr txBox="1"/>
              <p:nvPr/>
            </p:nvSpPr>
            <p:spPr>
              <a:xfrm>
                <a:off x="7340600" y="3700017"/>
                <a:ext cx="871219" cy="26924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10" dirty="0">
                    <a:solidFill>
                      <a:srgbClr val="890000"/>
                    </a:solidFill>
                    <a:latin typeface="Arial"/>
                    <a:cs typeface="Arial"/>
                  </a:rPr>
                  <a:t>223.1.2</a:t>
                </a:r>
                <a:r>
                  <a:rPr sz="1600" b="1" spc="-10" dirty="0">
                    <a:solidFill>
                      <a:srgbClr val="163793"/>
                    </a:solidFill>
                    <a:latin typeface="Arial"/>
                    <a:cs typeface="Arial"/>
                  </a:rPr>
                  <a:t>.2</a:t>
                </a:r>
                <a:endParaRPr sz="1600">
                  <a:latin typeface="Arial"/>
                  <a:cs typeface="Arial"/>
                </a:endParaRPr>
              </a:p>
            </p:txBody>
          </p:sp>
          <p:sp>
            <p:nvSpPr>
              <p:cNvPr id="61" name="object 37">
                <a:extLst>
                  <a:ext uri="{FF2B5EF4-FFF2-40B4-BE49-F238E27FC236}">
                    <a16:creationId xmlns:a16="http://schemas.microsoft.com/office/drawing/2014/main" id="{D387FAA4-18C1-5E9E-DB98-A71569B547B7}"/>
                  </a:ext>
                </a:extLst>
              </p:cNvPr>
              <p:cNvSpPr txBox="1"/>
              <p:nvPr/>
            </p:nvSpPr>
            <p:spPr>
              <a:xfrm>
                <a:off x="7160514" y="2415031"/>
                <a:ext cx="871855" cy="26924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b="1" spc="-10" dirty="0">
                    <a:solidFill>
                      <a:srgbClr val="890000"/>
                    </a:solidFill>
                    <a:latin typeface="Arial"/>
                    <a:cs typeface="Arial"/>
                  </a:rPr>
                  <a:t>223.1.2</a:t>
                </a:r>
                <a:r>
                  <a:rPr sz="1600" b="1" spc="-10" dirty="0">
                    <a:solidFill>
                      <a:srgbClr val="163793"/>
                    </a:solidFill>
                    <a:latin typeface="Arial"/>
                    <a:cs typeface="Arial"/>
                  </a:rPr>
                  <a:t>.1</a:t>
                </a:r>
                <a:endParaRPr sz="1600">
                  <a:latin typeface="Arial"/>
                  <a:cs typeface="Arial"/>
                </a:endParaRPr>
              </a:p>
            </p:txBody>
          </p:sp>
          <p:sp>
            <p:nvSpPr>
              <p:cNvPr id="62" name="object 41">
                <a:extLst>
                  <a:ext uri="{FF2B5EF4-FFF2-40B4-BE49-F238E27FC236}">
                    <a16:creationId xmlns:a16="http://schemas.microsoft.com/office/drawing/2014/main" id="{A8472B7A-4847-A55B-6C91-1523632057A4}"/>
                  </a:ext>
                </a:extLst>
              </p:cNvPr>
              <p:cNvSpPr txBox="1"/>
              <p:nvPr/>
            </p:nvSpPr>
            <p:spPr>
              <a:xfrm>
                <a:off x="7137272" y="4343145"/>
                <a:ext cx="1022985" cy="3911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400" b="1" spc="-10" dirty="0">
                    <a:solidFill>
                      <a:srgbClr val="CC0000"/>
                    </a:solidFill>
                    <a:latin typeface="Arial"/>
                    <a:cs typeface="Arial"/>
                  </a:rPr>
                  <a:t>subnet</a:t>
                </a:r>
                <a:endParaRPr sz="2400">
                  <a:latin typeface="Arial"/>
                  <a:cs typeface="Arial"/>
                </a:endParaRPr>
              </a:p>
            </p:txBody>
          </p:sp>
          <p:grpSp>
            <p:nvGrpSpPr>
              <p:cNvPr id="63" name="object 42">
                <a:extLst>
                  <a:ext uri="{FF2B5EF4-FFF2-40B4-BE49-F238E27FC236}">
                    <a16:creationId xmlns:a16="http://schemas.microsoft.com/office/drawing/2014/main" id="{6F510228-8AB7-8BEE-A34D-719EC4112DC6}"/>
                  </a:ext>
                </a:extLst>
              </p:cNvPr>
              <p:cNvGrpSpPr/>
              <p:nvPr/>
            </p:nvGrpSpPr>
            <p:grpSpPr>
              <a:xfrm>
                <a:off x="5057140" y="2009013"/>
                <a:ext cx="2040889" cy="2880995"/>
                <a:chOff x="5057140" y="2009013"/>
                <a:chExt cx="2040889" cy="2880995"/>
              </a:xfrm>
            </p:grpSpPr>
            <p:sp>
              <p:nvSpPr>
                <p:cNvPr id="68" name="object 43">
                  <a:extLst>
                    <a:ext uri="{FF2B5EF4-FFF2-40B4-BE49-F238E27FC236}">
                      <a16:creationId xmlns:a16="http://schemas.microsoft.com/office/drawing/2014/main" id="{65B965E7-F434-BF37-B2E3-CF004683A2E1}"/>
                    </a:ext>
                  </a:extLst>
                </p:cNvPr>
                <p:cNvSpPr/>
                <p:nvPr/>
              </p:nvSpPr>
              <p:spPr>
                <a:xfrm>
                  <a:off x="6920865" y="4581905"/>
                  <a:ext cx="177165" cy="30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65" h="307975">
                      <a:moveTo>
                        <a:pt x="4063" y="222885"/>
                      </a:moveTo>
                      <a:lnTo>
                        <a:pt x="0" y="307975"/>
                      </a:lnTo>
                      <a:lnTo>
                        <a:pt x="70484" y="260223"/>
                      </a:lnTo>
                      <a:lnTo>
                        <a:pt x="62351" y="255651"/>
                      </a:lnTo>
                      <a:lnTo>
                        <a:pt x="36575" y="255651"/>
                      </a:lnTo>
                      <a:lnTo>
                        <a:pt x="25526" y="249428"/>
                      </a:lnTo>
                      <a:lnTo>
                        <a:pt x="31715" y="238428"/>
                      </a:lnTo>
                      <a:lnTo>
                        <a:pt x="4063" y="222885"/>
                      </a:lnTo>
                      <a:close/>
                    </a:path>
                    <a:path w="177165" h="307975">
                      <a:moveTo>
                        <a:pt x="31715" y="238428"/>
                      </a:moveTo>
                      <a:lnTo>
                        <a:pt x="25526" y="249428"/>
                      </a:lnTo>
                      <a:lnTo>
                        <a:pt x="36575" y="255651"/>
                      </a:lnTo>
                      <a:lnTo>
                        <a:pt x="42769" y="244642"/>
                      </a:lnTo>
                      <a:lnTo>
                        <a:pt x="31715" y="238428"/>
                      </a:lnTo>
                      <a:close/>
                    </a:path>
                    <a:path w="177165" h="307975">
                      <a:moveTo>
                        <a:pt x="42769" y="244642"/>
                      </a:moveTo>
                      <a:lnTo>
                        <a:pt x="36575" y="255651"/>
                      </a:lnTo>
                      <a:lnTo>
                        <a:pt x="62351" y="255651"/>
                      </a:lnTo>
                      <a:lnTo>
                        <a:pt x="42769" y="244642"/>
                      </a:lnTo>
                      <a:close/>
                    </a:path>
                    <a:path w="177165" h="307975">
                      <a:moveTo>
                        <a:pt x="165861" y="0"/>
                      </a:moveTo>
                      <a:lnTo>
                        <a:pt x="31715" y="238428"/>
                      </a:lnTo>
                      <a:lnTo>
                        <a:pt x="42769" y="244642"/>
                      </a:lnTo>
                      <a:lnTo>
                        <a:pt x="176910" y="6223"/>
                      </a:lnTo>
                      <a:lnTo>
                        <a:pt x="165861" y="0"/>
                      </a:lnTo>
                      <a:close/>
                    </a:path>
                  </a:pathLst>
                </a:custGeom>
                <a:solidFill>
                  <a:srgbClr val="CC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69" name="object 44">
                  <a:extLst>
                    <a:ext uri="{FF2B5EF4-FFF2-40B4-BE49-F238E27FC236}">
                      <a16:creationId xmlns:a16="http://schemas.microsoft.com/office/drawing/2014/main" id="{38CC1015-0E7E-5D12-F183-31DA735CB81D}"/>
                    </a:ext>
                  </a:extLst>
                </p:cNvPr>
                <p:cNvPicPr/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5057140" y="2009013"/>
                  <a:ext cx="75564" cy="195834"/>
                </a:xfrm>
                <a:prstGeom prst="rect">
                  <a:avLst/>
                </a:prstGeom>
              </p:spPr>
            </p:pic>
          </p:grpSp>
          <p:sp>
            <p:nvSpPr>
              <p:cNvPr id="64" name="object 46">
                <a:extLst>
                  <a:ext uri="{FF2B5EF4-FFF2-40B4-BE49-F238E27FC236}">
                    <a16:creationId xmlns:a16="http://schemas.microsoft.com/office/drawing/2014/main" id="{6DBE1D64-9374-D549-DC36-4B3E3D29601D}"/>
                  </a:ext>
                </a:extLst>
              </p:cNvPr>
              <p:cNvSpPr txBox="1"/>
              <p:nvPr/>
            </p:nvSpPr>
            <p:spPr>
              <a:xfrm>
                <a:off x="4391914" y="1639062"/>
                <a:ext cx="1440180" cy="33083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2000" b="1" spc="-10" dirty="0">
                    <a:solidFill>
                      <a:srgbClr val="163793"/>
                    </a:solidFill>
                    <a:latin typeface="Arial"/>
                    <a:cs typeface="Arial"/>
                  </a:rPr>
                  <a:t>223.1.1.0/24</a:t>
                </a:r>
                <a:endParaRPr sz="2000">
                  <a:latin typeface="Arial"/>
                  <a:cs typeface="Arial"/>
                </a:endParaRPr>
              </a:p>
            </p:txBody>
          </p:sp>
          <p:pic>
            <p:nvPicPr>
              <p:cNvPr id="65" name="object 48">
                <a:extLst>
                  <a:ext uri="{FF2B5EF4-FFF2-40B4-BE49-F238E27FC236}">
                    <a16:creationId xmlns:a16="http://schemas.microsoft.com/office/drawing/2014/main" id="{28139E1A-3549-D6E0-75C4-CB433F95C0D3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8284718" y="2199132"/>
                <a:ext cx="188086" cy="247522"/>
              </a:xfrm>
              <a:prstGeom prst="rect">
                <a:avLst/>
              </a:prstGeom>
            </p:spPr>
          </p:pic>
          <p:sp>
            <p:nvSpPr>
              <p:cNvPr id="66" name="object 49">
                <a:extLst>
                  <a:ext uri="{FF2B5EF4-FFF2-40B4-BE49-F238E27FC236}">
                    <a16:creationId xmlns:a16="http://schemas.microsoft.com/office/drawing/2014/main" id="{902C47EF-E2F3-33C0-F644-F49118109B2D}"/>
                  </a:ext>
                </a:extLst>
              </p:cNvPr>
              <p:cNvSpPr txBox="1"/>
              <p:nvPr/>
            </p:nvSpPr>
            <p:spPr>
              <a:xfrm>
                <a:off x="5959221" y="5895847"/>
                <a:ext cx="1440180" cy="331470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2000" b="1" spc="-10" dirty="0">
                    <a:solidFill>
                      <a:srgbClr val="163793"/>
                    </a:solidFill>
                    <a:latin typeface="Arial"/>
                    <a:cs typeface="Arial"/>
                  </a:rPr>
                  <a:t>223.1.3.0/24</a:t>
                </a:r>
                <a:endParaRPr sz="2000">
                  <a:latin typeface="Arial"/>
                  <a:cs typeface="Arial"/>
                </a:endParaRPr>
              </a:p>
            </p:txBody>
          </p:sp>
          <p:pic>
            <p:nvPicPr>
              <p:cNvPr id="67" name="object 50">
                <a:extLst>
                  <a:ext uri="{FF2B5EF4-FFF2-40B4-BE49-F238E27FC236}">
                    <a16:creationId xmlns:a16="http://schemas.microsoft.com/office/drawing/2014/main" id="{38367909-054F-1F24-DC5D-DF058FBAA8C5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6671564" y="5661253"/>
                <a:ext cx="76200" cy="250799"/>
              </a:xfrm>
              <a:prstGeom prst="rect">
                <a:avLst/>
              </a:prstGeom>
            </p:spPr>
          </p:pic>
        </p:grpSp>
      </p:grp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737C1CBB-B3E8-C16A-C002-C6DDE74664DA}"/>
              </a:ext>
            </a:extLst>
          </p:cNvPr>
          <p:cNvGrpSpPr/>
          <p:nvPr/>
        </p:nvGrpSpPr>
        <p:grpSpPr>
          <a:xfrm>
            <a:off x="839152" y="786455"/>
            <a:ext cx="4623816" cy="4588255"/>
            <a:chOff x="839152" y="786455"/>
            <a:chExt cx="4623816" cy="4588255"/>
          </a:xfrm>
        </p:grpSpPr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EF6ED7CD-C430-4AAA-D5E0-4912E3B69B23}"/>
                </a:ext>
              </a:extLst>
            </p:cNvPr>
            <p:cNvGrpSpPr/>
            <p:nvPr/>
          </p:nvGrpSpPr>
          <p:grpSpPr>
            <a:xfrm>
              <a:off x="839152" y="786455"/>
              <a:ext cx="4623816" cy="4588255"/>
              <a:chOff x="839152" y="786455"/>
              <a:chExt cx="4623816" cy="4588255"/>
            </a:xfrm>
          </p:grpSpPr>
          <p:grpSp>
            <p:nvGrpSpPr>
              <p:cNvPr id="94" name="组合 93">
                <a:extLst>
                  <a:ext uri="{FF2B5EF4-FFF2-40B4-BE49-F238E27FC236}">
                    <a16:creationId xmlns:a16="http://schemas.microsoft.com/office/drawing/2014/main" id="{FA108793-439B-7476-1642-4C94684678A1}"/>
                  </a:ext>
                </a:extLst>
              </p:cNvPr>
              <p:cNvGrpSpPr/>
              <p:nvPr/>
            </p:nvGrpSpPr>
            <p:grpSpPr>
              <a:xfrm>
                <a:off x="839152" y="786455"/>
                <a:ext cx="4623816" cy="4588255"/>
                <a:chOff x="4391914" y="1639062"/>
                <a:chExt cx="4623816" cy="4588255"/>
              </a:xfrm>
            </p:grpSpPr>
            <p:sp>
              <p:nvSpPr>
                <p:cNvPr id="95" name="object 47">
                  <a:extLst>
                    <a:ext uri="{FF2B5EF4-FFF2-40B4-BE49-F238E27FC236}">
                      <a16:creationId xmlns:a16="http://schemas.microsoft.com/office/drawing/2014/main" id="{D576499C-47C8-CDA0-F317-1AC33B77AF3A}"/>
                    </a:ext>
                  </a:extLst>
                </p:cNvPr>
                <p:cNvSpPr txBox="1"/>
                <p:nvPr/>
              </p:nvSpPr>
              <p:spPr>
                <a:xfrm>
                  <a:off x="7575550" y="1833752"/>
                  <a:ext cx="1440180" cy="330835"/>
                </a:xfrm>
                <a:prstGeom prst="rect">
                  <a:avLst/>
                </a:prstGeom>
              </p:spPr>
              <p:txBody>
                <a:bodyPr vert="horz" wrap="square" lIns="0" tIns="13335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5"/>
                    </a:spcBef>
                  </a:pPr>
                  <a:r>
                    <a:rPr sz="2000" b="1" spc="-10" dirty="0">
                      <a:solidFill>
                        <a:srgbClr val="163793"/>
                      </a:solidFill>
                      <a:latin typeface="Arial"/>
                      <a:cs typeface="Arial"/>
                    </a:rPr>
                    <a:t>223.1.2.0/24</a:t>
                  </a:r>
                  <a:endParaRPr sz="2000">
                    <a:latin typeface="Arial"/>
                    <a:cs typeface="Arial"/>
                  </a:endParaRPr>
                </a:p>
              </p:txBody>
            </p:sp>
            <p:grpSp>
              <p:nvGrpSpPr>
                <p:cNvPr id="96" name="组合 95">
                  <a:extLst>
                    <a:ext uri="{FF2B5EF4-FFF2-40B4-BE49-F238E27FC236}">
                      <a16:creationId xmlns:a16="http://schemas.microsoft.com/office/drawing/2014/main" id="{3E367F2C-7EF2-A2CE-93DC-7C5977B2C3C5}"/>
                    </a:ext>
                  </a:extLst>
                </p:cNvPr>
                <p:cNvGrpSpPr/>
                <p:nvPr/>
              </p:nvGrpSpPr>
              <p:grpSpPr>
                <a:xfrm>
                  <a:off x="4391914" y="1639062"/>
                  <a:ext cx="4455071" cy="4588255"/>
                  <a:chOff x="4391914" y="1639062"/>
                  <a:chExt cx="4455071" cy="4588255"/>
                </a:xfrm>
              </p:grpSpPr>
              <p:grpSp>
                <p:nvGrpSpPr>
                  <p:cNvPr id="97" name="object 2">
                    <a:extLst>
                      <a:ext uri="{FF2B5EF4-FFF2-40B4-BE49-F238E27FC236}">
                        <a16:creationId xmlns:a16="http://schemas.microsoft.com/office/drawing/2014/main" id="{BAA510F2-C2C1-E94E-976C-9B813BE453B9}"/>
                      </a:ext>
                    </a:extLst>
                  </p:cNvPr>
                  <p:cNvGrpSpPr/>
                  <p:nvPr/>
                </p:nvGrpSpPr>
                <p:grpSpPr>
                  <a:xfrm>
                    <a:off x="4465485" y="2137320"/>
                    <a:ext cx="4381500" cy="3644900"/>
                    <a:chOff x="4465485" y="2137320"/>
                    <a:chExt cx="4381500" cy="3644900"/>
                  </a:xfrm>
                </p:grpSpPr>
                <p:sp>
                  <p:nvSpPr>
                    <p:cNvPr id="139" name="object 3">
                      <a:extLst>
                        <a:ext uri="{FF2B5EF4-FFF2-40B4-BE49-F238E27FC236}">
                          <a16:creationId xmlns:a16="http://schemas.microsoft.com/office/drawing/2014/main" id="{277211AA-5E4E-FF21-5FF9-D70EC9D931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65485" y="2137320"/>
                      <a:ext cx="4381500" cy="3644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81500" h="3644900">
                          <a:moveTo>
                            <a:pt x="1906790" y="1273035"/>
                          </a:moveTo>
                          <a:lnTo>
                            <a:pt x="1902942" y="1220863"/>
                          </a:lnTo>
                          <a:lnTo>
                            <a:pt x="1890229" y="1144358"/>
                          </a:lnTo>
                          <a:lnTo>
                            <a:pt x="1864042" y="1098969"/>
                          </a:lnTo>
                          <a:lnTo>
                            <a:pt x="1809635" y="1070724"/>
                          </a:lnTo>
                          <a:lnTo>
                            <a:pt x="1733181" y="1055865"/>
                          </a:lnTo>
                          <a:lnTo>
                            <a:pt x="1688604" y="1052271"/>
                          </a:lnTo>
                          <a:lnTo>
                            <a:pt x="1640827" y="1050582"/>
                          </a:lnTo>
                          <a:lnTo>
                            <a:pt x="1590611" y="1050353"/>
                          </a:lnTo>
                          <a:lnTo>
                            <a:pt x="1538732" y="1051102"/>
                          </a:lnTo>
                          <a:lnTo>
                            <a:pt x="1433080" y="1053604"/>
                          </a:lnTo>
                          <a:lnTo>
                            <a:pt x="1380832" y="1054430"/>
                          </a:lnTo>
                          <a:lnTo>
                            <a:pt x="1330020" y="1054328"/>
                          </a:lnTo>
                          <a:lnTo>
                            <a:pt x="1281379" y="1052830"/>
                          </a:lnTo>
                          <a:lnTo>
                            <a:pt x="1235710" y="1049464"/>
                          </a:lnTo>
                          <a:lnTo>
                            <a:pt x="1193761" y="1043762"/>
                          </a:lnTo>
                          <a:lnTo>
                            <a:pt x="1156309" y="1035240"/>
                          </a:lnTo>
                          <a:lnTo>
                            <a:pt x="1098003" y="1007833"/>
                          </a:lnTo>
                          <a:lnTo>
                            <a:pt x="1058265" y="945019"/>
                          </a:lnTo>
                          <a:lnTo>
                            <a:pt x="1043419" y="906297"/>
                          </a:lnTo>
                          <a:lnTo>
                            <a:pt x="1031455" y="863498"/>
                          </a:lnTo>
                          <a:lnTo>
                            <a:pt x="1022032" y="817219"/>
                          </a:lnTo>
                          <a:lnTo>
                            <a:pt x="1014793" y="768045"/>
                          </a:lnTo>
                          <a:lnTo>
                            <a:pt x="1009408" y="716559"/>
                          </a:lnTo>
                          <a:lnTo>
                            <a:pt x="1005509" y="663371"/>
                          </a:lnTo>
                          <a:lnTo>
                            <a:pt x="1002766" y="609066"/>
                          </a:lnTo>
                          <a:lnTo>
                            <a:pt x="1000810" y="554240"/>
                          </a:lnTo>
                          <a:lnTo>
                            <a:pt x="997915" y="445401"/>
                          </a:lnTo>
                          <a:lnTo>
                            <a:pt x="996276" y="392569"/>
                          </a:lnTo>
                          <a:lnTo>
                            <a:pt x="994041" y="341591"/>
                          </a:lnTo>
                          <a:lnTo>
                            <a:pt x="990879" y="293052"/>
                          </a:lnTo>
                          <a:lnTo>
                            <a:pt x="986421" y="247561"/>
                          </a:lnTo>
                          <a:lnTo>
                            <a:pt x="980325" y="205689"/>
                          </a:lnTo>
                          <a:lnTo>
                            <a:pt x="972261" y="168046"/>
                          </a:lnTo>
                          <a:lnTo>
                            <a:pt x="948778" y="107784"/>
                          </a:lnTo>
                          <a:lnTo>
                            <a:pt x="920089" y="69138"/>
                          </a:lnTo>
                          <a:lnTo>
                            <a:pt x="887260" y="41389"/>
                          </a:lnTo>
                          <a:lnTo>
                            <a:pt x="850963" y="22987"/>
                          </a:lnTo>
                          <a:lnTo>
                            <a:pt x="811860" y="12395"/>
                          </a:lnTo>
                          <a:lnTo>
                            <a:pt x="770610" y="8051"/>
                          </a:lnTo>
                          <a:lnTo>
                            <a:pt x="727900" y="8420"/>
                          </a:lnTo>
                          <a:lnTo>
                            <a:pt x="684364" y="11950"/>
                          </a:lnTo>
                          <a:lnTo>
                            <a:pt x="597535" y="22313"/>
                          </a:lnTo>
                          <a:lnTo>
                            <a:pt x="555561" y="26047"/>
                          </a:lnTo>
                          <a:lnTo>
                            <a:pt x="515454" y="26758"/>
                          </a:lnTo>
                          <a:lnTo>
                            <a:pt x="470827" y="23444"/>
                          </a:lnTo>
                          <a:lnTo>
                            <a:pt x="423468" y="17411"/>
                          </a:lnTo>
                          <a:lnTo>
                            <a:pt x="374548" y="10375"/>
                          </a:lnTo>
                          <a:lnTo>
                            <a:pt x="325234" y="4013"/>
                          </a:lnTo>
                          <a:lnTo>
                            <a:pt x="276707" y="0"/>
                          </a:lnTo>
                          <a:lnTo>
                            <a:pt x="230124" y="38"/>
                          </a:lnTo>
                          <a:lnTo>
                            <a:pt x="186677" y="5803"/>
                          </a:lnTo>
                          <a:lnTo>
                            <a:pt x="147535" y="18999"/>
                          </a:lnTo>
                          <a:lnTo>
                            <a:pt x="113855" y="41300"/>
                          </a:lnTo>
                          <a:lnTo>
                            <a:pt x="86829" y="74383"/>
                          </a:lnTo>
                          <a:lnTo>
                            <a:pt x="61874" y="140995"/>
                          </a:lnTo>
                          <a:lnTo>
                            <a:pt x="53581" y="183743"/>
                          </a:lnTo>
                          <a:lnTo>
                            <a:pt x="47637" y="231482"/>
                          </a:lnTo>
                          <a:lnTo>
                            <a:pt x="43751" y="283248"/>
                          </a:lnTo>
                          <a:lnTo>
                            <a:pt x="41605" y="338061"/>
                          </a:lnTo>
                          <a:lnTo>
                            <a:pt x="40881" y="394944"/>
                          </a:lnTo>
                          <a:lnTo>
                            <a:pt x="41275" y="452932"/>
                          </a:lnTo>
                          <a:lnTo>
                            <a:pt x="42456" y="511048"/>
                          </a:lnTo>
                          <a:lnTo>
                            <a:pt x="47650" y="676389"/>
                          </a:lnTo>
                          <a:lnTo>
                            <a:pt x="48882" y="725271"/>
                          </a:lnTo>
                          <a:lnTo>
                            <a:pt x="49352" y="769404"/>
                          </a:lnTo>
                          <a:lnTo>
                            <a:pt x="48729" y="807808"/>
                          </a:lnTo>
                          <a:lnTo>
                            <a:pt x="46494" y="886091"/>
                          </a:lnTo>
                          <a:lnTo>
                            <a:pt x="45720" y="948093"/>
                          </a:lnTo>
                          <a:lnTo>
                            <a:pt x="45885" y="1043889"/>
                          </a:lnTo>
                          <a:lnTo>
                            <a:pt x="45491" y="1088009"/>
                          </a:lnTo>
                          <a:lnTo>
                            <a:pt x="43903" y="1136484"/>
                          </a:lnTo>
                          <a:lnTo>
                            <a:pt x="40830" y="1188478"/>
                          </a:lnTo>
                          <a:lnTo>
                            <a:pt x="36690" y="1239659"/>
                          </a:lnTo>
                          <a:lnTo>
                            <a:pt x="27355" y="1339646"/>
                          </a:lnTo>
                          <a:lnTo>
                            <a:pt x="23215" y="1388452"/>
                          </a:lnTo>
                          <a:lnTo>
                            <a:pt x="20154" y="1436458"/>
                          </a:lnTo>
                          <a:lnTo>
                            <a:pt x="15887" y="1484922"/>
                          </a:lnTo>
                          <a:lnTo>
                            <a:pt x="3429" y="1582915"/>
                          </a:lnTo>
                          <a:lnTo>
                            <a:pt x="0" y="1629791"/>
                          </a:lnTo>
                          <a:lnTo>
                            <a:pt x="1600" y="1673491"/>
                          </a:lnTo>
                          <a:lnTo>
                            <a:pt x="10629" y="1712683"/>
                          </a:lnTo>
                          <a:lnTo>
                            <a:pt x="34048" y="1780959"/>
                          </a:lnTo>
                          <a:lnTo>
                            <a:pt x="78676" y="1837588"/>
                          </a:lnTo>
                          <a:lnTo>
                            <a:pt x="122148" y="1860562"/>
                          </a:lnTo>
                          <a:lnTo>
                            <a:pt x="186778" y="1879434"/>
                          </a:lnTo>
                          <a:lnTo>
                            <a:pt x="262801" y="1894814"/>
                          </a:lnTo>
                          <a:lnTo>
                            <a:pt x="310019" y="1903501"/>
                          </a:lnTo>
                          <a:lnTo>
                            <a:pt x="361950" y="1912366"/>
                          </a:lnTo>
                          <a:lnTo>
                            <a:pt x="417537" y="1921040"/>
                          </a:lnTo>
                          <a:lnTo>
                            <a:pt x="475691" y="1929168"/>
                          </a:lnTo>
                          <a:lnTo>
                            <a:pt x="535368" y="1936394"/>
                          </a:lnTo>
                          <a:lnTo>
                            <a:pt x="595490" y="1942338"/>
                          </a:lnTo>
                          <a:lnTo>
                            <a:pt x="654989" y="1946630"/>
                          </a:lnTo>
                          <a:lnTo>
                            <a:pt x="712812" y="1948929"/>
                          </a:lnTo>
                          <a:lnTo>
                            <a:pt x="767867" y="1948840"/>
                          </a:lnTo>
                          <a:lnTo>
                            <a:pt x="819111" y="1946033"/>
                          </a:lnTo>
                          <a:lnTo>
                            <a:pt x="865466" y="1940115"/>
                          </a:lnTo>
                          <a:lnTo>
                            <a:pt x="905865" y="1930742"/>
                          </a:lnTo>
                          <a:lnTo>
                            <a:pt x="966317" y="1897430"/>
                          </a:lnTo>
                          <a:lnTo>
                            <a:pt x="997115" y="1837905"/>
                          </a:lnTo>
                          <a:lnTo>
                            <a:pt x="1006030" y="1760004"/>
                          </a:lnTo>
                          <a:lnTo>
                            <a:pt x="1005751" y="1716951"/>
                          </a:lnTo>
                          <a:lnTo>
                            <a:pt x="1002639" y="1628178"/>
                          </a:lnTo>
                          <a:lnTo>
                            <a:pt x="1002576" y="1584693"/>
                          </a:lnTo>
                          <a:lnTo>
                            <a:pt x="1005344" y="1543265"/>
                          </a:lnTo>
                          <a:lnTo>
                            <a:pt x="1012355" y="1505038"/>
                          </a:lnTo>
                          <a:lnTo>
                            <a:pt x="1044600" y="1442593"/>
                          </a:lnTo>
                          <a:lnTo>
                            <a:pt x="1104963" y="1406715"/>
                          </a:lnTo>
                          <a:lnTo>
                            <a:pt x="1144244" y="1396911"/>
                          </a:lnTo>
                          <a:lnTo>
                            <a:pt x="1189431" y="1390662"/>
                          </a:lnTo>
                          <a:lnTo>
                            <a:pt x="1239494" y="1387436"/>
                          </a:lnTo>
                          <a:lnTo>
                            <a:pt x="1293431" y="1386738"/>
                          </a:lnTo>
                          <a:lnTo>
                            <a:pt x="1350213" y="1388046"/>
                          </a:lnTo>
                          <a:lnTo>
                            <a:pt x="1408849" y="1390840"/>
                          </a:lnTo>
                          <a:lnTo>
                            <a:pt x="1468310" y="1394625"/>
                          </a:lnTo>
                          <a:lnTo>
                            <a:pt x="1585658" y="1403057"/>
                          </a:lnTo>
                          <a:lnTo>
                            <a:pt x="1641525" y="1406677"/>
                          </a:lnTo>
                          <a:lnTo>
                            <a:pt x="1694154" y="1409230"/>
                          </a:lnTo>
                          <a:lnTo>
                            <a:pt x="1742541" y="1410195"/>
                          </a:lnTo>
                          <a:lnTo>
                            <a:pt x="1785683" y="1409039"/>
                          </a:lnTo>
                          <a:lnTo>
                            <a:pt x="1822538" y="1405267"/>
                          </a:lnTo>
                          <a:lnTo>
                            <a:pt x="1852129" y="1398358"/>
                          </a:lnTo>
                          <a:lnTo>
                            <a:pt x="1891601" y="1336408"/>
                          </a:lnTo>
                          <a:lnTo>
                            <a:pt x="1902701" y="1308887"/>
                          </a:lnTo>
                          <a:lnTo>
                            <a:pt x="1906790" y="1273035"/>
                          </a:lnTo>
                          <a:close/>
                        </a:path>
                        <a:path w="4381500" h="3644900">
                          <a:moveTo>
                            <a:pt x="3208210" y="3510229"/>
                          </a:moveTo>
                          <a:lnTo>
                            <a:pt x="3206369" y="3467087"/>
                          </a:lnTo>
                          <a:lnTo>
                            <a:pt x="3201505" y="3416135"/>
                          </a:lnTo>
                          <a:lnTo>
                            <a:pt x="3190163" y="3339033"/>
                          </a:lnTo>
                          <a:lnTo>
                            <a:pt x="3180816" y="3292729"/>
                          </a:lnTo>
                          <a:lnTo>
                            <a:pt x="3169043" y="3242881"/>
                          </a:lnTo>
                          <a:lnTo>
                            <a:pt x="3154896" y="3190735"/>
                          </a:lnTo>
                          <a:lnTo>
                            <a:pt x="3138398" y="3137484"/>
                          </a:lnTo>
                          <a:lnTo>
                            <a:pt x="3119577" y="3084372"/>
                          </a:lnTo>
                          <a:lnTo>
                            <a:pt x="3098482" y="3032633"/>
                          </a:lnTo>
                          <a:lnTo>
                            <a:pt x="3075140" y="2983458"/>
                          </a:lnTo>
                          <a:lnTo>
                            <a:pt x="3049587" y="2938107"/>
                          </a:lnTo>
                          <a:lnTo>
                            <a:pt x="3021838" y="2897771"/>
                          </a:lnTo>
                          <a:lnTo>
                            <a:pt x="2991955" y="2863685"/>
                          </a:lnTo>
                          <a:lnTo>
                            <a:pt x="2928569" y="2824823"/>
                          </a:lnTo>
                          <a:lnTo>
                            <a:pt x="2890431" y="2813723"/>
                          </a:lnTo>
                          <a:lnTo>
                            <a:pt x="2849156" y="2806535"/>
                          </a:lnTo>
                          <a:lnTo>
                            <a:pt x="2805607" y="2802077"/>
                          </a:lnTo>
                          <a:lnTo>
                            <a:pt x="2760637" y="2799105"/>
                          </a:lnTo>
                          <a:lnTo>
                            <a:pt x="2715120" y="2796400"/>
                          </a:lnTo>
                          <a:lnTo>
                            <a:pt x="2669921" y="2792742"/>
                          </a:lnTo>
                          <a:lnTo>
                            <a:pt x="2625902" y="2786926"/>
                          </a:lnTo>
                          <a:lnTo>
                            <a:pt x="2583916" y="2777731"/>
                          </a:lnTo>
                          <a:lnTo>
                            <a:pt x="2544851" y="2763926"/>
                          </a:lnTo>
                          <a:lnTo>
                            <a:pt x="2509545" y="2744305"/>
                          </a:lnTo>
                          <a:lnTo>
                            <a:pt x="2478887" y="2717635"/>
                          </a:lnTo>
                          <a:lnTo>
                            <a:pt x="2453729" y="2682710"/>
                          </a:lnTo>
                          <a:lnTo>
                            <a:pt x="2426855" y="2612174"/>
                          </a:lnTo>
                          <a:lnTo>
                            <a:pt x="2417267" y="2568702"/>
                          </a:lnTo>
                          <a:lnTo>
                            <a:pt x="2409875" y="2520734"/>
                          </a:lnTo>
                          <a:lnTo>
                            <a:pt x="2404414" y="2468981"/>
                          </a:lnTo>
                          <a:lnTo>
                            <a:pt x="2400579" y="2414181"/>
                          </a:lnTo>
                          <a:lnTo>
                            <a:pt x="2398103" y="2357056"/>
                          </a:lnTo>
                          <a:lnTo>
                            <a:pt x="2396706" y="2298331"/>
                          </a:lnTo>
                          <a:lnTo>
                            <a:pt x="2396121" y="2238718"/>
                          </a:lnTo>
                          <a:lnTo>
                            <a:pt x="2396350" y="2061895"/>
                          </a:lnTo>
                          <a:lnTo>
                            <a:pt x="2396172" y="2006041"/>
                          </a:lnTo>
                          <a:lnTo>
                            <a:pt x="2395397" y="1952917"/>
                          </a:lnTo>
                          <a:lnTo>
                            <a:pt x="2393746" y="1903285"/>
                          </a:lnTo>
                          <a:lnTo>
                            <a:pt x="2390940" y="1857844"/>
                          </a:lnTo>
                          <a:lnTo>
                            <a:pt x="2386711" y="1817331"/>
                          </a:lnTo>
                          <a:lnTo>
                            <a:pt x="2372830" y="1753958"/>
                          </a:lnTo>
                          <a:lnTo>
                            <a:pt x="2336571" y="1734388"/>
                          </a:lnTo>
                          <a:lnTo>
                            <a:pt x="2279954" y="1710537"/>
                          </a:lnTo>
                          <a:lnTo>
                            <a:pt x="2243709" y="1709178"/>
                          </a:lnTo>
                          <a:lnTo>
                            <a:pt x="2191588" y="1716824"/>
                          </a:lnTo>
                          <a:lnTo>
                            <a:pt x="2115655" y="1734908"/>
                          </a:lnTo>
                          <a:lnTo>
                            <a:pt x="2076665" y="1760524"/>
                          </a:lnTo>
                          <a:lnTo>
                            <a:pt x="2052231" y="1809737"/>
                          </a:lnTo>
                          <a:lnTo>
                            <a:pt x="2039429" y="1878457"/>
                          </a:lnTo>
                          <a:lnTo>
                            <a:pt x="2036495" y="1918843"/>
                          </a:lnTo>
                          <a:lnTo>
                            <a:pt x="2035378" y="1962569"/>
                          </a:lnTo>
                          <a:lnTo>
                            <a:pt x="2035733" y="2009101"/>
                          </a:lnTo>
                          <a:lnTo>
                            <a:pt x="2037181" y="2057946"/>
                          </a:lnTo>
                          <a:lnTo>
                            <a:pt x="2039378" y="2108568"/>
                          </a:lnTo>
                          <a:lnTo>
                            <a:pt x="2044534" y="2213140"/>
                          </a:lnTo>
                          <a:lnTo>
                            <a:pt x="2046782" y="2266035"/>
                          </a:lnTo>
                          <a:lnTo>
                            <a:pt x="2048332" y="2318677"/>
                          </a:lnTo>
                          <a:lnTo>
                            <a:pt x="2048802" y="2370531"/>
                          </a:lnTo>
                          <a:lnTo>
                            <a:pt x="2047836" y="2421090"/>
                          </a:lnTo>
                          <a:lnTo>
                            <a:pt x="2045093" y="2469832"/>
                          </a:lnTo>
                          <a:lnTo>
                            <a:pt x="2040191" y="2516251"/>
                          </a:lnTo>
                          <a:lnTo>
                            <a:pt x="2032774" y="2559824"/>
                          </a:lnTo>
                          <a:lnTo>
                            <a:pt x="2022487" y="2600045"/>
                          </a:lnTo>
                          <a:lnTo>
                            <a:pt x="2008949" y="2636405"/>
                          </a:lnTo>
                          <a:lnTo>
                            <a:pt x="1965071" y="2708237"/>
                          </a:lnTo>
                          <a:lnTo>
                            <a:pt x="1932965" y="2745587"/>
                          </a:lnTo>
                          <a:lnTo>
                            <a:pt x="1896224" y="2780614"/>
                          </a:lnTo>
                          <a:lnTo>
                            <a:pt x="1855571" y="2813481"/>
                          </a:lnTo>
                          <a:lnTo>
                            <a:pt x="1811769" y="2844393"/>
                          </a:lnTo>
                          <a:lnTo>
                            <a:pt x="1765541" y="2873540"/>
                          </a:lnTo>
                          <a:lnTo>
                            <a:pt x="1717598" y="2901099"/>
                          </a:lnTo>
                          <a:lnTo>
                            <a:pt x="1668703" y="2927248"/>
                          </a:lnTo>
                          <a:lnTo>
                            <a:pt x="1619567" y="2952191"/>
                          </a:lnTo>
                          <a:lnTo>
                            <a:pt x="1478089" y="3021596"/>
                          </a:lnTo>
                          <a:lnTo>
                            <a:pt x="1435341" y="3043542"/>
                          </a:lnTo>
                          <a:lnTo>
                            <a:pt x="1396034" y="3065208"/>
                          </a:lnTo>
                          <a:lnTo>
                            <a:pt x="1360893" y="3086785"/>
                          </a:lnTo>
                          <a:lnTo>
                            <a:pt x="1306029" y="3130385"/>
                          </a:lnTo>
                          <a:lnTo>
                            <a:pt x="1264043" y="3181883"/>
                          </a:lnTo>
                          <a:lnTo>
                            <a:pt x="1240320" y="3229305"/>
                          </a:lnTo>
                          <a:lnTo>
                            <a:pt x="1230934" y="3273234"/>
                          </a:lnTo>
                          <a:lnTo>
                            <a:pt x="1231963" y="3314268"/>
                          </a:lnTo>
                          <a:lnTo>
                            <a:pt x="1239507" y="3352952"/>
                          </a:lnTo>
                          <a:lnTo>
                            <a:pt x="1249616" y="3389896"/>
                          </a:lnTo>
                          <a:lnTo>
                            <a:pt x="1258404" y="3425660"/>
                          </a:lnTo>
                          <a:lnTo>
                            <a:pt x="1267244" y="3467392"/>
                          </a:lnTo>
                          <a:lnTo>
                            <a:pt x="1279385" y="3508718"/>
                          </a:lnTo>
                          <a:lnTo>
                            <a:pt x="1297089" y="3547668"/>
                          </a:lnTo>
                          <a:lnTo>
                            <a:pt x="1322590" y="3582263"/>
                          </a:lnTo>
                          <a:lnTo>
                            <a:pt x="1358138" y="3610508"/>
                          </a:lnTo>
                          <a:lnTo>
                            <a:pt x="1405978" y="3630409"/>
                          </a:lnTo>
                          <a:lnTo>
                            <a:pt x="1487043" y="3639972"/>
                          </a:lnTo>
                          <a:lnTo>
                            <a:pt x="1536788" y="3639477"/>
                          </a:lnTo>
                          <a:lnTo>
                            <a:pt x="1590649" y="3636429"/>
                          </a:lnTo>
                          <a:lnTo>
                            <a:pt x="1647126" y="3631603"/>
                          </a:lnTo>
                          <a:lnTo>
                            <a:pt x="1704695" y="3625723"/>
                          </a:lnTo>
                          <a:lnTo>
                            <a:pt x="1817052" y="3613797"/>
                          </a:lnTo>
                          <a:lnTo>
                            <a:pt x="1868817" y="3609238"/>
                          </a:lnTo>
                          <a:lnTo>
                            <a:pt x="1915629" y="3606596"/>
                          </a:lnTo>
                          <a:lnTo>
                            <a:pt x="1971840" y="3604857"/>
                          </a:lnTo>
                          <a:lnTo>
                            <a:pt x="2018588" y="3603688"/>
                          </a:lnTo>
                          <a:lnTo>
                            <a:pt x="2060790" y="3603104"/>
                          </a:lnTo>
                          <a:lnTo>
                            <a:pt x="2103335" y="3603104"/>
                          </a:lnTo>
                          <a:lnTo>
                            <a:pt x="2151151" y="3603688"/>
                          </a:lnTo>
                          <a:lnTo>
                            <a:pt x="2282279" y="3606596"/>
                          </a:lnTo>
                          <a:lnTo>
                            <a:pt x="2321141" y="3608057"/>
                          </a:lnTo>
                          <a:lnTo>
                            <a:pt x="2365159" y="3610495"/>
                          </a:lnTo>
                          <a:lnTo>
                            <a:pt x="2413520" y="3613734"/>
                          </a:lnTo>
                          <a:lnTo>
                            <a:pt x="2634399" y="3630460"/>
                          </a:lnTo>
                          <a:lnTo>
                            <a:pt x="2692463" y="3634587"/>
                          </a:lnTo>
                          <a:lnTo>
                            <a:pt x="2750070" y="3638283"/>
                          </a:lnTo>
                          <a:lnTo>
                            <a:pt x="2806395" y="3641344"/>
                          </a:lnTo>
                          <a:lnTo>
                            <a:pt x="2860662" y="3643579"/>
                          </a:lnTo>
                          <a:lnTo>
                            <a:pt x="2912046" y="3644773"/>
                          </a:lnTo>
                          <a:lnTo>
                            <a:pt x="2959760" y="3644735"/>
                          </a:lnTo>
                          <a:lnTo>
                            <a:pt x="3003004" y="3643261"/>
                          </a:lnTo>
                          <a:lnTo>
                            <a:pt x="3072854" y="3635171"/>
                          </a:lnTo>
                          <a:lnTo>
                            <a:pt x="3128632" y="3619792"/>
                          </a:lnTo>
                          <a:lnTo>
                            <a:pt x="3167227" y="3600361"/>
                          </a:lnTo>
                          <a:lnTo>
                            <a:pt x="3204184" y="3546322"/>
                          </a:lnTo>
                          <a:lnTo>
                            <a:pt x="3208210" y="3510229"/>
                          </a:lnTo>
                          <a:close/>
                        </a:path>
                        <a:path w="4381500" h="3644900">
                          <a:moveTo>
                            <a:pt x="4381093" y="1975573"/>
                          </a:moveTo>
                          <a:lnTo>
                            <a:pt x="4380839" y="1936203"/>
                          </a:lnTo>
                          <a:lnTo>
                            <a:pt x="4371987" y="1893963"/>
                          </a:lnTo>
                          <a:lnTo>
                            <a:pt x="4357395" y="1849818"/>
                          </a:lnTo>
                          <a:lnTo>
                            <a:pt x="4322318" y="1759572"/>
                          </a:lnTo>
                          <a:lnTo>
                            <a:pt x="4307548" y="1715376"/>
                          </a:lnTo>
                          <a:lnTo>
                            <a:pt x="4298404" y="1673059"/>
                          </a:lnTo>
                          <a:lnTo>
                            <a:pt x="4292600" y="1620088"/>
                          </a:lnTo>
                          <a:lnTo>
                            <a:pt x="4288917" y="1569491"/>
                          </a:lnTo>
                          <a:lnTo>
                            <a:pt x="4286542" y="1519440"/>
                          </a:lnTo>
                          <a:lnTo>
                            <a:pt x="4282554" y="1413510"/>
                          </a:lnTo>
                          <a:lnTo>
                            <a:pt x="4279354" y="1353908"/>
                          </a:lnTo>
                          <a:lnTo>
                            <a:pt x="4275810" y="1304658"/>
                          </a:lnTo>
                          <a:lnTo>
                            <a:pt x="4266704" y="1196289"/>
                          </a:lnTo>
                          <a:lnTo>
                            <a:pt x="4262145" y="1139647"/>
                          </a:lnTo>
                          <a:lnTo>
                            <a:pt x="4258246" y="1083005"/>
                          </a:lnTo>
                          <a:lnTo>
                            <a:pt x="4255528" y="1027569"/>
                          </a:lnTo>
                          <a:lnTo>
                            <a:pt x="4254474" y="974598"/>
                          </a:lnTo>
                          <a:lnTo>
                            <a:pt x="4255605" y="925283"/>
                          </a:lnTo>
                          <a:lnTo>
                            <a:pt x="4261294" y="873036"/>
                          </a:lnTo>
                          <a:lnTo>
                            <a:pt x="4271594" y="823379"/>
                          </a:lnTo>
                          <a:lnTo>
                            <a:pt x="4284510" y="775817"/>
                          </a:lnTo>
                          <a:lnTo>
                            <a:pt x="4298035" y="729881"/>
                          </a:lnTo>
                          <a:lnTo>
                            <a:pt x="4310164" y="685050"/>
                          </a:lnTo>
                          <a:lnTo>
                            <a:pt x="4318914" y="640829"/>
                          </a:lnTo>
                          <a:lnTo>
                            <a:pt x="4322280" y="596734"/>
                          </a:lnTo>
                          <a:lnTo>
                            <a:pt x="4325023" y="556107"/>
                          </a:lnTo>
                          <a:lnTo>
                            <a:pt x="4337418" y="469074"/>
                          </a:lnTo>
                          <a:lnTo>
                            <a:pt x="4340720" y="426453"/>
                          </a:lnTo>
                          <a:lnTo>
                            <a:pt x="4337837" y="386956"/>
                          </a:lnTo>
                          <a:lnTo>
                            <a:pt x="4325594" y="352475"/>
                          </a:lnTo>
                          <a:lnTo>
                            <a:pt x="4260304" y="306158"/>
                          </a:lnTo>
                          <a:lnTo>
                            <a:pt x="4192447" y="292976"/>
                          </a:lnTo>
                          <a:lnTo>
                            <a:pt x="4148759" y="287756"/>
                          </a:lnTo>
                          <a:lnTo>
                            <a:pt x="4100004" y="283743"/>
                          </a:lnTo>
                          <a:lnTo>
                            <a:pt x="4047248" y="281165"/>
                          </a:lnTo>
                          <a:lnTo>
                            <a:pt x="3991572" y="280225"/>
                          </a:lnTo>
                          <a:lnTo>
                            <a:pt x="3934041" y="281165"/>
                          </a:lnTo>
                          <a:lnTo>
                            <a:pt x="3875735" y="284187"/>
                          </a:lnTo>
                          <a:lnTo>
                            <a:pt x="3817747" y="289521"/>
                          </a:lnTo>
                          <a:lnTo>
                            <a:pt x="3761130" y="297383"/>
                          </a:lnTo>
                          <a:lnTo>
                            <a:pt x="3706977" y="308000"/>
                          </a:lnTo>
                          <a:lnTo>
                            <a:pt x="3656342" y="321589"/>
                          </a:lnTo>
                          <a:lnTo>
                            <a:pt x="3610318" y="338366"/>
                          </a:lnTo>
                          <a:lnTo>
                            <a:pt x="3569982" y="358546"/>
                          </a:lnTo>
                          <a:lnTo>
                            <a:pt x="3536404" y="382358"/>
                          </a:lnTo>
                          <a:lnTo>
                            <a:pt x="3494468" y="439788"/>
                          </a:lnTo>
                          <a:lnTo>
                            <a:pt x="3480511" y="476351"/>
                          </a:lnTo>
                          <a:lnTo>
                            <a:pt x="3470300" y="517118"/>
                          </a:lnTo>
                          <a:lnTo>
                            <a:pt x="3463125" y="561314"/>
                          </a:lnTo>
                          <a:lnTo>
                            <a:pt x="3458286" y="608164"/>
                          </a:lnTo>
                          <a:lnTo>
                            <a:pt x="3455111" y="656894"/>
                          </a:lnTo>
                          <a:lnTo>
                            <a:pt x="3452876" y="706742"/>
                          </a:lnTo>
                          <a:lnTo>
                            <a:pt x="3450894" y="756920"/>
                          </a:lnTo>
                          <a:lnTo>
                            <a:pt x="3448456" y="806665"/>
                          </a:lnTo>
                          <a:lnTo>
                            <a:pt x="3444875" y="855205"/>
                          </a:lnTo>
                          <a:lnTo>
                            <a:pt x="3439452" y="901750"/>
                          </a:lnTo>
                          <a:lnTo>
                            <a:pt x="3431489" y="945540"/>
                          </a:lnTo>
                          <a:lnTo>
                            <a:pt x="3420287" y="985812"/>
                          </a:lnTo>
                          <a:lnTo>
                            <a:pt x="3405149" y="1021765"/>
                          </a:lnTo>
                          <a:lnTo>
                            <a:pt x="3360255" y="1077683"/>
                          </a:lnTo>
                          <a:lnTo>
                            <a:pt x="3291738" y="1111618"/>
                          </a:lnTo>
                          <a:lnTo>
                            <a:pt x="3249371" y="1122045"/>
                          </a:lnTo>
                          <a:lnTo>
                            <a:pt x="3202698" y="1128801"/>
                          </a:lnTo>
                          <a:lnTo>
                            <a:pt x="3152546" y="1132446"/>
                          </a:lnTo>
                          <a:lnTo>
                            <a:pt x="3099752" y="1133475"/>
                          </a:lnTo>
                          <a:lnTo>
                            <a:pt x="3045129" y="1132433"/>
                          </a:lnTo>
                          <a:lnTo>
                            <a:pt x="2989503" y="1129842"/>
                          </a:lnTo>
                          <a:lnTo>
                            <a:pt x="2933712" y="1126223"/>
                          </a:lnTo>
                          <a:lnTo>
                            <a:pt x="2824950" y="1118044"/>
                          </a:lnTo>
                          <a:lnTo>
                            <a:pt x="2773629" y="1114526"/>
                          </a:lnTo>
                          <a:lnTo>
                            <a:pt x="2725445" y="1112088"/>
                          </a:lnTo>
                          <a:lnTo>
                            <a:pt x="2681236" y="1111275"/>
                          </a:lnTo>
                          <a:lnTo>
                            <a:pt x="2641828" y="1112608"/>
                          </a:lnTo>
                          <a:lnTo>
                            <a:pt x="2580729" y="1123784"/>
                          </a:lnTo>
                          <a:lnTo>
                            <a:pt x="2543657" y="1186853"/>
                          </a:lnTo>
                          <a:lnTo>
                            <a:pt x="2530538" y="1250645"/>
                          </a:lnTo>
                          <a:lnTo>
                            <a:pt x="2535859" y="1302854"/>
                          </a:lnTo>
                          <a:lnTo>
                            <a:pt x="2550630" y="1379308"/>
                          </a:lnTo>
                          <a:lnTo>
                            <a:pt x="2577947" y="1423809"/>
                          </a:lnTo>
                          <a:lnTo>
                            <a:pt x="2633027" y="1450340"/>
                          </a:lnTo>
                          <a:lnTo>
                            <a:pt x="2709799" y="1462900"/>
                          </a:lnTo>
                          <a:lnTo>
                            <a:pt x="2754426" y="1465173"/>
                          </a:lnTo>
                          <a:lnTo>
                            <a:pt x="2802217" y="1465427"/>
                          </a:lnTo>
                          <a:lnTo>
                            <a:pt x="2852394" y="1464170"/>
                          </a:lnTo>
                          <a:lnTo>
                            <a:pt x="2904210" y="1461897"/>
                          </a:lnTo>
                          <a:lnTo>
                            <a:pt x="3009722" y="1456270"/>
                          </a:lnTo>
                          <a:lnTo>
                            <a:pt x="3061919" y="1453908"/>
                          </a:lnTo>
                          <a:lnTo>
                            <a:pt x="3112706" y="1452511"/>
                          </a:lnTo>
                          <a:lnTo>
                            <a:pt x="3161360" y="1452575"/>
                          </a:lnTo>
                          <a:lnTo>
                            <a:pt x="3207105" y="1454594"/>
                          </a:lnTo>
                          <a:lnTo>
                            <a:pt x="3249193" y="1459052"/>
                          </a:lnTo>
                          <a:lnTo>
                            <a:pt x="3286849" y="1466456"/>
                          </a:lnTo>
                          <a:lnTo>
                            <a:pt x="3345904" y="1492084"/>
                          </a:lnTo>
                          <a:lnTo>
                            <a:pt x="3375075" y="1519402"/>
                          </a:lnTo>
                          <a:lnTo>
                            <a:pt x="3396704" y="1552435"/>
                          </a:lnTo>
                          <a:lnTo>
                            <a:pt x="3411931" y="1590255"/>
                          </a:lnTo>
                          <a:lnTo>
                            <a:pt x="3421888" y="1631924"/>
                          </a:lnTo>
                          <a:lnTo>
                            <a:pt x="3427730" y="1676501"/>
                          </a:lnTo>
                          <a:lnTo>
                            <a:pt x="3430600" y="1723059"/>
                          </a:lnTo>
                          <a:lnTo>
                            <a:pt x="3431654" y="1770646"/>
                          </a:lnTo>
                          <a:lnTo>
                            <a:pt x="3432022" y="1818335"/>
                          </a:lnTo>
                          <a:lnTo>
                            <a:pt x="3432860" y="1865185"/>
                          </a:lnTo>
                          <a:lnTo>
                            <a:pt x="3435299" y="1910257"/>
                          </a:lnTo>
                          <a:lnTo>
                            <a:pt x="3440493" y="1952625"/>
                          </a:lnTo>
                          <a:lnTo>
                            <a:pt x="3449599" y="1991334"/>
                          </a:lnTo>
                          <a:lnTo>
                            <a:pt x="3484080" y="2054059"/>
                          </a:lnTo>
                          <a:lnTo>
                            <a:pt x="3518103" y="2084578"/>
                          </a:lnTo>
                          <a:lnTo>
                            <a:pt x="3558743" y="2111311"/>
                          </a:lnTo>
                          <a:lnTo>
                            <a:pt x="3604717" y="2134412"/>
                          </a:lnTo>
                          <a:lnTo>
                            <a:pt x="3654768" y="2154034"/>
                          </a:lnTo>
                          <a:lnTo>
                            <a:pt x="3707612" y="2170328"/>
                          </a:lnTo>
                          <a:lnTo>
                            <a:pt x="3761994" y="2183434"/>
                          </a:lnTo>
                          <a:lnTo>
                            <a:pt x="3816654" y="2193506"/>
                          </a:lnTo>
                          <a:lnTo>
                            <a:pt x="3870312" y="2200706"/>
                          </a:lnTo>
                          <a:lnTo>
                            <a:pt x="3921709" y="2205164"/>
                          </a:lnTo>
                          <a:lnTo>
                            <a:pt x="3969575" y="2207031"/>
                          </a:lnTo>
                          <a:lnTo>
                            <a:pt x="4012654" y="2206460"/>
                          </a:lnTo>
                          <a:lnTo>
                            <a:pt x="4062234" y="2201024"/>
                          </a:lnTo>
                          <a:lnTo>
                            <a:pt x="4111815" y="2189492"/>
                          </a:lnTo>
                          <a:lnTo>
                            <a:pt x="4160329" y="2172754"/>
                          </a:lnTo>
                          <a:lnTo>
                            <a:pt x="4206722" y="2151672"/>
                          </a:lnTo>
                          <a:lnTo>
                            <a:pt x="4249953" y="2127085"/>
                          </a:lnTo>
                          <a:lnTo>
                            <a:pt x="4288929" y="2099881"/>
                          </a:lnTo>
                          <a:lnTo>
                            <a:pt x="4322623" y="2070912"/>
                          </a:lnTo>
                          <a:lnTo>
                            <a:pt x="4349966" y="2041042"/>
                          </a:lnTo>
                          <a:lnTo>
                            <a:pt x="4369905" y="2011133"/>
                          </a:lnTo>
                          <a:lnTo>
                            <a:pt x="4381093" y="1975573"/>
                          </a:lnTo>
                          <a:close/>
                        </a:path>
                      </a:pathLst>
                    </a:custGeom>
                    <a:solidFill>
                      <a:srgbClr val="66CCFF"/>
                    </a:solidFill>
                  </p:spPr>
                  <p:txBody>
                    <a:bodyPr wrap="square" lIns="0" tIns="0" rIns="0" bIns="0" rtlCol="0"/>
                    <a:lstStyle/>
                    <a:p>
                      <a:endParaRPr dirty="0"/>
                    </a:p>
                  </p:txBody>
                </p:sp>
                <p:sp>
                  <p:nvSpPr>
                    <p:cNvPr id="140" name="object 4">
                      <a:extLst>
                        <a:ext uri="{FF2B5EF4-FFF2-40B4-BE49-F238E27FC236}">
                          <a16:creationId xmlns:a16="http://schemas.microsoft.com/office/drawing/2014/main" id="{B108FA28-5262-0C74-A028-6CF3778EAE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7239" y="2603880"/>
                      <a:ext cx="1325880" cy="12731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25879" h="1273175">
                          <a:moveTo>
                            <a:pt x="0" y="0"/>
                          </a:moveTo>
                          <a:lnTo>
                            <a:pt x="277875" y="1524"/>
                          </a:lnTo>
                        </a:path>
                        <a:path w="1325879" h="1273175">
                          <a:moveTo>
                            <a:pt x="0" y="647700"/>
                          </a:moveTo>
                          <a:lnTo>
                            <a:pt x="277875" y="644525"/>
                          </a:lnTo>
                        </a:path>
                        <a:path w="1325879" h="1273175">
                          <a:moveTo>
                            <a:pt x="9525" y="1271524"/>
                          </a:moveTo>
                          <a:lnTo>
                            <a:pt x="282575" y="1273175"/>
                          </a:lnTo>
                        </a:path>
                        <a:path w="1325879" h="1273175">
                          <a:moveTo>
                            <a:pt x="503300" y="846074"/>
                          </a:moveTo>
                          <a:lnTo>
                            <a:pt x="1325626" y="849249"/>
                          </a:lnTo>
                        </a:path>
                      </a:pathLst>
                    </a:custGeom>
                    <a:ln w="19050">
                      <a:solidFill>
                        <a:srgbClr val="163793"/>
                      </a:solidFill>
                    </a:ln>
                  </p:spPr>
                  <p:txBody>
                    <a:bodyPr wrap="square" lIns="0" tIns="0" rIns="0" bIns="0" rtlCol="0"/>
                    <a:lstStyle/>
                    <a:p>
                      <a:endParaRPr/>
                    </a:p>
                  </p:txBody>
                </p:sp>
              </p:grpSp>
              <p:sp>
                <p:nvSpPr>
                  <p:cNvPr id="98" name="object 5">
                    <a:extLst>
                      <a:ext uri="{FF2B5EF4-FFF2-40B4-BE49-F238E27FC236}">
                        <a16:creationId xmlns:a16="http://schemas.microsoft.com/office/drawing/2014/main" id="{C4C976D3-CB73-A6BB-3A73-90921E0FF555}"/>
                      </a:ext>
                    </a:extLst>
                  </p:cNvPr>
                  <p:cNvSpPr txBox="1"/>
                  <p:nvPr/>
                </p:nvSpPr>
                <p:spPr>
                  <a:xfrm>
                    <a:off x="5125592" y="2302891"/>
                    <a:ext cx="871219" cy="269240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:r>
                      <a:rPr sz="1600" b="1" spc="-10" dirty="0">
                        <a:solidFill>
                          <a:srgbClr val="FF0000"/>
                        </a:solidFill>
                        <a:latin typeface="Arial"/>
                        <a:cs typeface="Arial"/>
                      </a:rPr>
                      <a:t>223.1.1</a:t>
                    </a:r>
                    <a:r>
                      <a:rPr sz="1600" b="1" spc="-10" dirty="0">
                        <a:solidFill>
                          <a:srgbClr val="163793"/>
                        </a:solidFill>
                        <a:latin typeface="Arial"/>
                        <a:cs typeface="Arial"/>
                      </a:rPr>
                      <a:t>.1</a:t>
                    </a:r>
                    <a:endParaRPr sz="160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99" name="object 6">
                    <a:extLst>
                      <a:ext uri="{FF2B5EF4-FFF2-40B4-BE49-F238E27FC236}">
                        <a16:creationId xmlns:a16="http://schemas.microsoft.com/office/drawing/2014/main" id="{503F3358-6FD6-50F0-2C22-CCD1EB882814}"/>
                      </a:ext>
                    </a:extLst>
                  </p:cNvPr>
                  <p:cNvSpPr txBox="1"/>
                  <p:nvPr/>
                </p:nvSpPr>
                <p:spPr>
                  <a:xfrm>
                    <a:off x="5011292" y="3928617"/>
                    <a:ext cx="871219" cy="269240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:r>
                      <a:rPr sz="1600" b="1" spc="-10" dirty="0">
                        <a:solidFill>
                          <a:srgbClr val="FF0000"/>
                        </a:solidFill>
                        <a:latin typeface="Arial"/>
                        <a:cs typeface="Arial"/>
                      </a:rPr>
                      <a:t>223.1.1</a:t>
                    </a:r>
                    <a:r>
                      <a:rPr sz="1600" b="1" spc="-10" dirty="0">
                        <a:solidFill>
                          <a:srgbClr val="163793"/>
                        </a:solidFill>
                        <a:latin typeface="Arial"/>
                        <a:cs typeface="Arial"/>
                      </a:rPr>
                      <a:t>.3</a:t>
                    </a:r>
                    <a:endParaRPr sz="1600">
                      <a:latin typeface="Arial"/>
                      <a:cs typeface="Arial"/>
                    </a:endParaRPr>
                  </a:p>
                </p:txBody>
              </p:sp>
              <p:grpSp>
                <p:nvGrpSpPr>
                  <p:cNvPr id="100" name="object 7">
                    <a:extLst>
                      <a:ext uri="{FF2B5EF4-FFF2-40B4-BE49-F238E27FC236}">
                        <a16:creationId xmlns:a16="http://schemas.microsoft.com/office/drawing/2014/main" id="{51F3D0C1-83E2-E35F-1A32-B248A7AC007D}"/>
                      </a:ext>
                    </a:extLst>
                  </p:cNvPr>
                  <p:cNvGrpSpPr/>
                  <p:nvPr/>
                </p:nvGrpSpPr>
                <p:grpSpPr>
                  <a:xfrm>
                    <a:off x="6065139" y="2756280"/>
                    <a:ext cx="2129155" cy="2567305"/>
                    <a:chOff x="6065139" y="2756280"/>
                    <a:chExt cx="2129155" cy="2567305"/>
                  </a:xfrm>
                </p:grpSpPr>
                <p:sp>
                  <p:nvSpPr>
                    <p:cNvPr id="136" name="object 8">
                      <a:extLst>
                        <a:ext uri="{FF2B5EF4-FFF2-40B4-BE49-F238E27FC236}">
                          <a16:creationId xmlns:a16="http://schemas.microsoft.com/office/drawing/2014/main" id="{015F7812-59A9-5E79-EF4B-C8193E70AD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25564" y="2765805"/>
                      <a:ext cx="1259205" cy="12782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9204" h="1278254">
                          <a:moveTo>
                            <a:pt x="0" y="690499"/>
                          </a:moveTo>
                          <a:lnTo>
                            <a:pt x="639826" y="692150"/>
                          </a:lnTo>
                        </a:path>
                        <a:path w="1259204" h="1278254">
                          <a:moveTo>
                            <a:pt x="1024001" y="0"/>
                          </a:moveTo>
                          <a:lnTo>
                            <a:pt x="1258951" y="6350"/>
                          </a:lnTo>
                        </a:path>
                        <a:path w="1259204" h="1278254">
                          <a:moveTo>
                            <a:pt x="1024001" y="1271524"/>
                          </a:moveTo>
                          <a:lnTo>
                            <a:pt x="1258951" y="1277874"/>
                          </a:lnTo>
                        </a:path>
                      </a:pathLst>
                    </a:custGeom>
                    <a:ln w="19050">
                      <a:solidFill>
                        <a:srgbClr val="163793"/>
                      </a:solidFill>
                    </a:ln>
                  </p:spPr>
                  <p:txBody>
                    <a:bodyPr wrap="square" lIns="0" tIns="0" rIns="0" bIns="0" rtlCol="0"/>
                    <a:lstStyle/>
                    <a:p>
                      <a:endParaRPr/>
                    </a:p>
                  </p:txBody>
                </p:sp>
                <p:sp>
                  <p:nvSpPr>
                    <p:cNvPr id="137" name="object 9">
                      <a:extLst>
                        <a:ext uri="{FF2B5EF4-FFF2-40B4-BE49-F238E27FC236}">
                          <a16:creationId xmlns:a16="http://schemas.microsoft.com/office/drawing/2014/main" id="{3E931D3E-445E-D524-7C23-D904865ED3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89026" y="3784980"/>
                      <a:ext cx="0" cy="663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h="663575">
                          <a:moveTo>
                            <a:pt x="0" y="371475"/>
                          </a:moveTo>
                          <a:lnTo>
                            <a:pt x="0" y="663575"/>
                          </a:lnTo>
                        </a:path>
                        <a:path h="663575">
                          <a:moveTo>
                            <a:pt x="0" y="0"/>
                          </a:moveTo>
                          <a:lnTo>
                            <a:pt x="0" y="138112"/>
                          </a:lnTo>
                        </a:path>
                      </a:pathLst>
                    </a:custGeom>
                    <a:ln w="22225">
                      <a:solidFill>
                        <a:srgbClr val="163793"/>
                      </a:solidFill>
                    </a:ln>
                  </p:spPr>
                  <p:txBody>
                    <a:bodyPr wrap="square" lIns="0" tIns="0" rIns="0" bIns="0" rtlCol="0"/>
                    <a:lstStyle/>
                    <a:p>
                      <a:endParaRPr/>
                    </a:p>
                  </p:txBody>
                </p:sp>
                <p:sp>
                  <p:nvSpPr>
                    <p:cNvPr id="138" name="object 10">
                      <a:extLst>
                        <a:ext uri="{FF2B5EF4-FFF2-40B4-BE49-F238E27FC236}">
                          <a16:creationId xmlns:a16="http://schemas.microsoft.com/office/drawing/2014/main" id="{1FC65001-CEEB-5EA0-8295-1C960CBED2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74664" y="5067680"/>
                      <a:ext cx="1179830" cy="2463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79829" h="246379">
                          <a:moveTo>
                            <a:pt x="3175" y="241300"/>
                          </a:moveTo>
                          <a:lnTo>
                            <a:pt x="0" y="0"/>
                          </a:lnTo>
                        </a:path>
                        <a:path w="1179829" h="246379">
                          <a:moveTo>
                            <a:pt x="1179576" y="245999"/>
                          </a:moveTo>
                          <a:lnTo>
                            <a:pt x="1176401" y="4699"/>
                          </a:lnTo>
                        </a:path>
                      </a:pathLst>
                    </a:custGeom>
                    <a:ln w="19050">
                      <a:solidFill>
                        <a:srgbClr val="163793"/>
                      </a:solidFill>
                    </a:ln>
                  </p:spPr>
                  <p:txBody>
                    <a:bodyPr wrap="square" lIns="0" tIns="0" rIns="0" bIns="0" rtlCol="0"/>
                    <a:lstStyle/>
                    <a:p>
                      <a:endParaRPr/>
                    </a:p>
                  </p:txBody>
                </p:sp>
              </p:grpSp>
              <p:sp>
                <p:nvSpPr>
                  <p:cNvPr id="101" name="object 11">
                    <a:extLst>
                      <a:ext uri="{FF2B5EF4-FFF2-40B4-BE49-F238E27FC236}">
                        <a16:creationId xmlns:a16="http://schemas.microsoft.com/office/drawing/2014/main" id="{75E5A9FA-21A5-A6CD-E5FE-3D9FC2377947}"/>
                      </a:ext>
                    </a:extLst>
                  </p:cNvPr>
                  <p:cNvSpPr txBox="1"/>
                  <p:nvPr/>
                </p:nvSpPr>
                <p:spPr>
                  <a:xfrm>
                    <a:off x="7316216" y="4989703"/>
                    <a:ext cx="871219" cy="269240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:r>
                      <a:rPr sz="1600" b="1" spc="-10" dirty="0">
                        <a:latin typeface="Arial"/>
                        <a:cs typeface="Arial"/>
                      </a:rPr>
                      <a:t>223.1.3</a:t>
                    </a:r>
                    <a:r>
                      <a:rPr sz="1600" b="1" spc="-10" dirty="0">
                        <a:solidFill>
                          <a:srgbClr val="163793"/>
                        </a:solidFill>
                        <a:latin typeface="Arial"/>
                        <a:cs typeface="Arial"/>
                      </a:rPr>
                      <a:t>.2</a:t>
                    </a:r>
                    <a:endParaRPr sz="160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102" name="object 12">
                    <a:extLst>
                      <a:ext uri="{FF2B5EF4-FFF2-40B4-BE49-F238E27FC236}">
                        <a16:creationId xmlns:a16="http://schemas.microsoft.com/office/drawing/2014/main" id="{D9DBEE1D-B65D-015C-5C2D-FA0A6D3A1C70}"/>
                      </a:ext>
                    </a:extLst>
                  </p:cNvPr>
                  <p:cNvSpPr txBox="1"/>
                  <p:nvPr/>
                </p:nvSpPr>
                <p:spPr>
                  <a:xfrm>
                    <a:off x="5132070" y="5038090"/>
                    <a:ext cx="871219" cy="269240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:r>
                      <a:rPr sz="1600" b="1" spc="-10" dirty="0">
                        <a:latin typeface="Arial"/>
                        <a:cs typeface="Arial"/>
                      </a:rPr>
                      <a:t>223.1.3</a:t>
                    </a:r>
                    <a:r>
                      <a:rPr sz="1600" b="1" spc="-10" dirty="0">
                        <a:solidFill>
                          <a:srgbClr val="163793"/>
                        </a:solidFill>
                        <a:latin typeface="Arial"/>
                        <a:cs typeface="Arial"/>
                      </a:rPr>
                      <a:t>.1</a:t>
                    </a:r>
                    <a:endParaRPr sz="1600">
                      <a:latin typeface="Arial"/>
                      <a:cs typeface="Arial"/>
                    </a:endParaRPr>
                  </a:p>
                </p:txBody>
              </p:sp>
              <p:grpSp>
                <p:nvGrpSpPr>
                  <p:cNvPr id="103" name="object 13">
                    <a:extLst>
                      <a:ext uri="{FF2B5EF4-FFF2-40B4-BE49-F238E27FC236}">
                        <a16:creationId xmlns:a16="http://schemas.microsoft.com/office/drawing/2014/main" id="{AD5B74A1-C77B-2BEB-F6D2-3846D56DEFF3}"/>
                      </a:ext>
                    </a:extLst>
                  </p:cNvPr>
                  <p:cNvGrpSpPr/>
                  <p:nvPr/>
                </p:nvGrpSpPr>
                <p:grpSpPr>
                  <a:xfrm>
                    <a:off x="5201539" y="2951543"/>
                    <a:ext cx="1804974" cy="816165"/>
                    <a:chOff x="5201539" y="2951543"/>
                    <a:chExt cx="1804974" cy="816165"/>
                  </a:xfrm>
                </p:grpSpPr>
                <p:pic>
                  <p:nvPicPr>
                    <p:cNvPr id="130" name="object 27">
                      <a:extLst>
                        <a:ext uri="{FF2B5EF4-FFF2-40B4-BE49-F238E27FC236}">
                          <a16:creationId xmlns:a16="http://schemas.microsoft.com/office/drawing/2014/main" id="{25974D12-0CCF-9578-48C7-DFE9982684A5}"/>
                        </a:ext>
                      </a:extLst>
                    </p:cNvPr>
                    <p:cNvPicPr/>
                    <p:nvPr/>
                  </p:nvPicPr>
                  <p:blipFill>
                    <a:blip r:embed="rId9" cstate="print"/>
                    <a:stretch>
                      <a:fillRect/>
                    </a:stretch>
                  </p:blipFill>
                  <p:spPr>
                    <a:xfrm>
                      <a:off x="6311138" y="3569588"/>
                      <a:ext cx="692277" cy="19786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32" name="object 29">
                      <a:extLst>
                        <a:ext uri="{FF2B5EF4-FFF2-40B4-BE49-F238E27FC236}">
                          <a16:creationId xmlns:a16="http://schemas.microsoft.com/office/drawing/2014/main" id="{A53B8EBA-1EBE-BA45-05F0-0F72C4E915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11138" y="3569588"/>
                      <a:ext cx="692785" cy="19812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92784" h="198120">
                          <a:moveTo>
                            <a:pt x="0" y="98933"/>
                          </a:moveTo>
                          <a:lnTo>
                            <a:pt x="27197" y="60436"/>
                          </a:lnTo>
                          <a:lnTo>
                            <a:pt x="101377" y="28987"/>
                          </a:lnTo>
                          <a:lnTo>
                            <a:pt x="152610" y="16903"/>
                          </a:lnTo>
                          <a:lnTo>
                            <a:pt x="211419" y="7778"/>
                          </a:lnTo>
                          <a:lnTo>
                            <a:pt x="276413" y="2011"/>
                          </a:lnTo>
                          <a:lnTo>
                            <a:pt x="346202" y="0"/>
                          </a:lnTo>
                          <a:lnTo>
                            <a:pt x="415949" y="2011"/>
                          </a:lnTo>
                          <a:lnTo>
                            <a:pt x="480911" y="7778"/>
                          </a:lnTo>
                          <a:lnTo>
                            <a:pt x="539697" y="16903"/>
                          </a:lnTo>
                          <a:lnTo>
                            <a:pt x="590915" y="28987"/>
                          </a:lnTo>
                          <a:lnTo>
                            <a:pt x="633173" y="43631"/>
                          </a:lnTo>
                          <a:lnTo>
                            <a:pt x="685246" y="79002"/>
                          </a:lnTo>
                          <a:lnTo>
                            <a:pt x="692277" y="98933"/>
                          </a:lnTo>
                          <a:lnTo>
                            <a:pt x="685246" y="118863"/>
                          </a:lnTo>
                          <a:lnTo>
                            <a:pt x="633173" y="154234"/>
                          </a:lnTo>
                          <a:lnTo>
                            <a:pt x="590915" y="168878"/>
                          </a:lnTo>
                          <a:lnTo>
                            <a:pt x="539697" y="180962"/>
                          </a:lnTo>
                          <a:lnTo>
                            <a:pt x="480911" y="190087"/>
                          </a:lnTo>
                          <a:lnTo>
                            <a:pt x="415949" y="195854"/>
                          </a:lnTo>
                          <a:lnTo>
                            <a:pt x="346202" y="197866"/>
                          </a:lnTo>
                          <a:lnTo>
                            <a:pt x="276413" y="195854"/>
                          </a:lnTo>
                          <a:lnTo>
                            <a:pt x="211419" y="190087"/>
                          </a:lnTo>
                          <a:lnTo>
                            <a:pt x="152610" y="180962"/>
                          </a:lnTo>
                          <a:lnTo>
                            <a:pt x="101377" y="168878"/>
                          </a:lnTo>
                          <a:lnTo>
                            <a:pt x="59110" y="154234"/>
                          </a:lnTo>
                          <a:lnTo>
                            <a:pt x="7031" y="118863"/>
                          </a:lnTo>
                          <a:lnTo>
                            <a:pt x="0" y="98933"/>
                          </a:lnTo>
                          <a:close/>
                        </a:path>
                      </a:pathLst>
                    </a:custGeom>
                    <a:ln w="1905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/>
                    <a:lstStyle/>
                    <a:p>
                      <a:endParaRPr/>
                    </a:p>
                  </p:txBody>
                </p:sp>
                <p:pic>
                  <p:nvPicPr>
                    <p:cNvPr id="133" name="object 30">
                      <a:extLst>
                        <a:ext uri="{FF2B5EF4-FFF2-40B4-BE49-F238E27FC236}">
                          <a16:creationId xmlns:a16="http://schemas.microsoft.com/office/drawing/2014/main" id="{6BF4FA12-31A1-136B-1D0B-2C522D3520D7}"/>
                        </a:ext>
                      </a:extLst>
                    </p:cNvPr>
                    <p:cNvPicPr/>
                    <p:nvPr/>
                  </p:nvPicPr>
                  <p:blipFill>
                    <a:blip r:embed="rId11" cstate="print"/>
                    <a:stretch>
                      <a:fillRect/>
                    </a:stretch>
                  </p:blipFill>
                  <p:spPr>
                    <a:xfrm>
                      <a:off x="6308090" y="3411855"/>
                      <a:ext cx="698423" cy="25806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34" name="object 31">
                      <a:extLst>
                        <a:ext uri="{FF2B5EF4-FFF2-40B4-BE49-F238E27FC236}">
                          <a16:creationId xmlns:a16="http://schemas.microsoft.com/office/drawing/2014/main" id="{A3309CEB-73EF-815A-E64A-CF0ADC5E62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08090" y="3411855"/>
                      <a:ext cx="693420" cy="269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93420" h="269875">
                          <a:moveTo>
                            <a:pt x="0" y="116205"/>
                          </a:moveTo>
                          <a:lnTo>
                            <a:pt x="27239" y="70991"/>
                          </a:lnTo>
                          <a:lnTo>
                            <a:pt x="101520" y="34051"/>
                          </a:lnTo>
                          <a:lnTo>
                            <a:pt x="152815" y="19857"/>
                          </a:lnTo>
                          <a:lnTo>
                            <a:pt x="211687" y="9138"/>
                          </a:lnTo>
                          <a:lnTo>
                            <a:pt x="276741" y="2362"/>
                          </a:lnTo>
                          <a:lnTo>
                            <a:pt x="346583" y="0"/>
                          </a:lnTo>
                          <a:lnTo>
                            <a:pt x="416466" y="2362"/>
                          </a:lnTo>
                          <a:lnTo>
                            <a:pt x="481552" y="9138"/>
                          </a:lnTo>
                          <a:lnTo>
                            <a:pt x="540446" y="19857"/>
                          </a:lnTo>
                          <a:lnTo>
                            <a:pt x="591756" y="34051"/>
                          </a:lnTo>
                          <a:lnTo>
                            <a:pt x="634089" y="51252"/>
                          </a:lnTo>
                          <a:lnTo>
                            <a:pt x="686250" y="92798"/>
                          </a:lnTo>
                          <a:lnTo>
                            <a:pt x="693292" y="116205"/>
                          </a:lnTo>
                          <a:lnTo>
                            <a:pt x="686250" y="139606"/>
                          </a:lnTo>
                          <a:lnTo>
                            <a:pt x="634089" y="181117"/>
                          </a:lnTo>
                          <a:lnTo>
                            <a:pt x="591756" y="198294"/>
                          </a:lnTo>
                          <a:lnTo>
                            <a:pt x="540446" y="212465"/>
                          </a:lnTo>
                          <a:lnTo>
                            <a:pt x="481552" y="223164"/>
                          </a:lnTo>
                          <a:lnTo>
                            <a:pt x="416466" y="229925"/>
                          </a:lnTo>
                          <a:lnTo>
                            <a:pt x="346583" y="232283"/>
                          </a:lnTo>
                          <a:lnTo>
                            <a:pt x="276741" y="229925"/>
                          </a:lnTo>
                          <a:lnTo>
                            <a:pt x="211687" y="223164"/>
                          </a:lnTo>
                          <a:lnTo>
                            <a:pt x="152815" y="212465"/>
                          </a:lnTo>
                          <a:lnTo>
                            <a:pt x="101520" y="198294"/>
                          </a:lnTo>
                          <a:lnTo>
                            <a:pt x="59197" y="181117"/>
                          </a:lnTo>
                          <a:lnTo>
                            <a:pt x="7042" y="139606"/>
                          </a:lnTo>
                          <a:lnTo>
                            <a:pt x="0" y="116205"/>
                          </a:lnTo>
                          <a:close/>
                        </a:path>
                        <a:path w="693420" h="269875">
                          <a:moveTo>
                            <a:pt x="139192" y="167767"/>
                          </a:moveTo>
                          <a:lnTo>
                            <a:pt x="260604" y="167767"/>
                          </a:lnTo>
                          <a:lnTo>
                            <a:pt x="381888" y="60198"/>
                          </a:lnTo>
                          <a:lnTo>
                            <a:pt x="531113" y="60198"/>
                          </a:lnTo>
                        </a:path>
                        <a:path w="693420" h="269875">
                          <a:moveTo>
                            <a:pt x="156972" y="60198"/>
                          </a:moveTo>
                          <a:lnTo>
                            <a:pt x="278257" y="60198"/>
                          </a:lnTo>
                          <a:lnTo>
                            <a:pt x="399668" y="167767"/>
                          </a:lnTo>
                          <a:lnTo>
                            <a:pt x="513334" y="167767"/>
                          </a:lnTo>
                        </a:path>
                        <a:path w="693420" h="269875">
                          <a:moveTo>
                            <a:pt x="3048" y="108966"/>
                          </a:moveTo>
                          <a:lnTo>
                            <a:pt x="3048" y="265303"/>
                          </a:lnTo>
                        </a:path>
                        <a:path w="693420" h="269875">
                          <a:moveTo>
                            <a:pt x="693292" y="116205"/>
                          </a:moveTo>
                          <a:lnTo>
                            <a:pt x="693292" y="269621"/>
                          </a:lnTo>
                        </a:path>
                      </a:pathLst>
                    </a:custGeom>
                    <a:ln w="1905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/>
                    <a:lstStyle/>
                    <a:p>
                      <a:endParaRPr/>
                    </a:p>
                  </p:txBody>
                </p:sp>
                <p:sp>
                  <p:nvSpPr>
                    <p:cNvPr id="135" name="object 32">
                      <a:extLst>
                        <a:ext uri="{FF2B5EF4-FFF2-40B4-BE49-F238E27FC236}">
                          <a16:creationId xmlns:a16="http://schemas.microsoft.com/office/drawing/2014/main" id="{3ABBA690-4510-C5A1-B81A-0C9027F631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1539" y="2951543"/>
                      <a:ext cx="288925" cy="233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8925" h="233680">
                          <a:moveTo>
                            <a:pt x="288925" y="0"/>
                          </a:moveTo>
                          <a:lnTo>
                            <a:pt x="0" y="0"/>
                          </a:lnTo>
                          <a:lnTo>
                            <a:pt x="0" y="233362"/>
                          </a:lnTo>
                          <a:lnTo>
                            <a:pt x="288925" y="233362"/>
                          </a:lnTo>
                          <a:lnTo>
                            <a:pt x="288925" y="0"/>
                          </a:lnTo>
                          <a:close/>
                        </a:path>
                      </a:pathLst>
                    </a:custGeom>
                    <a:solidFill>
                      <a:srgbClr val="66CCFF"/>
                    </a:solidFill>
                  </p:spPr>
                  <p:txBody>
                    <a:bodyPr wrap="square" lIns="0" tIns="0" rIns="0" bIns="0" rtlCol="0"/>
                    <a:lstStyle/>
                    <a:p>
                      <a:endParaRPr/>
                    </a:p>
                  </p:txBody>
                </p:sp>
              </p:grpSp>
              <p:sp>
                <p:nvSpPr>
                  <p:cNvPr id="104" name="object 33">
                    <a:extLst>
                      <a:ext uri="{FF2B5EF4-FFF2-40B4-BE49-F238E27FC236}">
                        <a16:creationId xmlns:a16="http://schemas.microsoft.com/office/drawing/2014/main" id="{C1D7E690-89CE-B2A2-C9B4-5B7A155825FE}"/>
                      </a:ext>
                    </a:extLst>
                  </p:cNvPr>
                  <p:cNvSpPr txBox="1"/>
                  <p:nvPr/>
                </p:nvSpPr>
                <p:spPr>
                  <a:xfrm>
                    <a:off x="5125592" y="2945714"/>
                    <a:ext cx="2624455" cy="492759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12700">
                      <a:lnSpc>
                        <a:spcPts val="1839"/>
                      </a:lnSpc>
                      <a:spcBef>
                        <a:spcPts val="95"/>
                      </a:spcBef>
                    </a:pPr>
                    <a:r>
                      <a:rPr sz="1600" b="1" spc="-10" dirty="0">
                        <a:solidFill>
                          <a:srgbClr val="FF0000"/>
                        </a:solidFill>
                        <a:latin typeface="Arial"/>
                        <a:cs typeface="Arial"/>
                      </a:rPr>
                      <a:t>223.1.1</a:t>
                    </a:r>
                    <a:r>
                      <a:rPr sz="1600" b="1" spc="-10" dirty="0">
                        <a:solidFill>
                          <a:srgbClr val="163793"/>
                        </a:solidFill>
                        <a:latin typeface="Arial"/>
                        <a:cs typeface="Arial"/>
                      </a:rPr>
                      <a:t>.2</a:t>
                    </a:r>
                    <a:endParaRPr sz="1600">
                      <a:latin typeface="Arial"/>
                      <a:cs typeface="Arial"/>
                    </a:endParaRPr>
                  </a:p>
                  <a:p>
                    <a:pPr marL="644525">
                      <a:lnSpc>
                        <a:spcPts val="1839"/>
                      </a:lnSpc>
                      <a:tabLst>
                        <a:tab pos="1765300" algn="l"/>
                      </a:tabLst>
                    </a:pPr>
                    <a:r>
                      <a:rPr sz="1600" b="1" spc="-10" dirty="0">
                        <a:solidFill>
                          <a:srgbClr val="FF0000"/>
                        </a:solidFill>
                        <a:latin typeface="Arial"/>
                        <a:cs typeface="Arial"/>
                      </a:rPr>
                      <a:t>223.1.1</a:t>
                    </a:r>
                    <a:r>
                      <a:rPr sz="1600" b="1" spc="-10" dirty="0">
                        <a:solidFill>
                          <a:srgbClr val="163793"/>
                        </a:solidFill>
                        <a:latin typeface="Arial"/>
                        <a:cs typeface="Arial"/>
                      </a:rPr>
                      <a:t>.4</a:t>
                    </a:r>
                    <a:r>
                      <a:rPr sz="1600" b="1" dirty="0">
                        <a:solidFill>
                          <a:srgbClr val="163793"/>
                        </a:solidFill>
                        <a:latin typeface="Arial"/>
                        <a:cs typeface="Arial"/>
                      </a:rPr>
                      <a:t>	</a:t>
                    </a:r>
                    <a:r>
                      <a:rPr sz="1600" b="1" spc="-10" dirty="0">
                        <a:solidFill>
                          <a:srgbClr val="890000"/>
                        </a:solidFill>
                        <a:latin typeface="Arial"/>
                        <a:cs typeface="Arial"/>
                      </a:rPr>
                      <a:t>223.1.2</a:t>
                    </a:r>
                    <a:r>
                      <a:rPr sz="1600" b="1" spc="-10" dirty="0">
                        <a:solidFill>
                          <a:srgbClr val="163793"/>
                        </a:solidFill>
                        <a:latin typeface="Arial"/>
                        <a:cs typeface="Arial"/>
                      </a:rPr>
                      <a:t>.9</a:t>
                    </a:r>
                    <a:endParaRPr sz="160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105" name="object 34">
                    <a:extLst>
                      <a:ext uri="{FF2B5EF4-FFF2-40B4-BE49-F238E27FC236}">
                        <a16:creationId xmlns:a16="http://schemas.microsoft.com/office/drawing/2014/main" id="{22CEBAE4-3AFA-6353-EB89-4D0000E52CFA}"/>
                      </a:ext>
                    </a:extLst>
                  </p:cNvPr>
                  <p:cNvSpPr/>
                  <p:nvPr/>
                </p:nvSpPr>
                <p:spPr>
                  <a:xfrm>
                    <a:off x="6550914" y="2937192"/>
                    <a:ext cx="1644650" cy="12198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4650" h="1219835">
                        <a:moveTo>
                          <a:pt x="288925" y="985901"/>
                        </a:moveTo>
                        <a:lnTo>
                          <a:pt x="0" y="985901"/>
                        </a:lnTo>
                        <a:lnTo>
                          <a:pt x="0" y="1219263"/>
                        </a:lnTo>
                        <a:lnTo>
                          <a:pt x="288925" y="1219263"/>
                        </a:lnTo>
                        <a:lnTo>
                          <a:pt x="288925" y="985901"/>
                        </a:lnTo>
                        <a:close/>
                      </a:path>
                      <a:path w="1644650" h="1219835">
                        <a:moveTo>
                          <a:pt x="1641475" y="800100"/>
                        </a:moveTo>
                        <a:lnTo>
                          <a:pt x="1352550" y="800100"/>
                        </a:lnTo>
                        <a:lnTo>
                          <a:pt x="1352550" y="1033462"/>
                        </a:lnTo>
                        <a:lnTo>
                          <a:pt x="1641475" y="1033462"/>
                        </a:lnTo>
                        <a:lnTo>
                          <a:pt x="1641475" y="800100"/>
                        </a:lnTo>
                        <a:close/>
                      </a:path>
                      <a:path w="1644650" h="1219835">
                        <a:moveTo>
                          <a:pt x="1644650" y="0"/>
                        </a:moveTo>
                        <a:lnTo>
                          <a:pt x="1355725" y="0"/>
                        </a:lnTo>
                        <a:lnTo>
                          <a:pt x="1355725" y="233362"/>
                        </a:lnTo>
                        <a:lnTo>
                          <a:pt x="1644650" y="233362"/>
                        </a:lnTo>
                        <a:lnTo>
                          <a:pt x="1644650" y="0"/>
                        </a:lnTo>
                        <a:close/>
                      </a:path>
                    </a:pathLst>
                  </a:custGeom>
                  <a:solidFill>
                    <a:srgbClr val="66CCFF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106" name="object 35">
                    <a:extLst>
                      <a:ext uri="{FF2B5EF4-FFF2-40B4-BE49-F238E27FC236}">
                        <a16:creationId xmlns:a16="http://schemas.microsoft.com/office/drawing/2014/main" id="{5D5DF46D-D07D-EA65-732E-8656747EDD21}"/>
                      </a:ext>
                    </a:extLst>
                  </p:cNvPr>
                  <p:cNvSpPr txBox="1"/>
                  <p:nvPr/>
                </p:nvSpPr>
                <p:spPr>
                  <a:xfrm>
                    <a:off x="6154292" y="3909822"/>
                    <a:ext cx="984885" cy="269240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:r>
                      <a:rPr sz="1600" b="1" spc="-10" dirty="0">
                        <a:latin typeface="Arial"/>
                        <a:cs typeface="Arial"/>
                      </a:rPr>
                      <a:t>223.1.3</a:t>
                    </a:r>
                    <a:r>
                      <a:rPr sz="1600" b="1" spc="-10" dirty="0">
                        <a:solidFill>
                          <a:srgbClr val="163793"/>
                        </a:solidFill>
                        <a:latin typeface="Arial"/>
                        <a:cs typeface="Arial"/>
                      </a:rPr>
                      <a:t>.27</a:t>
                    </a:r>
                    <a:endParaRPr sz="160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107" name="object 36">
                    <a:extLst>
                      <a:ext uri="{FF2B5EF4-FFF2-40B4-BE49-F238E27FC236}">
                        <a16:creationId xmlns:a16="http://schemas.microsoft.com/office/drawing/2014/main" id="{571738B9-680F-4D1D-3035-ADB633E1EFC0}"/>
                      </a:ext>
                    </a:extLst>
                  </p:cNvPr>
                  <p:cNvSpPr txBox="1"/>
                  <p:nvPr/>
                </p:nvSpPr>
                <p:spPr>
                  <a:xfrm>
                    <a:off x="7340600" y="3700017"/>
                    <a:ext cx="871219" cy="269240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:r>
                      <a:rPr sz="1600" b="1" spc="-10" dirty="0">
                        <a:solidFill>
                          <a:srgbClr val="890000"/>
                        </a:solidFill>
                        <a:latin typeface="Arial"/>
                        <a:cs typeface="Arial"/>
                      </a:rPr>
                      <a:t>223.1.2</a:t>
                    </a:r>
                    <a:r>
                      <a:rPr sz="1600" b="1" spc="-10" dirty="0">
                        <a:solidFill>
                          <a:srgbClr val="163793"/>
                        </a:solidFill>
                        <a:latin typeface="Arial"/>
                        <a:cs typeface="Arial"/>
                      </a:rPr>
                      <a:t>.2</a:t>
                    </a:r>
                    <a:endParaRPr sz="160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108" name="object 37">
                    <a:extLst>
                      <a:ext uri="{FF2B5EF4-FFF2-40B4-BE49-F238E27FC236}">
                        <a16:creationId xmlns:a16="http://schemas.microsoft.com/office/drawing/2014/main" id="{9AAF5471-6180-9EBB-0AA4-F8B495C15220}"/>
                      </a:ext>
                    </a:extLst>
                  </p:cNvPr>
                  <p:cNvSpPr txBox="1"/>
                  <p:nvPr/>
                </p:nvSpPr>
                <p:spPr>
                  <a:xfrm>
                    <a:off x="7160514" y="2415031"/>
                    <a:ext cx="871855" cy="269240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:r>
                      <a:rPr sz="1600" b="1" spc="-10" dirty="0">
                        <a:solidFill>
                          <a:srgbClr val="890000"/>
                        </a:solidFill>
                        <a:latin typeface="Arial"/>
                        <a:cs typeface="Arial"/>
                      </a:rPr>
                      <a:t>223.1.2</a:t>
                    </a:r>
                    <a:r>
                      <a:rPr sz="1600" b="1" spc="-10" dirty="0">
                        <a:solidFill>
                          <a:srgbClr val="163793"/>
                        </a:solidFill>
                        <a:latin typeface="Arial"/>
                        <a:cs typeface="Arial"/>
                      </a:rPr>
                      <a:t>.1</a:t>
                    </a:r>
                    <a:endParaRPr sz="160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109" name="object 41">
                    <a:extLst>
                      <a:ext uri="{FF2B5EF4-FFF2-40B4-BE49-F238E27FC236}">
                        <a16:creationId xmlns:a16="http://schemas.microsoft.com/office/drawing/2014/main" id="{123FF06E-3565-51C4-E70E-CB8AF0CB0591}"/>
                      </a:ext>
                    </a:extLst>
                  </p:cNvPr>
                  <p:cNvSpPr txBox="1"/>
                  <p:nvPr/>
                </p:nvSpPr>
                <p:spPr>
                  <a:xfrm>
                    <a:off x="7137272" y="4343145"/>
                    <a:ext cx="1022985" cy="391160"/>
                  </a:xfrm>
                  <a:prstGeom prst="rect">
                    <a:avLst/>
                  </a:prstGeom>
                </p:spPr>
                <p:txBody>
                  <a:bodyPr vert="horz" wrap="square" lIns="0" tIns="12700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100"/>
                      </a:spcBef>
                    </a:pPr>
                    <a:r>
                      <a:rPr sz="2400" b="1" spc="-10" dirty="0">
                        <a:solidFill>
                          <a:srgbClr val="CC0000"/>
                        </a:solidFill>
                        <a:latin typeface="Arial"/>
                        <a:cs typeface="Arial"/>
                      </a:rPr>
                      <a:t>subnet</a:t>
                    </a:r>
                    <a:endParaRPr sz="2400">
                      <a:latin typeface="Arial"/>
                      <a:cs typeface="Arial"/>
                    </a:endParaRPr>
                  </a:p>
                </p:txBody>
              </p:sp>
              <p:grpSp>
                <p:nvGrpSpPr>
                  <p:cNvPr id="110" name="object 42">
                    <a:extLst>
                      <a:ext uri="{FF2B5EF4-FFF2-40B4-BE49-F238E27FC236}">
                        <a16:creationId xmlns:a16="http://schemas.microsoft.com/office/drawing/2014/main" id="{D986A104-C8F7-CBB3-C690-46C29FD33A12}"/>
                      </a:ext>
                    </a:extLst>
                  </p:cNvPr>
                  <p:cNvGrpSpPr/>
                  <p:nvPr/>
                </p:nvGrpSpPr>
                <p:grpSpPr>
                  <a:xfrm>
                    <a:off x="5057140" y="2009013"/>
                    <a:ext cx="2040889" cy="2880995"/>
                    <a:chOff x="5057140" y="2009013"/>
                    <a:chExt cx="2040889" cy="2880995"/>
                  </a:xfrm>
                </p:grpSpPr>
                <p:sp>
                  <p:nvSpPr>
                    <p:cNvPr id="115" name="object 43">
                      <a:extLst>
                        <a:ext uri="{FF2B5EF4-FFF2-40B4-BE49-F238E27FC236}">
                          <a16:creationId xmlns:a16="http://schemas.microsoft.com/office/drawing/2014/main" id="{F7DAE653-B677-B6FE-40DB-0769FED5EF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20865" y="4581905"/>
                      <a:ext cx="177165" cy="307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165" h="307975">
                          <a:moveTo>
                            <a:pt x="4063" y="222885"/>
                          </a:moveTo>
                          <a:lnTo>
                            <a:pt x="0" y="307975"/>
                          </a:lnTo>
                          <a:lnTo>
                            <a:pt x="70484" y="260223"/>
                          </a:lnTo>
                          <a:lnTo>
                            <a:pt x="62351" y="255651"/>
                          </a:lnTo>
                          <a:lnTo>
                            <a:pt x="36575" y="255651"/>
                          </a:lnTo>
                          <a:lnTo>
                            <a:pt x="25526" y="249428"/>
                          </a:lnTo>
                          <a:lnTo>
                            <a:pt x="31715" y="238428"/>
                          </a:lnTo>
                          <a:lnTo>
                            <a:pt x="4063" y="222885"/>
                          </a:lnTo>
                          <a:close/>
                        </a:path>
                        <a:path w="177165" h="307975">
                          <a:moveTo>
                            <a:pt x="31715" y="238428"/>
                          </a:moveTo>
                          <a:lnTo>
                            <a:pt x="25526" y="249428"/>
                          </a:lnTo>
                          <a:lnTo>
                            <a:pt x="36575" y="255651"/>
                          </a:lnTo>
                          <a:lnTo>
                            <a:pt x="42769" y="244642"/>
                          </a:lnTo>
                          <a:lnTo>
                            <a:pt x="31715" y="238428"/>
                          </a:lnTo>
                          <a:close/>
                        </a:path>
                        <a:path w="177165" h="307975">
                          <a:moveTo>
                            <a:pt x="42769" y="244642"/>
                          </a:moveTo>
                          <a:lnTo>
                            <a:pt x="36575" y="255651"/>
                          </a:lnTo>
                          <a:lnTo>
                            <a:pt x="62351" y="255651"/>
                          </a:lnTo>
                          <a:lnTo>
                            <a:pt x="42769" y="244642"/>
                          </a:lnTo>
                          <a:close/>
                        </a:path>
                        <a:path w="177165" h="307975">
                          <a:moveTo>
                            <a:pt x="165861" y="0"/>
                          </a:moveTo>
                          <a:lnTo>
                            <a:pt x="31715" y="238428"/>
                          </a:lnTo>
                          <a:lnTo>
                            <a:pt x="42769" y="244642"/>
                          </a:lnTo>
                          <a:lnTo>
                            <a:pt x="176910" y="6223"/>
                          </a:lnTo>
                          <a:lnTo>
                            <a:pt x="165861" y="0"/>
                          </a:lnTo>
                          <a:close/>
                        </a:path>
                      </a:pathLst>
                    </a:custGeom>
                    <a:solidFill>
                      <a:srgbClr val="CC0000"/>
                    </a:solidFill>
                  </p:spPr>
                  <p:txBody>
                    <a:bodyPr wrap="square" lIns="0" tIns="0" rIns="0" bIns="0" rtlCol="0"/>
                    <a:lstStyle/>
                    <a:p>
                      <a:endParaRPr/>
                    </a:p>
                  </p:txBody>
                </p:sp>
                <p:pic>
                  <p:nvPicPr>
                    <p:cNvPr id="116" name="object 44">
                      <a:extLst>
                        <a:ext uri="{FF2B5EF4-FFF2-40B4-BE49-F238E27FC236}">
                          <a16:creationId xmlns:a16="http://schemas.microsoft.com/office/drawing/2014/main" id="{0E6D3E93-28AC-8EB6-81BF-D5BE61075718}"/>
                        </a:ext>
                      </a:extLst>
                    </p:cNvPr>
                    <p:cNvPicPr/>
                    <p:nvPr/>
                  </p:nvPicPr>
                  <p:blipFill>
                    <a:blip r:embed="rId12" cstate="print"/>
                    <a:stretch>
                      <a:fillRect/>
                    </a:stretch>
                  </p:blipFill>
                  <p:spPr>
                    <a:xfrm>
                      <a:off x="5057140" y="2009013"/>
                      <a:ext cx="75564" cy="195834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11" name="object 46">
                    <a:extLst>
                      <a:ext uri="{FF2B5EF4-FFF2-40B4-BE49-F238E27FC236}">
                        <a16:creationId xmlns:a16="http://schemas.microsoft.com/office/drawing/2014/main" id="{406A504C-B848-9089-A2AF-D391AE56C2F5}"/>
                      </a:ext>
                    </a:extLst>
                  </p:cNvPr>
                  <p:cNvSpPr txBox="1"/>
                  <p:nvPr/>
                </p:nvSpPr>
                <p:spPr>
                  <a:xfrm>
                    <a:off x="4391914" y="1639062"/>
                    <a:ext cx="1440180" cy="330835"/>
                  </a:xfrm>
                  <a:prstGeom prst="rect">
                    <a:avLst/>
                  </a:prstGeom>
                </p:spPr>
                <p:txBody>
                  <a:bodyPr vert="horz" wrap="square" lIns="0" tIns="13335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r>
                      <a:rPr sz="2000" b="1" spc="-10" dirty="0">
                        <a:solidFill>
                          <a:srgbClr val="163793"/>
                        </a:solidFill>
                        <a:latin typeface="Arial"/>
                        <a:cs typeface="Arial"/>
                      </a:rPr>
                      <a:t>223.1.1.0/24</a:t>
                    </a:r>
                    <a:endParaRPr sz="2000">
                      <a:latin typeface="Arial"/>
                      <a:cs typeface="Arial"/>
                    </a:endParaRPr>
                  </a:p>
                </p:txBody>
              </p:sp>
              <p:pic>
                <p:nvPicPr>
                  <p:cNvPr id="112" name="object 48">
                    <a:extLst>
                      <a:ext uri="{FF2B5EF4-FFF2-40B4-BE49-F238E27FC236}">
                        <a16:creationId xmlns:a16="http://schemas.microsoft.com/office/drawing/2014/main" id="{0459063C-CE1D-408A-A557-205B565DBDD7}"/>
                      </a:ext>
                    </a:extLst>
                  </p:cNvPr>
                  <p:cNvPicPr/>
                  <p:nvPr/>
                </p:nvPicPr>
                <p:blipFill>
                  <a:blip r:embed="rId13" cstate="print"/>
                  <a:stretch>
                    <a:fillRect/>
                  </a:stretch>
                </p:blipFill>
                <p:spPr>
                  <a:xfrm>
                    <a:off x="8284718" y="2199132"/>
                    <a:ext cx="188086" cy="247522"/>
                  </a:xfrm>
                  <a:prstGeom prst="rect">
                    <a:avLst/>
                  </a:prstGeom>
                </p:spPr>
              </p:pic>
              <p:sp>
                <p:nvSpPr>
                  <p:cNvPr id="113" name="object 49">
                    <a:extLst>
                      <a:ext uri="{FF2B5EF4-FFF2-40B4-BE49-F238E27FC236}">
                        <a16:creationId xmlns:a16="http://schemas.microsoft.com/office/drawing/2014/main" id="{5DDD06DB-8C15-D8DD-267E-E97DC6F2EDA9}"/>
                      </a:ext>
                    </a:extLst>
                  </p:cNvPr>
                  <p:cNvSpPr txBox="1"/>
                  <p:nvPr/>
                </p:nvSpPr>
                <p:spPr>
                  <a:xfrm>
                    <a:off x="5959221" y="5895847"/>
                    <a:ext cx="1440180" cy="331470"/>
                  </a:xfrm>
                  <a:prstGeom prst="rect">
                    <a:avLst/>
                  </a:prstGeom>
                </p:spPr>
                <p:txBody>
                  <a:bodyPr vert="horz" wrap="square" lIns="0" tIns="13335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r>
                      <a:rPr sz="2000" b="1" spc="-10" dirty="0">
                        <a:solidFill>
                          <a:srgbClr val="163793"/>
                        </a:solidFill>
                        <a:latin typeface="Arial"/>
                        <a:cs typeface="Arial"/>
                      </a:rPr>
                      <a:t>223.1.3.0/24</a:t>
                    </a:r>
                    <a:endParaRPr sz="2000">
                      <a:latin typeface="Arial"/>
                      <a:cs typeface="Arial"/>
                    </a:endParaRPr>
                  </a:p>
                </p:txBody>
              </p:sp>
              <p:pic>
                <p:nvPicPr>
                  <p:cNvPr id="114" name="object 50">
                    <a:extLst>
                      <a:ext uri="{FF2B5EF4-FFF2-40B4-BE49-F238E27FC236}">
                        <a16:creationId xmlns:a16="http://schemas.microsoft.com/office/drawing/2014/main" id="{46881C45-58F0-E4FF-3438-9E20441AF5DD}"/>
                      </a:ext>
                    </a:extLst>
                  </p:cNvPr>
                  <p:cNvPicPr/>
                  <p:nvPr/>
                </p:nvPicPr>
                <p:blipFill>
                  <a:blip r:embed="rId14" cstate="print"/>
                  <a:stretch>
                    <a:fillRect/>
                  </a:stretch>
                </p:blipFill>
                <p:spPr>
                  <a:xfrm>
                    <a:off x="6671564" y="5661253"/>
                    <a:ext cx="76200" cy="250799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42" name="图形 141" descr="计算机 纯色填充">
                <a:extLst>
                  <a:ext uri="{FF2B5EF4-FFF2-40B4-BE49-F238E27FC236}">
                    <a16:creationId xmlns:a16="http://schemas.microsoft.com/office/drawing/2014/main" id="{D08FD274-89AE-197A-44EC-4C11CF1DC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53770" y="2152718"/>
                <a:ext cx="507682" cy="507682"/>
              </a:xfrm>
              <a:prstGeom prst="rect">
                <a:avLst/>
              </a:prstGeom>
            </p:spPr>
          </p:pic>
          <p:pic>
            <p:nvPicPr>
              <p:cNvPr id="143" name="图形 142" descr="计算机 纯色填充">
                <a:extLst>
                  <a:ext uri="{FF2B5EF4-FFF2-40B4-BE49-F238E27FC236}">
                    <a16:creationId xmlns:a16="http://schemas.microsoft.com/office/drawing/2014/main" id="{D22A40EA-DF67-21EB-4106-C4F0CD11B0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60072" y="1489695"/>
                <a:ext cx="507682" cy="507682"/>
              </a:xfrm>
              <a:prstGeom prst="rect">
                <a:avLst/>
              </a:prstGeom>
            </p:spPr>
          </p:pic>
          <p:pic>
            <p:nvPicPr>
              <p:cNvPr id="144" name="图形 143" descr="计算机 纯色填充">
                <a:extLst>
                  <a:ext uri="{FF2B5EF4-FFF2-40B4-BE49-F238E27FC236}">
                    <a16:creationId xmlns:a16="http://schemas.microsoft.com/office/drawing/2014/main" id="{AE81524A-ACDE-F5DA-8D57-362AE12B6D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2238120" y="4447712"/>
                <a:ext cx="507682" cy="507682"/>
              </a:xfrm>
              <a:prstGeom prst="rect">
                <a:avLst/>
              </a:prstGeom>
            </p:spPr>
          </p:pic>
          <p:pic>
            <p:nvPicPr>
              <p:cNvPr id="145" name="图形 144" descr="计算机 纯色填充">
                <a:extLst>
                  <a:ext uri="{FF2B5EF4-FFF2-40B4-BE49-F238E27FC236}">
                    <a16:creationId xmlns:a16="http://schemas.microsoft.com/office/drawing/2014/main" id="{4FFFD4CB-24A2-6FC4-84A4-01E164663E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98729" y="2708536"/>
                <a:ext cx="507682" cy="507682"/>
              </a:xfrm>
              <a:prstGeom prst="rect">
                <a:avLst/>
              </a:prstGeom>
            </p:spPr>
          </p:pic>
          <p:pic>
            <p:nvPicPr>
              <p:cNvPr id="146" name="图形 145" descr="计算机 纯色填充">
                <a:extLst>
                  <a:ext uri="{FF2B5EF4-FFF2-40B4-BE49-F238E27FC236}">
                    <a16:creationId xmlns:a16="http://schemas.microsoft.com/office/drawing/2014/main" id="{A8860BF0-E545-9565-CE4D-ACCD010E61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680971" y="1701055"/>
                <a:ext cx="507682" cy="507682"/>
              </a:xfrm>
              <a:prstGeom prst="rect">
                <a:avLst/>
              </a:prstGeom>
            </p:spPr>
          </p:pic>
          <p:pic>
            <p:nvPicPr>
              <p:cNvPr id="147" name="图形 146" descr="计算机 纯色填充">
                <a:extLst>
                  <a:ext uri="{FF2B5EF4-FFF2-40B4-BE49-F238E27FC236}">
                    <a16:creationId xmlns:a16="http://schemas.microsoft.com/office/drawing/2014/main" id="{F0AFD3CF-31A1-50AC-D290-8F2C9573B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723638" y="2935248"/>
                <a:ext cx="507682" cy="507682"/>
              </a:xfrm>
              <a:prstGeom prst="rect">
                <a:avLst/>
              </a:prstGeom>
            </p:spPr>
          </p:pic>
          <p:pic>
            <p:nvPicPr>
              <p:cNvPr id="148" name="图形 147" descr="计算机 纯色填充">
                <a:extLst>
                  <a:ext uri="{FF2B5EF4-FFF2-40B4-BE49-F238E27FC236}">
                    <a16:creationId xmlns:a16="http://schemas.microsoft.com/office/drawing/2014/main" id="{4945DE82-1B0C-40BF-14E2-4E09D0FBF8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3520758" y="4442919"/>
                <a:ext cx="507682" cy="507682"/>
              </a:xfrm>
              <a:prstGeom prst="rect">
                <a:avLst/>
              </a:prstGeom>
            </p:spPr>
          </p:pic>
        </p:grp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BA9B031B-A804-F168-D7C8-55BC61F83510}"/>
                </a:ext>
              </a:extLst>
            </p:cNvPr>
            <p:cNvSpPr/>
            <p:nvPr/>
          </p:nvSpPr>
          <p:spPr>
            <a:xfrm>
              <a:off x="2456487" y="434865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471425C6-C868-ED69-99A0-D51F03AB3755}"/>
                </a:ext>
              </a:extLst>
            </p:cNvPr>
            <p:cNvSpPr/>
            <p:nvPr/>
          </p:nvSpPr>
          <p:spPr>
            <a:xfrm>
              <a:off x="1449552" y="2329351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D80BEDFA-D01A-3D2C-9DFF-451994736048}"/>
                </a:ext>
              </a:extLst>
            </p:cNvPr>
            <p:cNvSpPr/>
            <p:nvPr/>
          </p:nvSpPr>
          <p:spPr>
            <a:xfrm>
              <a:off x="1433225" y="1676201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1B0EE7F6-0C13-DEA7-CB88-744D49AEDED6}"/>
                </a:ext>
              </a:extLst>
            </p:cNvPr>
            <p:cNvSpPr/>
            <p:nvPr/>
          </p:nvSpPr>
          <p:spPr>
            <a:xfrm>
              <a:off x="1482210" y="2949841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8DBA2972-28E5-5587-FE71-A17DF5A405F3}"/>
                </a:ext>
              </a:extLst>
            </p:cNvPr>
            <p:cNvSpPr/>
            <p:nvPr/>
          </p:nvSpPr>
          <p:spPr>
            <a:xfrm>
              <a:off x="4584645" y="1855815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3E5BBD51-62F0-C9ED-EA92-5B87A1111059}"/>
                </a:ext>
              </a:extLst>
            </p:cNvPr>
            <p:cNvSpPr/>
            <p:nvPr/>
          </p:nvSpPr>
          <p:spPr>
            <a:xfrm>
              <a:off x="4606413" y="3118563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3B989061-B3E4-F212-E0D2-B0A2FFD29AE1}"/>
                </a:ext>
              </a:extLst>
            </p:cNvPr>
            <p:cNvSpPr/>
            <p:nvPr/>
          </p:nvSpPr>
          <p:spPr>
            <a:xfrm>
              <a:off x="3621252" y="437043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34209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70D44-AE51-F8C7-9722-F3C040639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59D25586-B7E4-14D7-70FE-8F7A1A31A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328994"/>
              </p:ext>
            </p:extLst>
          </p:nvPr>
        </p:nvGraphicFramePr>
        <p:xfrm>
          <a:off x="779011" y="3091984"/>
          <a:ext cx="3562350" cy="447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NetID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25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 marL="57467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HostID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25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69EFA388-6F3B-B238-9A85-DA9768727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552880"/>
              </p:ext>
            </p:extLst>
          </p:nvPr>
        </p:nvGraphicFramePr>
        <p:xfrm>
          <a:off x="779006" y="4328929"/>
          <a:ext cx="3562349" cy="447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NetID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SubID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6F0D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HostID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11">
            <a:extLst>
              <a:ext uri="{FF2B5EF4-FFF2-40B4-BE49-F238E27FC236}">
                <a16:creationId xmlns:a16="http://schemas.microsoft.com/office/drawing/2014/main" id="{08D9D3D7-ADB8-74F7-EA88-81F21FE6916B}"/>
              </a:ext>
            </a:extLst>
          </p:cNvPr>
          <p:cNvSpPr/>
          <p:nvPr/>
        </p:nvSpPr>
        <p:spPr>
          <a:xfrm>
            <a:off x="2479675" y="3700398"/>
            <a:ext cx="216535" cy="504190"/>
          </a:xfrm>
          <a:custGeom>
            <a:avLst/>
            <a:gdLst/>
            <a:ahLst/>
            <a:cxnLst/>
            <a:rect l="l" t="t" r="r" b="b"/>
            <a:pathLst>
              <a:path w="216535" h="504189">
                <a:moveTo>
                  <a:pt x="162051" y="0"/>
                </a:moveTo>
                <a:lnTo>
                  <a:pt x="53975" y="0"/>
                </a:lnTo>
                <a:lnTo>
                  <a:pt x="53975" y="395986"/>
                </a:lnTo>
                <a:lnTo>
                  <a:pt x="0" y="395986"/>
                </a:lnTo>
                <a:lnTo>
                  <a:pt x="107950" y="504063"/>
                </a:lnTo>
                <a:lnTo>
                  <a:pt x="216026" y="395986"/>
                </a:lnTo>
                <a:lnTo>
                  <a:pt x="162051" y="395986"/>
                </a:lnTo>
                <a:lnTo>
                  <a:pt x="162051" y="0"/>
                </a:lnTo>
                <a:close/>
              </a:path>
            </a:pathLst>
          </a:custGeom>
          <a:solidFill>
            <a:srgbClr val="4D75E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AB9475C-A40A-A952-6235-6526B07873BC}"/>
              </a:ext>
            </a:extLst>
          </p:cNvPr>
          <p:cNvGrpSpPr/>
          <p:nvPr/>
        </p:nvGrpSpPr>
        <p:grpSpPr>
          <a:xfrm>
            <a:off x="4873953" y="2289598"/>
            <a:ext cx="5873749" cy="2923921"/>
            <a:chOff x="4873953" y="2289598"/>
            <a:chExt cx="5873749" cy="2923921"/>
          </a:xfrm>
        </p:grpSpPr>
        <p:grpSp>
          <p:nvGrpSpPr>
            <p:cNvPr id="18" name="object 2">
              <a:extLst>
                <a:ext uri="{FF2B5EF4-FFF2-40B4-BE49-F238E27FC236}">
                  <a16:creationId xmlns:a16="http://schemas.microsoft.com/office/drawing/2014/main" id="{071F9154-3ACB-ECDA-ACBE-0D521C563570}"/>
                </a:ext>
              </a:extLst>
            </p:cNvPr>
            <p:cNvGrpSpPr/>
            <p:nvPr/>
          </p:nvGrpSpPr>
          <p:grpSpPr>
            <a:xfrm>
              <a:off x="6320800" y="2289598"/>
              <a:ext cx="1868170" cy="1835785"/>
              <a:chOff x="3649789" y="2526347"/>
              <a:chExt cx="1868170" cy="1835785"/>
            </a:xfrm>
          </p:grpSpPr>
          <p:pic>
            <p:nvPicPr>
              <p:cNvPr id="19" name="object 3">
                <a:extLst>
                  <a:ext uri="{FF2B5EF4-FFF2-40B4-BE49-F238E27FC236}">
                    <a16:creationId xmlns:a16="http://schemas.microsoft.com/office/drawing/2014/main" id="{F66C01CB-2C00-59D2-4D7F-C9F87D040207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97298" y="3641864"/>
                <a:ext cx="720077" cy="720077"/>
              </a:xfrm>
              <a:prstGeom prst="rect">
                <a:avLst/>
              </a:prstGeom>
            </p:spPr>
          </p:pic>
          <p:sp>
            <p:nvSpPr>
              <p:cNvPr id="20" name="object 4">
                <a:extLst>
                  <a:ext uri="{FF2B5EF4-FFF2-40B4-BE49-F238E27FC236}">
                    <a16:creationId xmlns:a16="http://schemas.microsoft.com/office/drawing/2014/main" id="{011880EA-B8DC-1D34-7B54-FF4BC7361F1F}"/>
                  </a:ext>
                </a:extLst>
              </p:cNvPr>
              <p:cNvSpPr/>
              <p:nvPr/>
            </p:nvSpPr>
            <p:spPr>
              <a:xfrm>
                <a:off x="3654552" y="2531110"/>
                <a:ext cx="1224280" cy="1216660"/>
              </a:xfrm>
              <a:custGeom>
                <a:avLst/>
                <a:gdLst/>
                <a:ahLst/>
                <a:cxnLst/>
                <a:rect l="l" t="t" r="r" b="b"/>
                <a:pathLst>
                  <a:path w="1224279" h="1216660">
                    <a:moveTo>
                      <a:pt x="1224026" y="0"/>
                    </a:moveTo>
                    <a:lnTo>
                      <a:pt x="1176203" y="911"/>
                    </a:lnTo>
                    <a:lnTo>
                      <a:pt x="1128843" y="3623"/>
                    </a:lnTo>
                    <a:lnTo>
                      <a:pt x="1081978" y="8102"/>
                    </a:lnTo>
                    <a:lnTo>
                      <a:pt x="1035644" y="14315"/>
                    </a:lnTo>
                    <a:lnTo>
                      <a:pt x="989872" y="22229"/>
                    </a:lnTo>
                    <a:lnTo>
                      <a:pt x="944697" y="31811"/>
                    </a:lnTo>
                    <a:lnTo>
                      <a:pt x="900153" y="43028"/>
                    </a:lnTo>
                    <a:lnTo>
                      <a:pt x="856273" y="55846"/>
                    </a:lnTo>
                    <a:lnTo>
                      <a:pt x="813091" y="70232"/>
                    </a:lnTo>
                    <a:lnTo>
                      <a:pt x="770641" y="86152"/>
                    </a:lnTo>
                    <a:lnTo>
                      <a:pt x="728955" y="103575"/>
                    </a:lnTo>
                    <a:lnTo>
                      <a:pt x="688069" y="122466"/>
                    </a:lnTo>
                    <a:lnTo>
                      <a:pt x="648016" y="142792"/>
                    </a:lnTo>
                    <a:lnTo>
                      <a:pt x="608828" y="164521"/>
                    </a:lnTo>
                    <a:lnTo>
                      <a:pt x="570541" y="187618"/>
                    </a:lnTo>
                    <a:lnTo>
                      <a:pt x="533187" y="212052"/>
                    </a:lnTo>
                    <a:lnTo>
                      <a:pt x="496800" y="237787"/>
                    </a:lnTo>
                    <a:lnTo>
                      <a:pt x="461415" y="264792"/>
                    </a:lnTo>
                    <a:lnTo>
                      <a:pt x="427064" y="293033"/>
                    </a:lnTo>
                    <a:lnTo>
                      <a:pt x="393781" y="322477"/>
                    </a:lnTo>
                    <a:lnTo>
                      <a:pt x="361600" y="353091"/>
                    </a:lnTo>
                    <a:lnTo>
                      <a:pt x="330555" y="384842"/>
                    </a:lnTo>
                    <a:lnTo>
                      <a:pt x="300680" y="417695"/>
                    </a:lnTo>
                    <a:lnTo>
                      <a:pt x="272007" y="451619"/>
                    </a:lnTo>
                    <a:lnTo>
                      <a:pt x="244571" y="486580"/>
                    </a:lnTo>
                    <a:lnTo>
                      <a:pt x="218405" y="522544"/>
                    </a:lnTo>
                    <a:lnTo>
                      <a:pt x="193544" y="559479"/>
                    </a:lnTo>
                    <a:lnTo>
                      <a:pt x="170020" y="597351"/>
                    </a:lnTo>
                    <a:lnTo>
                      <a:pt x="147867" y="636127"/>
                    </a:lnTo>
                    <a:lnTo>
                      <a:pt x="127119" y="675775"/>
                    </a:lnTo>
                    <a:lnTo>
                      <a:pt x="107811" y="716260"/>
                    </a:lnTo>
                    <a:lnTo>
                      <a:pt x="89974" y="757549"/>
                    </a:lnTo>
                    <a:lnTo>
                      <a:pt x="73644" y="799610"/>
                    </a:lnTo>
                    <a:lnTo>
                      <a:pt x="58853" y="842409"/>
                    </a:lnTo>
                    <a:lnTo>
                      <a:pt x="45636" y="885913"/>
                    </a:lnTo>
                    <a:lnTo>
                      <a:pt x="34026" y="930088"/>
                    </a:lnTo>
                    <a:lnTo>
                      <a:pt x="24056" y="974902"/>
                    </a:lnTo>
                    <a:lnTo>
                      <a:pt x="15762" y="1020322"/>
                    </a:lnTo>
                    <a:lnTo>
                      <a:pt x="9175" y="1066313"/>
                    </a:lnTo>
                    <a:lnTo>
                      <a:pt x="4330" y="1112844"/>
                    </a:lnTo>
                    <a:lnTo>
                      <a:pt x="1260" y="1159880"/>
                    </a:lnTo>
                    <a:lnTo>
                      <a:pt x="0" y="1207389"/>
                    </a:lnTo>
                    <a:lnTo>
                      <a:pt x="1224026" y="1216152"/>
                    </a:lnTo>
                    <a:lnTo>
                      <a:pt x="1224026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5">
                <a:extLst>
                  <a:ext uri="{FF2B5EF4-FFF2-40B4-BE49-F238E27FC236}">
                    <a16:creationId xmlns:a16="http://schemas.microsoft.com/office/drawing/2014/main" id="{E1D5E7CC-279B-A408-B171-CE0FE5B8FA3D}"/>
                  </a:ext>
                </a:extLst>
              </p:cNvPr>
              <p:cNvSpPr/>
              <p:nvPr/>
            </p:nvSpPr>
            <p:spPr>
              <a:xfrm>
                <a:off x="3654552" y="2531110"/>
                <a:ext cx="1224280" cy="1216660"/>
              </a:xfrm>
              <a:custGeom>
                <a:avLst/>
                <a:gdLst/>
                <a:ahLst/>
                <a:cxnLst/>
                <a:rect l="l" t="t" r="r" b="b"/>
                <a:pathLst>
                  <a:path w="1224279" h="1216660">
                    <a:moveTo>
                      <a:pt x="0" y="1207389"/>
                    </a:moveTo>
                    <a:lnTo>
                      <a:pt x="1260" y="1159880"/>
                    </a:lnTo>
                    <a:lnTo>
                      <a:pt x="4330" y="1112844"/>
                    </a:lnTo>
                    <a:lnTo>
                      <a:pt x="9175" y="1066313"/>
                    </a:lnTo>
                    <a:lnTo>
                      <a:pt x="15762" y="1020322"/>
                    </a:lnTo>
                    <a:lnTo>
                      <a:pt x="24056" y="974902"/>
                    </a:lnTo>
                    <a:lnTo>
                      <a:pt x="34026" y="930088"/>
                    </a:lnTo>
                    <a:lnTo>
                      <a:pt x="45636" y="885913"/>
                    </a:lnTo>
                    <a:lnTo>
                      <a:pt x="58853" y="842409"/>
                    </a:lnTo>
                    <a:lnTo>
                      <a:pt x="73644" y="799610"/>
                    </a:lnTo>
                    <a:lnTo>
                      <a:pt x="89974" y="757549"/>
                    </a:lnTo>
                    <a:lnTo>
                      <a:pt x="107811" y="716260"/>
                    </a:lnTo>
                    <a:lnTo>
                      <a:pt x="127119" y="675775"/>
                    </a:lnTo>
                    <a:lnTo>
                      <a:pt x="147867" y="636127"/>
                    </a:lnTo>
                    <a:lnTo>
                      <a:pt x="170020" y="597351"/>
                    </a:lnTo>
                    <a:lnTo>
                      <a:pt x="193544" y="559479"/>
                    </a:lnTo>
                    <a:lnTo>
                      <a:pt x="218405" y="522544"/>
                    </a:lnTo>
                    <a:lnTo>
                      <a:pt x="244571" y="486580"/>
                    </a:lnTo>
                    <a:lnTo>
                      <a:pt x="272007" y="451619"/>
                    </a:lnTo>
                    <a:lnTo>
                      <a:pt x="300680" y="417695"/>
                    </a:lnTo>
                    <a:lnTo>
                      <a:pt x="330555" y="384842"/>
                    </a:lnTo>
                    <a:lnTo>
                      <a:pt x="361600" y="353091"/>
                    </a:lnTo>
                    <a:lnTo>
                      <a:pt x="393781" y="322477"/>
                    </a:lnTo>
                    <a:lnTo>
                      <a:pt x="427064" y="293033"/>
                    </a:lnTo>
                    <a:lnTo>
                      <a:pt x="461415" y="264792"/>
                    </a:lnTo>
                    <a:lnTo>
                      <a:pt x="496800" y="237787"/>
                    </a:lnTo>
                    <a:lnTo>
                      <a:pt x="533187" y="212052"/>
                    </a:lnTo>
                    <a:lnTo>
                      <a:pt x="570541" y="187618"/>
                    </a:lnTo>
                    <a:lnTo>
                      <a:pt x="608828" y="164521"/>
                    </a:lnTo>
                    <a:lnTo>
                      <a:pt x="648016" y="142792"/>
                    </a:lnTo>
                    <a:lnTo>
                      <a:pt x="688069" y="122466"/>
                    </a:lnTo>
                    <a:lnTo>
                      <a:pt x="728955" y="103575"/>
                    </a:lnTo>
                    <a:lnTo>
                      <a:pt x="770641" y="86152"/>
                    </a:lnTo>
                    <a:lnTo>
                      <a:pt x="813091" y="70232"/>
                    </a:lnTo>
                    <a:lnTo>
                      <a:pt x="856273" y="55846"/>
                    </a:lnTo>
                    <a:lnTo>
                      <a:pt x="900153" y="43028"/>
                    </a:lnTo>
                    <a:lnTo>
                      <a:pt x="944697" y="31811"/>
                    </a:lnTo>
                    <a:lnTo>
                      <a:pt x="989872" y="22229"/>
                    </a:lnTo>
                    <a:lnTo>
                      <a:pt x="1035644" y="14315"/>
                    </a:lnTo>
                    <a:lnTo>
                      <a:pt x="1081978" y="8102"/>
                    </a:lnTo>
                    <a:lnTo>
                      <a:pt x="1128843" y="3623"/>
                    </a:lnTo>
                    <a:lnTo>
                      <a:pt x="1176203" y="911"/>
                    </a:lnTo>
                    <a:lnTo>
                      <a:pt x="1224026" y="0"/>
                    </a:lnTo>
                    <a:lnTo>
                      <a:pt x="1224026" y="1216152"/>
                    </a:lnTo>
                    <a:lnTo>
                      <a:pt x="0" y="1207389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2" name="object 9">
              <a:extLst>
                <a:ext uri="{FF2B5EF4-FFF2-40B4-BE49-F238E27FC236}">
                  <a16:creationId xmlns:a16="http://schemas.microsoft.com/office/drawing/2014/main" id="{98AAE976-8A88-4A03-159A-D7D20AF9FBF9}"/>
                </a:ext>
              </a:extLst>
            </p:cNvPr>
            <p:cNvSpPr txBox="1"/>
            <p:nvPr/>
          </p:nvSpPr>
          <p:spPr>
            <a:xfrm>
              <a:off x="4873953" y="2484352"/>
              <a:ext cx="1548130" cy="51308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"/>
                  <a:cs typeface="Arial"/>
                </a:rPr>
                <a:t>201.2.3.0</a:t>
              </a:r>
              <a:endParaRPr sz="160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600" spc="-10" dirty="0">
                  <a:latin typeface="Arial"/>
                  <a:cs typeface="Arial"/>
                </a:rPr>
                <a:t>255.255.255.192</a:t>
              </a:r>
              <a:endParaRPr sz="1600">
                <a:latin typeface="Arial"/>
                <a:cs typeface="Arial"/>
              </a:endParaRPr>
            </a:p>
          </p:txBody>
        </p:sp>
        <p:grpSp>
          <p:nvGrpSpPr>
            <p:cNvPr id="23" name="object 10">
              <a:extLst>
                <a:ext uri="{FF2B5EF4-FFF2-40B4-BE49-F238E27FC236}">
                  <a16:creationId xmlns:a16="http://schemas.microsoft.com/office/drawing/2014/main" id="{4DB985E3-ED60-FDA1-E781-0FB67434A776}"/>
                </a:ext>
              </a:extLst>
            </p:cNvPr>
            <p:cNvGrpSpPr/>
            <p:nvPr/>
          </p:nvGrpSpPr>
          <p:grpSpPr>
            <a:xfrm>
              <a:off x="8120898" y="2313474"/>
              <a:ext cx="1233805" cy="1226185"/>
              <a:chOff x="5449887" y="2550223"/>
              <a:chExt cx="1233805" cy="1226185"/>
            </a:xfrm>
          </p:grpSpPr>
          <p:sp>
            <p:nvSpPr>
              <p:cNvPr id="24" name="object 11">
                <a:extLst>
                  <a:ext uri="{FF2B5EF4-FFF2-40B4-BE49-F238E27FC236}">
                    <a16:creationId xmlns:a16="http://schemas.microsoft.com/office/drawing/2014/main" id="{28B0962D-DF35-FCA7-D839-3548F8E3A921}"/>
                  </a:ext>
                </a:extLst>
              </p:cNvPr>
              <p:cNvSpPr/>
              <p:nvPr/>
            </p:nvSpPr>
            <p:spPr>
              <a:xfrm>
                <a:off x="5454650" y="2554985"/>
                <a:ext cx="1224280" cy="1216660"/>
              </a:xfrm>
              <a:custGeom>
                <a:avLst/>
                <a:gdLst/>
                <a:ahLst/>
                <a:cxnLst/>
                <a:rect l="l" t="t" r="r" b="b"/>
                <a:pathLst>
                  <a:path w="1224279" h="1216660">
                    <a:moveTo>
                      <a:pt x="0" y="0"/>
                    </a:moveTo>
                    <a:lnTo>
                      <a:pt x="0" y="1216278"/>
                    </a:lnTo>
                    <a:lnTo>
                      <a:pt x="1224152" y="1207515"/>
                    </a:lnTo>
                    <a:lnTo>
                      <a:pt x="1222883" y="1160007"/>
                    </a:lnTo>
                    <a:lnTo>
                      <a:pt x="1219805" y="1112970"/>
                    </a:lnTo>
                    <a:lnTo>
                      <a:pt x="1214952" y="1066438"/>
                    </a:lnTo>
                    <a:lnTo>
                      <a:pt x="1208358" y="1020446"/>
                    </a:lnTo>
                    <a:lnTo>
                      <a:pt x="1200055" y="975024"/>
                    </a:lnTo>
                    <a:lnTo>
                      <a:pt x="1190079" y="930208"/>
                    </a:lnTo>
                    <a:lnTo>
                      <a:pt x="1178462" y="886030"/>
                    </a:lnTo>
                    <a:lnTo>
                      <a:pt x="1165239" y="842524"/>
                    </a:lnTo>
                    <a:lnTo>
                      <a:pt x="1150443" y="799722"/>
                    </a:lnTo>
                    <a:lnTo>
                      <a:pt x="1134107" y="757658"/>
                    </a:lnTo>
                    <a:lnTo>
                      <a:pt x="1116265" y="716365"/>
                    </a:lnTo>
                    <a:lnTo>
                      <a:pt x="1096952" y="675876"/>
                    </a:lnTo>
                    <a:lnTo>
                      <a:pt x="1076200" y="636225"/>
                    </a:lnTo>
                    <a:lnTo>
                      <a:pt x="1054043" y="597445"/>
                    </a:lnTo>
                    <a:lnTo>
                      <a:pt x="1030515" y="559569"/>
                    </a:lnTo>
                    <a:lnTo>
                      <a:pt x="1005650" y="522630"/>
                    </a:lnTo>
                    <a:lnTo>
                      <a:pt x="979481" y="486661"/>
                    </a:lnTo>
                    <a:lnTo>
                      <a:pt x="952042" y="451696"/>
                    </a:lnTo>
                    <a:lnTo>
                      <a:pt x="923366" y="417768"/>
                    </a:lnTo>
                    <a:lnTo>
                      <a:pt x="893488" y="384910"/>
                    </a:lnTo>
                    <a:lnTo>
                      <a:pt x="862441" y="353155"/>
                    </a:lnTo>
                    <a:lnTo>
                      <a:pt x="830258" y="322536"/>
                    </a:lnTo>
                    <a:lnTo>
                      <a:pt x="796973" y="293088"/>
                    </a:lnTo>
                    <a:lnTo>
                      <a:pt x="762620" y="264842"/>
                    </a:lnTo>
                    <a:lnTo>
                      <a:pt x="727233" y="237833"/>
                    </a:lnTo>
                    <a:lnTo>
                      <a:pt x="690845" y="212093"/>
                    </a:lnTo>
                    <a:lnTo>
                      <a:pt x="653490" y="187655"/>
                    </a:lnTo>
                    <a:lnTo>
                      <a:pt x="615202" y="164554"/>
                    </a:lnTo>
                    <a:lnTo>
                      <a:pt x="576013" y="142821"/>
                    </a:lnTo>
                    <a:lnTo>
                      <a:pt x="535959" y="122491"/>
                    </a:lnTo>
                    <a:lnTo>
                      <a:pt x="495072" y="103596"/>
                    </a:lnTo>
                    <a:lnTo>
                      <a:pt x="453386" y="86171"/>
                    </a:lnTo>
                    <a:lnTo>
                      <a:pt x="410935" y="70247"/>
                    </a:lnTo>
                    <a:lnTo>
                      <a:pt x="367753" y="55858"/>
                    </a:lnTo>
                    <a:lnTo>
                      <a:pt x="323872" y="43037"/>
                    </a:lnTo>
                    <a:lnTo>
                      <a:pt x="279328" y="31818"/>
                    </a:lnTo>
                    <a:lnTo>
                      <a:pt x="234153" y="22234"/>
                    </a:lnTo>
                    <a:lnTo>
                      <a:pt x="188381" y="14318"/>
                    </a:lnTo>
                    <a:lnTo>
                      <a:pt x="142047" y="8104"/>
                    </a:lnTo>
                    <a:lnTo>
                      <a:pt x="95182" y="3624"/>
                    </a:lnTo>
                    <a:lnTo>
                      <a:pt x="47822" y="9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9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12">
                <a:extLst>
                  <a:ext uri="{FF2B5EF4-FFF2-40B4-BE49-F238E27FC236}">
                    <a16:creationId xmlns:a16="http://schemas.microsoft.com/office/drawing/2014/main" id="{DED8D423-7299-E2FC-0C39-BAD35B4BCD7C}"/>
                  </a:ext>
                </a:extLst>
              </p:cNvPr>
              <p:cNvSpPr/>
              <p:nvPr/>
            </p:nvSpPr>
            <p:spPr>
              <a:xfrm>
                <a:off x="5454650" y="2554985"/>
                <a:ext cx="1224280" cy="1216660"/>
              </a:xfrm>
              <a:custGeom>
                <a:avLst/>
                <a:gdLst/>
                <a:ahLst/>
                <a:cxnLst/>
                <a:rect l="l" t="t" r="r" b="b"/>
                <a:pathLst>
                  <a:path w="1224279" h="1216660">
                    <a:moveTo>
                      <a:pt x="1224152" y="1207515"/>
                    </a:moveTo>
                    <a:lnTo>
                      <a:pt x="1222883" y="1160007"/>
                    </a:lnTo>
                    <a:lnTo>
                      <a:pt x="1219805" y="1112970"/>
                    </a:lnTo>
                    <a:lnTo>
                      <a:pt x="1214952" y="1066438"/>
                    </a:lnTo>
                    <a:lnTo>
                      <a:pt x="1208358" y="1020446"/>
                    </a:lnTo>
                    <a:lnTo>
                      <a:pt x="1200055" y="975024"/>
                    </a:lnTo>
                    <a:lnTo>
                      <a:pt x="1190079" y="930208"/>
                    </a:lnTo>
                    <a:lnTo>
                      <a:pt x="1178462" y="886030"/>
                    </a:lnTo>
                    <a:lnTo>
                      <a:pt x="1165239" y="842524"/>
                    </a:lnTo>
                    <a:lnTo>
                      <a:pt x="1150443" y="799722"/>
                    </a:lnTo>
                    <a:lnTo>
                      <a:pt x="1134107" y="757658"/>
                    </a:lnTo>
                    <a:lnTo>
                      <a:pt x="1116265" y="716365"/>
                    </a:lnTo>
                    <a:lnTo>
                      <a:pt x="1096952" y="675876"/>
                    </a:lnTo>
                    <a:lnTo>
                      <a:pt x="1076200" y="636225"/>
                    </a:lnTo>
                    <a:lnTo>
                      <a:pt x="1054043" y="597445"/>
                    </a:lnTo>
                    <a:lnTo>
                      <a:pt x="1030515" y="559569"/>
                    </a:lnTo>
                    <a:lnTo>
                      <a:pt x="1005650" y="522630"/>
                    </a:lnTo>
                    <a:lnTo>
                      <a:pt x="979481" y="486661"/>
                    </a:lnTo>
                    <a:lnTo>
                      <a:pt x="952042" y="451696"/>
                    </a:lnTo>
                    <a:lnTo>
                      <a:pt x="923366" y="417768"/>
                    </a:lnTo>
                    <a:lnTo>
                      <a:pt x="893488" y="384910"/>
                    </a:lnTo>
                    <a:lnTo>
                      <a:pt x="862441" y="353155"/>
                    </a:lnTo>
                    <a:lnTo>
                      <a:pt x="830258" y="322536"/>
                    </a:lnTo>
                    <a:lnTo>
                      <a:pt x="796973" y="293088"/>
                    </a:lnTo>
                    <a:lnTo>
                      <a:pt x="762620" y="264842"/>
                    </a:lnTo>
                    <a:lnTo>
                      <a:pt x="727233" y="237833"/>
                    </a:lnTo>
                    <a:lnTo>
                      <a:pt x="690845" y="212093"/>
                    </a:lnTo>
                    <a:lnTo>
                      <a:pt x="653490" y="187655"/>
                    </a:lnTo>
                    <a:lnTo>
                      <a:pt x="615202" y="164554"/>
                    </a:lnTo>
                    <a:lnTo>
                      <a:pt x="576013" y="142821"/>
                    </a:lnTo>
                    <a:lnTo>
                      <a:pt x="535959" y="122491"/>
                    </a:lnTo>
                    <a:lnTo>
                      <a:pt x="495072" y="103596"/>
                    </a:lnTo>
                    <a:lnTo>
                      <a:pt x="453386" y="86171"/>
                    </a:lnTo>
                    <a:lnTo>
                      <a:pt x="410935" y="70247"/>
                    </a:lnTo>
                    <a:lnTo>
                      <a:pt x="367753" y="55858"/>
                    </a:lnTo>
                    <a:lnTo>
                      <a:pt x="323872" y="43037"/>
                    </a:lnTo>
                    <a:lnTo>
                      <a:pt x="279328" y="31818"/>
                    </a:lnTo>
                    <a:lnTo>
                      <a:pt x="234153" y="22234"/>
                    </a:lnTo>
                    <a:lnTo>
                      <a:pt x="188381" y="14318"/>
                    </a:lnTo>
                    <a:lnTo>
                      <a:pt x="142047" y="8104"/>
                    </a:lnTo>
                    <a:lnTo>
                      <a:pt x="95182" y="3624"/>
                    </a:lnTo>
                    <a:lnTo>
                      <a:pt x="47822" y="911"/>
                    </a:lnTo>
                    <a:lnTo>
                      <a:pt x="0" y="0"/>
                    </a:lnTo>
                    <a:lnTo>
                      <a:pt x="0" y="1216278"/>
                    </a:lnTo>
                    <a:lnTo>
                      <a:pt x="1224152" y="1207515"/>
                    </a:lnTo>
                    <a:close/>
                  </a:path>
                </a:pathLst>
              </a:custGeom>
              <a:ln w="952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6" name="object 13">
              <a:extLst>
                <a:ext uri="{FF2B5EF4-FFF2-40B4-BE49-F238E27FC236}">
                  <a16:creationId xmlns:a16="http://schemas.microsoft.com/office/drawing/2014/main" id="{8A725A28-EC73-49C8-9BA1-1E38D5D6BF26}"/>
                </a:ext>
              </a:extLst>
            </p:cNvPr>
            <p:cNvSpPr txBox="1"/>
            <p:nvPr/>
          </p:nvSpPr>
          <p:spPr>
            <a:xfrm>
              <a:off x="9195001" y="2499846"/>
              <a:ext cx="1548130" cy="51308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"/>
                  <a:cs typeface="Arial"/>
                </a:rPr>
                <a:t>201.2.3.64</a:t>
              </a:r>
              <a:endParaRPr sz="160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600" spc="-10" dirty="0">
                  <a:latin typeface="Arial"/>
                  <a:cs typeface="Arial"/>
                </a:rPr>
                <a:t>255.255.255.192</a:t>
              </a:r>
              <a:endParaRPr sz="1600">
                <a:latin typeface="Arial"/>
                <a:cs typeface="Arial"/>
              </a:endParaRPr>
            </a:p>
          </p:txBody>
        </p:sp>
        <p:grpSp>
          <p:nvGrpSpPr>
            <p:cNvPr id="27" name="object 14">
              <a:extLst>
                <a:ext uri="{FF2B5EF4-FFF2-40B4-BE49-F238E27FC236}">
                  <a16:creationId xmlns:a16="http://schemas.microsoft.com/office/drawing/2014/main" id="{4342DA23-5BA0-E3C7-E3AB-AF19C52A6383}"/>
                </a:ext>
              </a:extLst>
            </p:cNvPr>
            <p:cNvGrpSpPr/>
            <p:nvPr/>
          </p:nvGrpSpPr>
          <p:grpSpPr>
            <a:xfrm>
              <a:off x="8102737" y="4023529"/>
              <a:ext cx="1252220" cy="1189990"/>
              <a:chOff x="5431726" y="4260278"/>
              <a:chExt cx="1252220" cy="1189990"/>
            </a:xfrm>
          </p:grpSpPr>
          <p:sp>
            <p:nvSpPr>
              <p:cNvPr id="28" name="object 15">
                <a:extLst>
                  <a:ext uri="{FF2B5EF4-FFF2-40B4-BE49-F238E27FC236}">
                    <a16:creationId xmlns:a16="http://schemas.microsoft.com/office/drawing/2014/main" id="{3BF4064D-02D2-BA78-0DB0-A030DE7DD89C}"/>
                  </a:ext>
                </a:extLst>
              </p:cNvPr>
              <p:cNvSpPr/>
              <p:nvPr/>
            </p:nvSpPr>
            <p:spPr>
              <a:xfrm>
                <a:off x="5436489" y="4265040"/>
                <a:ext cx="1242695" cy="1180465"/>
              </a:xfrm>
              <a:custGeom>
                <a:avLst/>
                <a:gdLst/>
                <a:ahLst/>
                <a:cxnLst/>
                <a:rect l="l" t="t" r="r" b="b"/>
                <a:pathLst>
                  <a:path w="1242695" h="1180464">
                    <a:moveTo>
                      <a:pt x="1242314" y="0"/>
                    </a:moveTo>
                    <a:lnTo>
                      <a:pt x="18161" y="0"/>
                    </a:lnTo>
                    <a:lnTo>
                      <a:pt x="0" y="1180083"/>
                    </a:lnTo>
                    <a:lnTo>
                      <a:pt x="49244" y="1179849"/>
                    </a:lnTo>
                    <a:lnTo>
                      <a:pt x="98024" y="1177758"/>
                    </a:lnTo>
                    <a:lnTo>
                      <a:pt x="146302" y="1173844"/>
                    </a:lnTo>
                    <a:lnTo>
                      <a:pt x="194040" y="1168142"/>
                    </a:lnTo>
                    <a:lnTo>
                      <a:pt x="241202" y="1160687"/>
                    </a:lnTo>
                    <a:lnTo>
                      <a:pt x="287751" y="1151513"/>
                    </a:lnTo>
                    <a:lnTo>
                      <a:pt x="333649" y="1140656"/>
                    </a:lnTo>
                    <a:lnTo>
                      <a:pt x="378860" y="1128149"/>
                    </a:lnTo>
                    <a:lnTo>
                      <a:pt x="423345" y="1114028"/>
                    </a:lnTo>
                    <a:lnTo>
                      <a:pt x="467069" y="1098328"/>
                    </a:lnTo>
                    <a:lnTo>
                      <a:pt x="509994" y="1081083"/>
                    </a:lnTo>
                    <a:lnTo>
                      <a:pt x="552083" y="1062327"/>
                    </a:lnTo>
                    <a:lnTo>
                      <a:pt x="593299" y="1042096"/>
                    </a:lnTo>
                    <a:lnTo>
                      <a:pt x="633604" y="1020424"/>
                    </a:lnTo>
                    <a:lnTo>
                      <a:pt x="672962" y="997346"/>
                    </a:lnTo>
                    <a:lnTo>
                      <a:pt x="711335" y="972897"/>
                    </a:lnTo>
                    <a:lnTo>
                      <a:pt x="748687" y="947111"/>
                    </a:lnTo>
                    <a:lnTo>
                      <a:pt x="784981" y="920023"/>
                    </a:lnTo>
                    <a:lnTo>
                      <a:pt x="820178" y="891668"/>
                    </a:lnTo>
                    <a:lnTo>
                      <a:pt x="854243" y="862081"/>
                    </a:lnTo>
                    <a:lnTo>
                      <a:pt x="887137" y="831295"/>
                    </a:lnTo>
                    <a:lnTo>
                      <a:pt x="918825" y="799347"/>
                    </a:lnTo>
                    <a:lnTo>
                      <a:pt x="949268" y="766271"/>
                    </a:lnTo>
                    <a:lnTo>
                      <a:pt x="978430" y="732100"/>
                    </a:lnTo>
                    <a:lnTo>
                      <a:pt x="1006273" y="696871"/>
                    </a:lnTo>
                    <a:lnTo>
                      <a:pt x="1032761" y="660618"/>
                    </a:lnTo>
                    <a:lnTo>
                      <a:pt x="1057857" y="623375"/>
                    </a:lnTo>
                    <a:lnTo>
                      <a:pt x="1081522" y="585178"/>
                    </a:lnTo>
                    <a:lnTo>
                      <a:pt x="1103721" y="546060"/>
                    </a:lnTo>
                    <a:lnTo>
                      <a:pt x="1124416" y="506058"/>
                    </a:lnTo>
                    <a:lnTo>
                      <a:pt x="1143570" y="465204"/>
                    </a:lnTo>
                    <a:lnTo>
                      <a:pt x="1161145" y="423535"/>
                    </a:lnTo>
                    <a:lnTo>
                      <a:pt x="1177105" y="381085"/>
                    </a:lnTo>
                    <a:lnTo>
                      <a:pt x="1191413" y="337888"/>
                    </a:lnTo>
                    <a:lnTo>
                      <a:pt x="1204032" y="293979"/>
                    </a:lnTo>
                    <a:lnTo>
                      <a:pt x="1214924" y="249394"/>
                    </a:lnTo>
                    <a:lnTo>
                      <a:pt x="1224052" y="204166"/>
                    </a:lnTo>
                    <a:lnTo>
                      <a:pt x="1231380" y="158330"/>
                    </a:lnTo>
                    <a:lnTo>
                      <a:pt x="1236869" y="111922"/>
                    </a:lnTo>
                    <a:lnTo>
                      <a:pt x="1240484" y="64975"/>
                    </a:lnTo>
                    <a:lnTo>
                      <a:pt x="1242314" y="11683"/>
                    </a:lnTo>
                    <a:lnTo>
                      <a:pt x="1242314" y="0"/>
                    </a:lnTo>
                    <a:close/>
                  </a:path>
                </a:pathLst>
              </a:custGeom>
              <a:solidFill>
                <a:srgbClr val="FFB8B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16">
                <a:extLst>
                  <a:ext uri="{FF2B5EF4-FFF2-40B4-BE49-F238E27FC236}">
                    <a16:creationId xmlns:a16="http://schemas.microsoft.com/office/drawing/2014/main" id="{B6C469E5-0026-A8EE-D266-C74900FB6CDB}"/>
                  </a:ext>
                </a:extLst>
              </p:cNvPr>
              <p:cNvSpPr/>
              <p:nvPr/>
            </p:nvSpPr>
            <p:spPr>
              <a:xfrm>
                <a:off x="5436489" y="4265040"/>
                <a:ext cx="1242695" cy="1180465"/>
              </a:xfrm>
              <a:custGeom>
                <a:avLst/>
                <a:gdLst/>
                <a:ahLst/>
                <a:cxnLst/>
                <a:rect l="l" t="t" r="r" b="b"/>
                <a:pathLst>
                  <a:path w="1242695" h="1180464">
                    <a:moveTo>
                      <a:pt x="0" y="1180083"/>
                    </a:moveTo>
                    <a:lnTo>
                      <a:pt x="49244" y="1179849"/>
                    </a:lnTo>
                    <a:lnTo>
                      <a:pt x="98024" y="1177758"/>
                    </a:lnTo>
                    <a:lnTo>
                      <a:pt x="146302" y="1173844"/>
                    </a:lnTo>
                    <a:lnTo>
                      <a:pt x="194040" y="1168142"/>
                    </a:lnTo>
                    <a:lnTo>
                      <a:pt x="241202" y="1160687"/>
                    </a:lnTo>
                    <a:lnTo>
                      <a:pt x="287751" y="1151513"/>
                    </a:lnTo>
                    <a:lnTo>
                      <a:pt x="333649" y="1140656"/>
                    </a:lnTo>
                    <a:lnTo>
                      <a:pt x="378860" y="1128149"/>
                    </a:lnTo>
                    <a:lnTo>
                      <a:pt x="423345" y="1114028"/>
                    </a:lnTo>
                    <a:lnTo>
                      <a:pt x="467069" y="1098328"/>
                    </a:lnTo>
                    <a:lnTo>
                      <a:pt x="509994" y="1081083"/>
                    </a:lnTo>
                    <a:lnTo>
                      <a:pt x="552083" y="1062327"/>
                    </a:lnTo>
                    <a:lnTo>
                      <a:pt x="593299" y="1042096"/>
                    </a:lnTo>
                    <a:lnTo>
                      <a:pt x="633604" y="1020424"/>
                    </a:lnTo>
                    <a:lnTo>
                      <a:pt x="672962" y="997346"/>
                    </a:lnTo>
                    <a:lnTo>
                      <a:pt x="711335" y="972897"/>
                    </a:lnTo>
                    <a:lnTo>
                      <a:pt x="748687" y="947111"/>
                    </a:lnTo>
                    <a:lnTo>
                      <a:pt x="784981" y="920023"/>
                    </a:lnTo>
                    <a:lnTo>
                      <a:pt x="820178" y="891668"/>
                    </a:lnTo>
                    <a:lnTo>
                      <a:pt x="854243" y="862081"/>
                    </a:lnTo>
                    <a:lnTo>
                      <a:pt x="887137" y="831295"/>
                    </a:lnTo>
                    <a:lnTo>
                      <a:pt x="918825" y="799347"/>
                    </a:lnTo>
                    <a:lnTo>
                      <a:pt x="949268" y="766271"/>
                    </a:lnTo>
                    <a:lnTo>
                      <a:pt x="978430" y="732100"/>
                    </a:lnTo>
                    <a:lnTo>
                      <a:pt x="1006273" y="696871"/>
                    </a:lnTo>
                    <a:lnTo>
                      <a:pt x="1032761" y="660618"/>
                    </a:lnTo>
                    <a:lnTo>
                      <a:pt x="1057857" y="623375"/>
                    </a:lnTo>
                    <a:lnTo>
                      <a:pt x="1081522" y="585178"/>
                    </a:lnTo>
                    <a:lnTo>
                      <a:pt x="1103721" y="546060"/>
                    </a:lnTo>
                    <a:lnTo>
                      <a:pt x="1124416" y="506058"/>
                    </a:lnTo>
                    <a:lnTo>
                      <a:pt x="1143570" y="465204"/>
                    </a:lnTo>
                    <a:lnTo>
                      <a:pt x="1161145" y="423535"/>
                    </a:lnTo>
                    <a:lnTo>
                      <a:pt x="1177105" y="381085"/>
                    </a:lnTo>
                    <a:lnTo>
                      <a:pt x="1191413" y="337888"/>
                    </a:lnTo>
                    <a:lnTo>
                      <a:pt x="1204032" y="293979"/>
                    </a:lnTo>
                    <a:lnTo>
                      <a:pt x="1214924" y="249394"/>
                    </a:lnTo>
                    <a:lnTo>
                      <a:pt x="1224052" y="204166"/>
                    </a:lnTo>
                    <a:lnTo>
                      <a:pt x="1231380" y="158330"/>
                    </a:lnTo>
                    <a:lnTo>
                      <a:pt x="1236869" y="111922"/>
                    </a:lnTo>
                    <a:lnTo>
                      <a:pt x="1240484" y="64975"/>
                    </a:lnTo>
                    <a:lnTo>
                      <a:pt x="1242187" y="17525"/>
                    </a:lnTo>
                    <a:lnTo>
                      <a:pt x="1242314" y="11683"/>
                    </a:lnTo>
                    <a:lnTo>
                      <a:pt x="1242314" y="5841"/>
                    </a:lnTo>
                    <a:lnTo>
                      <a:pt x="1242314" y="0"/>
                    </a:lnTo>
                    <a:lnTo>
                      <a:pt x="18161" y="0"/>
                    </a:lnTo>
                    <a:lnTo>
                      <a:pt x="0" y="1180083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0" name="object 17">
              <a:extLst>
                <a:ext uri="{FF2B5EF4-FFF2-40B4-BE49-F238E27FC236}">
                  <a16:creationId xmlns:a16="http://schemas.microsoft.com/office/drawing/2014/main" id="{8D3343DA-AF77-2DCE-8A58-061976E884AE}"/>
                </a:ext>
              </a:extLst>
            </p:cNvPr>
            <p:cNvSpPr txBox="1"/>
            <p:nvPr/>
          </p:nvSpPr>
          <p:spPr>
            <a:xfrm>
              <a:off x="9199572" y="4509748"/>
              <a:ext cx="1548130" cy="51308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"/>
                  <a:cs typeface="Arial"/>
                </a:rPr>
                <a:t>201.2.3.128</a:t>
              </a:r>
              <a:endParaRPr sz="16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600" spc="-10" dirty="0">
                  <a:latin typeface="Arial"/>
                  <a:cs typeface="Arial"/>
                </a:rPr>
                <a:t>255.255.255.192</a:t>
              </a:r>
              <a:endParaRPr sz="1600" dirty="0">
                <a:latin typeface="Arial"/>
                <a:cs typeface="Arial"/>
              </a:endParaRPr>
            </a:p>
          </p:txBody>
        </p:sp>
        <p:grpSp>
          <p:nvGrpSpPr>
            <p:cNvPr id="31" name="object 18">
              <a:extLst>
                <a:ext uri="{FF2B5EF4-FFF2-40B4-BE49-F238E27FC236}">
                  <a16:creationId xmlns:a16="http://schemas.microsoft.com/office/drawing/2014/main" id="{D393C6F7-05BA-7F78-D4F5-5155192B5BAA}"/>
                </a:ext>
              </a:extLst>
            </p:cNvPr>
            <p:cNvGrpSpPr/>
            <p:nvPr/>
          </p:nvGrpSpPr>
          <p:grpSpPr>
            <a:xfrm>
              <a:off x="6320673" y="4023529"/>
              <a:ext cx="1233805" cy="1189990"/>
              <a:chOff x="3649662" y="4260278"/>
              <a:chExt cx="1233805" cy="1189990"/>
            </a:xfrm>
          </p:grpSpPr>
          <p:sp>
            <p:nvSpPr>
              <p:cNvPr id="32" name="object 19">
                <a:extLst>
                  <a:ext uri="{FF2B5EF4-FFF2-40B4-BE49-F238E27FC236}">
                    <a16:creationId xmlns:a16="http://schemas.microsoft.com/office/drawing/2014/main" id="{AD806D3A-89AB-D002-2434-1A6199892D7D}"/>
                  </a:ext>
                </a:extLst>
              </p:cNvPr>
              <p:cNvSpPr/>
              <p:nvPr/>
            </p:nvSpPr>
            <p:spPr>
              <a:xfrm>
                <a:off x="3654425" y="4265040"/>
                <a:ext cx="1224280" cy="1180465"/>
              </a:xfrm>
              <a:custGeom>
                <a:avLst/>
                <a:gdLst/>
                <a:ahLst/>
                <a:cxnLst/>
                <a:rect l="l" t="t" r="r" b="b"/>
                <a:pathLst>
                  <a:path w="1224279" h="1180464">
                    <a:moveTo>
                      <a:pt x="1224152" y="0"/>
                    </a:moveTo>
                    <a:lnTo>
                      <a:pt x="0" y="0"/>
                    </a:lnTo>
                    <a:lnTo>
                      <a:pt x="962" y="47235"/>
                    </a:lnTo>
                    <a:lnTo>
                      <a:pt x="3827" y="94001"/>
                    </a:lnTo>
                    <a:lnTo>
                      <a:pt x="8558" y="140263"/>
                    </a:lnTo>
                    <a:lnTo>
                      <a:pt x="15119" y="185988"/>
                    </a:lnTo>
                    <a:lnTo>
                      <a:pt x="23474" y="231138"/>
                    </a:lnTo>
                    <a:lnTo>
                      <a:pt x="33586" y="275681"/>
                    </a:lnTo>
                    <a:lnTo>
                      <a:pt x="45421" y="319580"/>
                    </a:lnTo>
                    <a:lnTo>
                      <a:pt x="58942" y="362801"/>
                    </a:lnTo>
                    <a:lnTo>
                      <a:pt x="74113" y="405309"/>
                    </a:lnTo>
                    <a:lnTo>
                      <a:pt x="90898" y="447069"/>
                    </a:lnTo>
                    <a:lnTo>
                      <a:pt x="109262" y="488046"/>
                    </a:lnTo>
                    <a:lnTo>
                      <a:pt x="129168" y="528206"/>
                    </a:lnTo>
                    <a:lnTo>
                      <a:pt x="150580" y="567512"/>
                    </a:lnTo>
                    <a:lnTo>
                      <a:pt x="173462" y="605932"/>
                    </a:lnTo>
                    <a:lnTo>
                      <a:pt x="197779" y="643428"/>
                    </a:lnTo>
                    <a:lnTo>
                      <a:pt x="223494" y="679968"/>
                    </a:lnTo>
                    <a:lnTo>
                      <a:pt x="250571" y="715515"/>
                    </a:lnTo>
                    <a:lnTo>
                      <a:pt x="278975" y="750035"/>
                    </a:lnTo>
                    <a:lnTo>
                      <a:pt x="308669" y="783492"/>
                    </a:lnTo>
                    <a:lnTo>
                      <a:pt x="339618" y="815853"/>
                    </a:lnTo>
                    <a:lnTo>
                      <a:pt x="371786" y="847082"/>
                    </a:lnTo>
                    <a:lnTo>
                      <a:pt x="405136" y="877144"/>
                    </a:lnTo>
                    <a:lnTo>
                      <a:pt x="439632" y="906005"/>
                    </a:lnTo>
                    <a:lnTo>
                      <a:pt x="475240" y="933629"/>
                    </a:lnTo>
                    <a:lnTo>
                      <a:pt x="511922" y="959981"/>
                    </a:lnTo>
                    <a:lnTo>
                      <a:pt x="549642" y="985027"/>
                    </a:lnTo>
                    <a:lnTo>
                      <a:pt x="588366" y="1008731"/>
                    </a:lnTo>
                    <a:lnTo>
                      <a:pt x="628056" y="1031060"/>
                    </a:lnTo>
                    <a:lnTo>
                      <a:pt x="668677" y="1051977"/>
                    </a:lnTo>
                    <a:lnTo>
                      <a:pt x="710193" y="1071448"/>
                    </a:lnTo>
                    <a:lnTo>
                      <a:pt x="752568" y="1089438"/>
                    </a:lnTo>
                    <a:lnTo>
                      <a:pt x="795766" y="1105913"/>
                    </a:lnTo>
                    <a:lnTo>
                      <a:pt x="839751" y="1120836"/>
                    </a:lnTo>
                    <a:lnTo>
                      <a:pt x="884486" y="1134174"/>
                    </a:lnTo>
                    <a:lnTo>
                      <a:pt x="929937" y="1145892"/>
                    </a:lnTo>
                    <a:lnTo>
                      <a:pt x="976067" y="1155954"/>
                    </a:lnTo>
                    <a:lnTo>
                      <a:pt x="1022840" y="1164326"/>
                    </a:lnTo>
                    <a:lnTo>
                      <a:pt x="1070220" y="1170972"/>
                    </a:lnTo>
                    <a:lnTo>
                      <a:pt x="1118171" y="1175858"/>
                    </a:lnTo>
                    <a:lnTo>
                      <a:pt x="1166658" y="1178949"/>
                    </a:lnTo>
                    <a:lnTo>
                      <a:pt x="1215644" y="1180210"/>
                    </a:lnTo>
                    <a:lnTo>
                      <a:pt x="1224152" y="0"/>
                    </a:lnTo>
                    <a:close/>
                  </a:path>
                </a:pathLst>
              </a:custGeom>
              <a:solidFill>
                <a:srgbClr val="88A2E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20">
                <a:extLst>
                  <a:ext uri="{FF2B5EF4-FFF2-40B4-BE49-F238E27FC236}">
                    <a16:creationId xmlns:a16="http://schemas.microsoft.com/office/drawing/2014/main" id="{4F41CB6A-5C6A-15DF-1748-A6777128793B}"/>
                  </a:ext>
                </a:extLst>
              </p:cNvPr>
              <p:cNvSpPr/>
              <p:nvPr/>
            </p:nvSpPr>
            <p:spPr>
              <a:xfrm>
                <a:off x="3654425" y="4265040"/>
                <a:ext cx="1224280" cy="1180465"/>
              </a:xfrm>
              <a:custGeom>
                <a:avLst/>
                <a:gdLst/>
                <a:ahLst/>
                <a:cxnLst/>
                <a:rect l="l" t="t" r="r" b="b"/>
                <a:pathLst>
                  <a:path w="1224279" h="1180464">
                    <a:moveTo>
                      <a:pt x="1215644" y="1180210"/>
                    </a:moveTo>
                    <a:lnTo>
                      <a:pt x="1166658" y="1178949"/>
                    </a:lnTo>
                    <a:lnTo>
                      <a:pt x="1118171" y="1175858"/>
                    </a:lnTo>
                    <a:lnTo>
                      <a:pt x="1070220" y="1170972"/>
                    </a:lnTo>
                    <a:lnTo>
                      <a:pt x="1022840" y="1164326"/>
                    </a:lnTo>
                    <a:lnTo>
                      <a:pt x="976067" y="1155954"/>
                    </a:lnTo>
                    <a:lnTo>
                      <a:pt x="929937" y="1145892"/>
                    </a:lnTo>
                    <a:lnTo>
                      <a:pt x="884486" y="1134174"/>
                    </a:lnTo>
                    <a:lnTo>
                      <a:pt x="839751" y="1120836"/>
                    </a:lnTo>
                    <a:lnTo>
                      <a:pt x="795766" y="1105913"/>
                    </a:lnTo>
                    <a:lnTo>
                      <a:pt x="752568" y="1089438"/>
                    </a:lnTo>
                    <a:lnTo>
                      <a:pt x="710193" y="1071448"/>
                    </a:lnTo>
                    <a:lnTo>
                      <a:pt x="668677" y="1051977"/>
                    </a:lnTo>
                    <a:lnTo>
                      <a:pt x="628056" y="1031060"/>
                    </a:lnTo>
                    <a:lnTo>
                      <a:pt x="588366" y="1008731"/>
                    </a:lnTo>
                    <a:lnTo>
                      <a:pt x="549642" y="985027"/>
                    </a:lnTo>
                    <a:lnTo>
                      <a:pt x="511922" y="959981"/>
                    </a:lnTo>
                    <a:lnTo>
                      <a:pt x="475240" y="933629"/>
                    </a:lnTo>
                    <a:lnTo>
                      <a:pt x="439632" y="906005"/>
                    </a:lnTo>
                    <a:lnTo>
                      <a:pt x="405136" y="877144"/>
                    </a:lnTo>
                    <a:lnTo>
                      <a:pt x="371786" y="847082"/>
                    </a:lnTo>
                    <a:lnTo>
                      <a:pt x="339618" y="815853"/>
                    </a:lnTo>
                    <a:lnTo>
                      <a:pt x="308669" y="783492"/>
                    </a:lnTo>
                    <a:lnTo>
                      <a:pt x="278975" y="750035"/>
                    </a:lnTo>
                    <a:lnTo>
                      <a:pt x="250571" y="715515"/>
                    </a:lnTo>
                    <a:lnTo>
                      <a:pt x="223494" y="679968"/>
                    </a:lnTo>
                    <a:lnTo>
                      <a:pt x="197779" y="643428"/>
                    </a:lnTo>
                    <a:lnTo>
                      <a:pt x="173462" y="605932"/>
                    </a:lnTo>
                    <a:lnTo>
                      <a:pt x="150580" y="567512"/>
                    </a:lnTo>
                    <a:lnTo>
                      <a:pt x="129168" y="528206"/>
                    </a:lnTo>
                    <a:lnTo>
                      <a:pt x="109262" y="488046"/>
                    </a:lnTo>
                    <a:lnTo>
                      <a:pt x="90898" y="447069"/>
                    </a:lnTo>
                    <a:lnTo>
                      <a:pt x="74113" y="405309"/>
                    </a:lnTo>
                    <a:lnTo>
                      <a:pt x="58942" y="362801"/>
                    </a:lnTo>
                    <a:lnTo>
                      <a:pt x="45421" y="319580"/>
                    </a:lnTo>
                    <a:lnTo>
                      <a:pt x="33586" y="275681"/>
                    </a:lnTo>
                    <a:lnTo>
                      <a:pt x="23474" y="231138"/>
                    </a:lnTo>
                    <a:lnTo>
                      <a:pt x="15119" y="185988"/>
                    </a:lnTo>
                    <a:lnTo>
                      <a:pt x="8558" y="140263"/>
                    </a:lnTo>
                    <a:lnTo>
                      <a:pt x="3827" y="94001"/>
                    </a:lnTo>
                    <a:lnTo>
                      <a:pt x="962" y="47235"/>
                    </a:lnTo>
                    <a:lnTo>
                      <a:pt x="0" y="0"/>
                    </a:lnTo>
                    <a:lnTo>
                      <a:pt x="1224152" y="0"/>
                    </a:lnTo>
                    <a:lnTo>
                      <a:pt x="1215644" y="1180210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4" name="object 21">
              <a:extLst>
                <a:ext uri="{FF2B5EF4-FFF2-40B4-BE49-F238E27FC236}">
                  <a16:creationId xmlns:a16="http://schemas.microsoft.com/office/drawing/2014/main" id="{B9C814E2-17C7-CC01-1513-47BA201EB99F}"/>
                </a:ext>
              </a:extLst>
            </p:cNvPr>
            <p:cNvSpPr txBox="1"/>
            <p:nvPr/>
          </p:nvSpPr>
          <p:spPr>
            <a:xfrm>
              <a:off x="5089980" y="4509748"/>
              <a:ext cx="1548130" cy="51308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"/>
                  <a:cs typeface="Arial"/>
                </a:rPr>
                <a:t>201.2.3.192</a:t>
              </a:r>
              <a:endParaRPr sz="160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600" spc="-10" dirty="0">
                  <a:latin typeface="Arial"/>
                  <a:cs typeface="Arial"/>
                </a:rPr>
                <a:t>255.255.255.192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5" name="object 12">
              <a:extLst>
                <a:ext uri="{FF2B5EF4-FFF2-40B4-BE49-F238E27FC236}">
                  <a16:creationId xmlns:a16="http://schemas.microsoft.com/office/drawing/2014/main" id="{D9CD37CD-7088-0485-9C60-B0058BD3A299}"/>
                </a:ext>
              </a:extLst>
            </p:cNvPr>
            <p:cNvSpPr txBox="1"/>
            <p:nvPr/>
          </p:nvSpPr>
          <p:spPr>
            <a:xfrm>
              <a:off x="6519556" y="2986088"/>
              <a:ext cx="93345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"/>
                  <a:cs typeface="Arial"/>
                </a:rPr>
                <a:t>SubID=00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36" name="object 16">
              <a:extLst>
                <a:ext uri="{FF2B5EF4-FFF2-40B4-BE49-F238E27FC236}">
                  <a16:creationId xmlns:a16="http://schemas.microsoft.com/office/drawing/2014/main" id="{AAE88002-E693-7DEE-AAB9-BE501C27E86C}"/>
                </a:ext>
              </a:extLst>
            </p:cNvPr>
            <p:cNvSpPr txBox="1"/>
            <p:nvPr/>
          </p:nvSpPr>
          <p:spPr>
            <a:xfrm>
              <a:off x="8221865" y="3005264"/>
              <a:ext cx="93345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"/>
                  <a:cs typeface="Arial"/>
                </a:rPr>
                <a:t>SubID=01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37" name="object 20">
              <a:extLst>
                <a:ext uri="{FF2B5EF4-FFF2-40B4-BE49-F238E27FC236}">
                  <a16:creationId xmlns:a16="http://schemas.microsoft.com/office/drawing/2014/main" id="{AFDC9F3B-EBE9-3D95-A75D-2F375D06E437}"/>
                </a:ext>
              </a:extLst>
            </p:cNvPr>
            <p:cNvSpPr txBox="1"/>
            <p:nvPr/>
          </p:nvSpPr>
          <p:spPr>
            <a:xfrm>
              <a:off x="8222245" y="4452811"/>
              <a:ext cx="93345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"/>
                  <a:cs typeface="Arial"/>
                </a:rPr>
                <a:t>SubID=10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38" name="object 24">
              <a:extLst>
                <a:ext uri="{FF2B5EF4-FFF2-40B4-BE49-F238E27FC236}">
                  <a16:creationId xmlns:a16="http://schemas.microsoft.com/office/drawing/2014/main" id="{94ACDA8F-898A-89AF-52D7-ABAE86CFDC1F}"/>
                </a:ext>
              </a:extLst>
            </p:cNvPr>
            <p:cNvSpPr txBox="1"/>
            <p:nvPr/>
          </p:nvSpPr>
          <p:spPr>
            <a:xfrm>
              <a:off x="6596646" y="4434142"/>
              <a:ext cx="918844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"/>
                  <a:cs typeface="Arial"/>
                </a:rPr>
                <a:t>SubID=11</a:t>
              </a:r>
              <a:endParaRPr sz="1600">
                <a:latin typeface="Arial"/>
                <a:cs typeface="Arial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70C8D031-FF86-DC79-FD99-39F3DF48399C}"/>
              </a:ext>
            </a:extLst>
          </p:cNvPr>
          <p:cNvSpPr txBox="1"/>
          <p:nvPr/>
        </p:nvSpPr>
        <p:spPr>
          <a:xfrm>
            <a:off x="4836695" y="133550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子网划分</a:t>
            </a:r>
          </a:p>
        </p:txBody>
      </p:sp>
    </p:spTree>
    <p:extLst>
      <p:ext uri="{BB962C8B-B14F-4D97-AF65-F5344CB8AC3E}">
        <p14:creationId xmlns:p14="http://schemas.microsoft.com/office/powerpoint/2010/main" val="23370489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474E7-7C25-11F5-CCD3-180D3E29F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526F7164-C70F-4754-888C-CB38BCC44901}"/>
              </a:ext>
            </a:extLst>
          </p:cNvPr>
          <p:cNvGrpSpPr/>
          <p:nvPr/>
        </p:nvGrpSpPr>
        <p:grpSpPr>
          <a:xfrm>
            <a:off x="999548" y="1335505"/>
            <a:ext cx="8594907" cy="3070101"/>
            <a:chOff x="999548" y="1335505"/>
            <a:chExt cx="8594907" cy="3070101"/>
          </a:xfrm>
        </p:grpSpPr>
        <p:grpSp>
          <p:nvGrpSpPr>
            <p:cNvPr id="2" name="object 2">
              <a:extLst>
                <a:ext uri="{FF2B5EF4-FFF2-40B4-BE49-F238E27FC236}">
                  <a16:creationId xmlns:a16="http://schemas.microsoft.com/office/drawing/2014/main" id="{19C24BAE-7AE0-D37F-1E05-BC9926377394}"/>
                </a:ext>
              </a:extLst>
            </p:cNvPr>
            <p:cNvGrpSpPr/>
            <p:nvPr/>
          </p:nvGrpSpPr>
          <p:grpSpPr>
            <a:xfrm>
              <a:off x="999548" y="2516457"/>
              <a:ext cx="3637915" cy="1322705"/>
              <a:chOff x="217496" y="2624741"/>
              <a:chExt cx="3637915" cy="1322705"/>
            </a:xfrm>
          </p:grpSpPr>
          <p:pic>
            <p:nvPicPr>
              <p:cNvPr id="3" name="object 3">
                <a:extLst>
                  <a:ext uri="{FF2B5EF4-FFF2-40B4-BE49-F238E27FC236}">
                    <a16:creationId xmlns:a16="http://schemas.microsoft.com/office/drawing/2014/main" id="{39224AA2-B698-1A32-44B0-9EE5FA04555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17496" y="2624741"/>
                <a:ext cx="3569115" cy="1322448"/>
              </a:xfrm>
              <a:prstGeom prst="rect">
                <a:avLst/>
              </a:prstGeom>
            </p:spPr>
          </p:pic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6BCB57BF-464F-2DA3-FE45-DE1E5399E10D}"/>
                  </a:ext>
                </a:extLst>
              </p:cNvPr>
              <p:cNvSpPr/>
              <p:nvPr/>
            </p:nvSpPr>
            <p:spPr>
              <a:xfrm>
                <a:off x="3154426" y="3228975"/>
                <a:ext cx="6915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91514">
                    <a:moveTo>
                      <a:pt x="0" y="0"/>
                    </a:moveTo>
                    <a:lnTo>
                      <a:pt x="691388" y="0"/>
                    </a:lnTo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9EAA3BB-22F9-F3AC-F51F-ABDD5EF1F04B}"/>
                </a:ext>
              </a:extLst>
            </p:cNvPr>
            <p:cNvSpPr txBox="1"/>
            <p:nvPr/>
          </p:nvSpPr>
          <p:spPr>
            <a:xfrm>
              <a:off x="2135490" y="2872482"/>
              <a:ext cx="79946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10" dirty="0">
                  <a:latin typeface="Arial"/>
                  <a:cs typeface="Arial"/>
                </a:rPr>
                <a:t>Internet</a:t>
              </a:r>
              <a:endParaRPr sz="1800">
                <a:latin typeface="Arial"/>
                <a:cs typeface="Arial"/>
              </a:endParaRPr>
            </a:p>
          </p:txBody>
        </p:sp>
        <p:grpSp>
          <p:nvGrpSpPr>
            <p:cNvPr id="6" name="object 6">
              <a:extLst>
                <a:ext uri="{FF2B5EF4-FFF2-40B4-BE49-F238E27FC236}">
                  <a16:creationId xmlns:a16="http://schemas.microsoft.com/office/drawing/2014/main" id="{D8282B4D-EBF1-3938-2569-C6C2DCD3D88C}"/>
                </a:ext>
              </a:extLst>
            </p:cNvPr>
            <p:cNvGrpSpPr/>
            <p:nvPr/>
          </p:nvGrpSpPr>
          <p:grpSpPr>
            <a:xfrm>
              <a:off x="5153392" y="1774166"/>
              <a:ext cx="3634104" cy="2631440"/>
              <a:chOff x="4371340" y="1882450"/>
              <a:chExt cx="3634104" cy="2631440"/>
            </a:xfrm>
          </p:grpSpPr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F98092B5-E7E0-83D7-84B5-CDB7D526E210}"/>
                  </a:ext>
                </a:extLst>
              </p:cNvPr>
              <p:cNvSpPr/>
              <p:nvPr/>
            </p:nvSpPr>
            <p:spPr>
              <a:xfrm>
                <a:off x="4434089" y="1882450"/>
                <a:ext cx="3571240" cy="2631440"/>
              </a:xfrm>
              <a:custGeom>
                <a:avLst/>
                <a:gdLst/>
                <a:ahLst/>
                <a:cxnLst/>
                <a:rect l="l" t="t" r="r" b="b"/>
                <a:pathLst>
                  <a:path w="3571240" h="2631440">
                    <a:moveTo>
                      <a:pt x="3089658" y="0"/>
                    </a:moveTo>
                    <a:lnTo>
                      <a:pt x="3016899" y="8715"/>
                    </a:lnTo>
                    <a:lnTo>
                      <a:pt x="2978619" y="21735"/>
                    </a:lnTo>
                    <a:lnTo>
                      <a:pt x="2939159" y="40630"/>
                    </a:lnTo>
                    <a:lnTo>
                      <a:pt x="2899071" y="64991"/>
                    </a:lnTo>
                    <a:lnTo>
                      <a:pt x="2858903" y="94413"/>
                    </a:lnTo>
                    <a:lnTo>
                      <a:pt x="2819207" y="128486"/>
                    </a:lnTo>
                    <a:lnTo>
                      <a:pt x="2780532" y="166806"/>
                    </a:lnTo>
                    <a:lnTo>
                      <a:pt x="2743429" y="208964"/>
                    </a:lnTo>
                    <a:lnTo>
                      <a:pt x="2708447" y="254554"/>
                    </a:lnTo>
                    <a:lnTo>
                      <a:pt x="2676137" y="303168"/>
                    </a:lnTo>
                    <a:lnTo>
                      <a:pt x="2647049" y="354400"/>
                    </a:lnTo>
                    <a:lnTo>
                      <a:pt x="2628968" y="410294"/>
                    </a:lnTo>
                    <a:lnTo>
                      <a:pt x="2624133" y="476214"/>
                    </a:lnTo>
                    <a:lnTo>
                      <a:pt x="2625399" y="512197"/>
                    </a:lnTo>
                    <a:lnTo>
                      <a:pt x="2628436" y="549801"/>
                    </a:lnTo>
                    <a:lnTo>
                      <a:pt x="2632730" y="588732"/>
                    </a:lnTo>
                    <a:lnTo>
                      <a:pt x="2643036" y="669392"/>
                    </a:lnTo>
                    <a:lnTo>
                      <a:pt x="2648021" y="710531"/>
                    </a:lnTo>
                    <a:lnTo>
                      <a:pt x="2652209" y="751815"/>
                    </a:lnTo>
                    <a:lnTo>
                      <a:pt x="2655087" y="792951"/>
                    </a:lnTo>
                    <a:lnTo>
                      <a:pt x="2656140" y="833643"/>
                    </a:lnTo>
                    <a:lnTo>
                      <a:pt x="2654856" y="873595"/>
                    </a:lnTo>
                    <a:lnTo>
                      <a:pt x="2650721" y="912512"/>
                    </a:lnTo>
                    <a:lnTo>
                      <a:pt x="2643221" y="950100"/>
                    </a:lnTo>
                    <a:lnTo>
                      <a:pt x="2616073" y="1020107"/>
                    </a:lnTo>
                    <a:lnTo>
                      <a:pt x="2569305" y="1081254"/>
                    </a:lnTo>
                    <a:lnTo>
                      <a:pt x="2537278" y="1107767"/>
                    </a:lnTo>
                    <a:lnTo>
                      <a:pt x="2498806" y="1131180"/>
                    </a:lnTo>
                    <a:lnTo>
                      <a:pt x="2453374" y="1151198"/>
                    </a:lnTo>
                    <a:lnTo>
                      <a:pt x="2391854" y="1169669"/>
                    </a:lnTo>
                    <a:lnTo>
                      <a:pt x="2318264" y="1184419"/>
                    </a:lnTo>
                    <a:lnTo>
                      <a:pt x="2277350" y="1190502"/>
                    </a:lnTo>
                    <a:lnTo>
                      <a:pt x="2233907" y="1195779"/>
                    </a:lnTo>
                    <a:lnTo>
                      <a:pt x="2188098" y="1200293"/>
                    </a:lnTo>
                    <a:lnTo>
                      <a:pt x="2140087" y="1204085"/>
                    </a:lnTo>
                    <a:lnTo>
                      <a:pt x="2090035" y="1207197"/>
                    </a:lnTo>
                    <a:lnTo>
                      <a:pt x="2038107" y="1209670"/>
                    </a:lnTo>
                    <a:lnTo>
                      <a:pt x="1984464" y="1211546"/>
                    </a:lnTo>
                    <a:lnTo>
                      <a:pt x="1929271" y="1212868"/>
                    </a:lnTo>
                    <a:lnTo>
                      <a:pt x="1872689" y="1213676"/>
                    </a:lnTo>
                    <a:lnTo>
                      <a:pt x="1814882" y="1214012"/>
                    </a:lnTo>
                    <a:lnTo>
                      <a:pt x="1756014" y="1213919"/>
                    </a:lnTo>
                    <a:lnTo>
                      <a:pt x="1696245" y="1213437"/>
                    </a:lnTo>
                    <a:lnTo>
                      <a:pt x="1635741" y="1212609"/>
                    </a:lnTo>
                    <a:lnTo>
                      <a:pt x="1574664" y="1211477"/>
                    </a:lnTo>
                    <a:lnTo>
                      <a:pt x="1451440" y="1208464"/>
                    </a:lnTo>
                    <a:lnTo>
                      <a:pt x="1327879" y="1204734"/>
                    </a:lnTo>
                    <a:lnTo>
                      <a:pt x="968207" y="1192572"/>
                    </a:lnTo>
                    <a:lnTo>
                      <a:pt x="856331" y="1189307"/>
                    </a:lnTo>
                    <a:lnTo>
                      <a:pt x="750637" y="1186993"/>
                    </a:lnTo>
                    <a:lnTo>
                      <a:pt x="700515" y="1186297"/>
                    </a:lnTo>
                    <a:lnTo>
                      <a:pt x="652426" y="1185964"/>
                    </a:lnTo>
                    <a:lnTo>
                      <a:pt x="606535" y="1186035"/>
                    </a:lnTo>
                    <a:lnTo>
                      <a:pt x="563004" y="1186553"/>
                    </a:lnTo>
                    <a:lnTo>
                      <a:pt x="521995" y="1187559"/>
                    </a:lnTo>
                    <a:lnTo>
                      <a:pt x="483673" y="1189095"/>
                    </a:lnTo>
                    <a:lnTo>
                      <a:pt x="415737" y="1193923"/>
                    </a:lnTo>
                    <a:lnTo>
                      <a:pt x="332115" y="1206460"/>
                    </a:lnTo>
                    <a:lnTo>
                      <a:pt x="280639" y="1216816"/>
                    </a:lnTo>
                    <a:lnTo>
                      <a:pt x="232370" y="1228240"/>
                    </a:lnTo>
                    <a:lnTo>
                      <a:pt x="187658" y="1240609"/>
                    </a:lnTo>
                    <a:lnTo>
                      <a:pt x="146853" y="1253798"/>
                    </a:lnTo>
                    <a:lnTo>
                      <a:pt x="110304" y="1267680"/>
                    </a:lnTo>
                    <a:lnTo>
                      <a:pt x="51378" y="1297029"/>
                    </a:lnTo>
                    <a:lnTo>
                      <a:pt x="13677" y="1327655"/>
                    </a:lnTo>
                    <a:lnTo>
                      <a:pt x="0" y="1358559"/>
                    </a:lnTo>
                    <a:lnTo>
                      <a:pt x="3045" y="1373802"/>
                    </a:lnTo>
                    <a:lnTo>
                      <a:pt x="30651" y="1403248"/>
                    </a:lnTo>
                    <a:lnTo>
                      <a:pt x="89278" y="1430472"/>
                    </a:lnTo>
                    <a:lnTo>
                      <a:pt x="131099" y="1442938"/>
                    </a:lnTo>
                    <a:lnTo>
                      <a:pt x="181725" y="1454474"/>
                    </a:lnTo>
                    <a:lnTo>
                      <a:pt x="233755" y="1462754"/>
                    </a:lnTo>
                    <a:lnTo>
                      <a:pt x="297990" y="1469508"/>
                    </a:lnTo>
                    <a:lnTo>
                      <a:pt x="373309" y="1474937"/>
                    </a:lnTo>
                    <a:lnTo>
                      <a:pt x="414776" y="1477218"/>
                    </a:lnTo>
                    <a:lnTo>
                      <a:pt x="458595" y="1479243"/>
                    </a:lnTo>
                    <a:lnTo>
                      <a:pt x="504625" y="1481039"/>
                    </a:lnTo>
                    <a:lnTo>
                      <a:pt x="552727" y="1482629"/>
                    </a:lnTo>
                    <a:lnTo>
                      <a:pt x="654585" y="1485296"/>
                    </a:lnTo>
                    <a:lnTo>
                      <a:pt x="763051" y="1487447"/>
                    </a:lnTo>
                    <a:lnTo>
                      <a:pt x="1055776" y="1491888"/>
                    </a:lnTo>
                    <a:lnTo>
                      <a:pt x="1302897" y="1496146"/>
                    </a:lnTo>
                    <a:lnTo>
                      <a:pt x="1427692" y="1499065"/>
                    </a:lnTo>
                    <a:lnTo>
                      <a:pt x="1551818" y="1502780"/>
                    </a:lnTo>
                    <a:lnTo>
                      <a:pt x="1613280" y="1504999"/>
                    </a:lnTo>
                    <a:lnTo>
                      <a:pt x="1674155" y="1507493"/>
                    </a:lnTo>
                    <a:lnTo>
                      <a:pt x="1734303" y="1510288"/>
                    </a:lnTo>
                    <a:lnTo>
                      <a:pt x="1793584" y="1513407"/>
                    </a:lnTo>
                    <a:lnTo>
                      <a:pt x="1851858" y="1516877"/>
                    </a:lnTo>
                    <a:lnTo>
                      <a:pt x="1908985" y="1520723"/>
                    </a:lnTo>
                    <a:lnTo>
                      <a:pt x="1964825" y="1524969"/>
                    </a:lnTo>
                    <a:lnTo>
                      <a:pt x="2019239" y="1529642"/>
                    </a:lnTo>
                    <a:lnTo>
                      <a:pt x="2072086" y="1534767"/>
                    </a:lnTo>
                    <a:lnTo>
                      <a:pt x="2123226" y="1540368"/>
                    </a:lnTo>
                    <a:lnTo>
                      <a:pt x="2172520" y="1546471"/>
                    </a:lnTo>
                    <a:lnTo>
                      <a:pt x="2219827" y="1553102"/>
                    </a:lnTo>
                    <a:lnTo>
                      <a:pt x="2265007" y="1560285"/>
                    </a:lnTo>
                    <a:lnTo>
                      <a:pt x="2307922" y="1568045"/>
                    </a:lnTo>
                    <a:lnTo>
                      <a:pt x="2348430" y="1576409"/>
                    </a:lnTo>
                    <a:lnTo>
                      <a:pt x="2386392" y="1585401"/>
                    </a:lnTo>
                    <a:lnTo>
                      <a:pt x="2454117" y="1605371"/>
                    </a:lnTo>
                    <a:lnTo>
                      <a:pt x="2529822" y="1638242"/>
                    </a:lnTo>
                    <a:lnTo>
                      <a:pt x="2569850" y="1663288"/>
                    </a:lnTo>
                    <a:lnTo>
                      <a:pt x="2604101" y="1691261"/>
                    </a:lnTo>
                    <a:lnTo>
                      <a:pt x="2632990" y="1721885"/>
                    </a:lnTo>
                    <a:lnTo>
                      <a:pt x="2656934" y="1754884"/>
                    </a:lnTo>
                    <a:lnTo>
                      <a:pt x="2676347" y="1789980"/>
                    </a:lnTo>
                    <a:lnTo>
                      <a:pt x="2691645" y="1826898"/>
                    </a:lnTo>
                    <a:lnTo>
                      <a:pt x="2703245" y="1865361"/>
                    </a:lnTo>
                    <a:lnTo>
                      <a:pt x="2711562" y="1905094"/>
                    </a:lnTo>
                    <a:lnTo>
                      <a:pt x="2717011" y="1945819"/>
                    </a:lnTo>
                    <a:lnTo>
                      <a:pt x="2720009" y="1987260"/>
                    </a:lnTo>
                    <a:lnTo>
                      <a:pt x="2720971" y="2029141"/>
                    </a:lnTo>
                    <a:lnTo>
                      <a:pt x="2720312" y="2071186"/>
                    </a:lnTo>
                    <a:lnTo>
                      <a:pt x="2718450" y="2113118"/>
                    </a:lnTo>
                    <a:lnTo>
                      <a:pt x="2715798" y="2154661"/>
                    </a:lnTo>
                    <a:lnTo>
                      <a:pt x="2709792" y="2235475"/>
                    </a:lnTo>
                    <a:lnTo>
                      <a:pt x="2707269" y="2274193"/>
                    </a:lnTo>
                    <a:lnTo>
                      <a:pt x="2705620" y="2311416"/>
                    </a:lnTo>
                    <a:lnTo>
                      <a:pt x="2705261" y="2346869"/>
                    </a:lnTo>
                    <a:lnTo>
                      <a:pt x="2706607" y="2380274"/>
                    </a:lnTo>
                    <a:lnTo>
                      <a:pt x="2716080" y="2439838"/>
                    </a:lnTo>
                    <a:lnTo>
                      <a:pt x="2737364" y="2487898"/>
                    </a:lnTo>
                    <a:lnTo>
                      <a:pt x="2785476" y="2533488"/>
                    </a:lnTo>
                    <a:lnTo>
                      <a:pt x="2822104" y="2557146"/>
                    </a:lnTo>
                    <a:lnTo>
                      <a:pt x="2862663" y="2577776"/>
                    </a:lnTo>
                    <a:lnTo>
                      <a:pt x="2906459" y="2595261"/>
                    </a:lnTo>
                    <a:lnTo>
                      <a:pt x="2952794" y="2609482"/>
                    </a:lnTo>
                    <a:lnTo>
                      <a:pt x="3000975" y="2620319"/>
                    </a:lnTo>
                    <a:lnTo>
                      <a:pt x="3050305" y="2627654"/>
                    </a:lnTo>
                    <a:lnTo>
                      <a:pt x="3100090" y="2631367"/>
                    </a:lnTo>
                    <a:lnTo>
                      <a:pt x="3149633" y="2631341"/>
                    </a:lnTo>
                    <a:lnTo>
                      <a:pt x="3198241" y="2627455"/>
                    </a:lnTo>
                    <a:lnTo>
                      <a:pt x="3245216" y="2619592"/>
                    </a:lnTo>
                    <a:lnTo>
                      <a:pt x="3289864" y="2607632"/>
                    </a:lnTo>
                    <a:lnTo>
                      <a:pt x="3331489" y="2591456"/>
                    </a:lnTo>
                    <a:lnTo>
                      <a:pt x="3369396" y="2570947"/>
                    </a:lnTo>
                    <a:lnTo>
                      <a:pt x="3402889" y="2545983"/>
                    </a:lnTo>
                    <a:lnTo>
                      <a:pt x="3431274" y="2516448"/>
                    </a:lnTo>
                    <a:lnTo>
                      <a:pt x="3466765" y="2459625"/>
                    </a:lnTo>
                    <a:lnTo>
                      <a:pt x="3495674" y="2387688"/>
                    </a:lnTo>
                    <a:lnTo>
                      <a:pt x="3507870" y="2346757"/>
                    </a:lnTo>
                    <a:lnTo>
                      <a:pt x="3518675" y="2302892"/>
                    </a:lnTo>
                    <a:lnTo>
                      <a:pt x="3528170" y="2256375"/>
                    </a:lnTo>
                    <a:lnTo>
                      <a:pt x="3536442" y="2207490"/>
                    </a:lnTo>
                    <a:lnTo>
                      <a:pt x="3543575" y="2156516"/>
                    </a:lnTo>
                    <a:lnTo>
                      <a:pt x="3549652" y="2103737"/>
                    </a:lnTo>
                    <a:lnTo>
                      <a:pt x="3554758" y="2049433"/>
                    </a:lnTo>
                    <a:lnTo>
                      <a:pt x="3558978" y="1993888"/>
                    </a:lnTo>
                    <a:lnTo>
                      <a:pt x="3562395" y="1937382"/>
                    </a:lnTo>
                    <a:lnTo>
                      <a:pt x="3565095" y="1880197"/>
                    </a:lnTo>
                    <a:lnTo>
                      <a:pt x="3567160" y="1822615"/>
                    </a:lnTo>
                    <a:lnTo>
                      <a:pt x="3568677" y="1764918"/>
                    </a:lnTo>
                    <a:lnTo>
                      <a:pt x="3569729" y="1707388"/>
                    </a:lnTo>
                    <a:lnTo>
                      <a:pt x="3570400" y="1650307"/>
                    </a:lnTo>
                    <a:lnTo>
                      <a:pt x="3570775" y="1593956"/>
                    </a:lnTo>
                    <a:lnTo>
                      <a:pt x="3570974" y="1484573"/>
                    </a:lnTo>
                    <a:lnTo>
                      <a:pt x="3570695" y="1436888"/>
                    </a:lnTo>
                    <a:lnTo>
                      <a:pt x="3569863" y="1387240"/>
                    </a:lnTo>
                    <a:lnTo>
                      <a:pt x="3568487" y="1335868"/>
                    </a:lnTo>
                    <a:lnTo>
                      <a:pt x="3566579" y="1283009"/>
                    </a:lnTo>
                    <a:lnTo>
                      <a:pt x="3564147" y="1228901"/>
                    </a:lnTo>
                    <a:lnTo>
                      <a:pt x="3561201" y="1173782"/>
                    </a:lnTo>
                    <a:lnTo>
                      <a:pt x="3557751" y="1117889"/>
                    </a:lnTo>
                    <a:lnTo>
                      <a:pt x="3553806" y="1061461"/>
                    </a:lnTo>
                    <a:lnTo>
                      <a:pt x="3549375" y="1004734"/>
                    </a:lnTo>
                    <a:lnTo>
                      <a:pt x="3544470" y="947947"/>
                    </a:lnTo>
                    <a:lnTo>
                      <a:pt x="3539099" y="891337"/>
                    </a:lnTo>
                    <a:lnTo>
                      <a:pt x="3533271" y="835143"/>
                    </a:lnTo>
                    <a:lnTo>
                      <a:pt x="3526997" y="779601"/>
                    </a:lnTo>
                    <a:lnTo>
                      <a:pt x="3520286" y="724950"/>
                    </a:lnTo>
                    <a:lnTo>
                      <a:pt x="3513148" y="671427"/>
                    </a:lnTo>
                    <a:lnTo>
                      <a:pt x="3505593" y="619270"/>
                    </a:lnTo>
                    <a:lnTo>
                      <a:pt x="3497629" y="568717"/>
                    </a:lnTo>
                    <a:lnTo>
                      <a:pt x="3489268" y="520006"/>
                    </a:lnTo>
                    <a:lnTo>
                      <a:pt x="3480517" y="473374"/>
                    </a:lnTo>
                    <a:lnTo>
                      <a:pt x="3471388" y="429059"/>
                    </a:lnTo>
                    <a:lnTo>
                      <a:pt x="3461889" y="387299"/>
                    </a:lnTo>
                    <a:lnTo>
                      <a:pt x="3452031" y="348331"/>
                    </a:lnTo>
                    <a:lnTo>
                      <a:pt x="3431274" y="279724"/>
                    </a:lnTo>
                    <a:lnTo>
                      <a:pt x="3406086" y="217150"/>
                    </a:lnTo>
                    <a:lnTo>
                      <a:pt x="3377607" y="164060"/>
                    </a:lnTo>
                    <a:lnTo>
                      <a:pt x="3346322" y="119782"/>
                    </a:lnTo>
                    <a:lnTo>
                      <a:pt x="3312719" y="83642"/>
                    </a:lnTo>
                    <a:lnTo>
                      <a:pt x="3277283" y="54967"/>
                    </a:lnTo>
                    <a:lnTo>
                      <a:pt x="3240502" y="33083"/>
                    </a:lnTo>
                    <a:lnTo>
                      <a:pt x="3202863" y="17318"/>
                    </a:lnTo>
                    <a:lnTo>
                      <a:pt x="3164851" y="6998"/>
                    </a:lnTo>
                    <a:lnTo>
                      <a:pt x="3126954" y="1449"/>
                    </a:lnTo>
                    <a:lnTo>
                      <a:pt x="3089658" y="0"/>
                    </a:lnTo>
                    <a:close/>
                  </a:path>
                </a:pathLst>
              </a:custGeom>
              <a:solidFill>
                <a:srgbClr val="66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909B38C3-B195-B03E-CDBF-AFD55C22B2EF}"/>
                  </a:ext>
                </a:extLst>
              </p:cNvPr>
              <p:cNvSpPr/>
              <p:nvPr/>
            </p:nvSpPr>
            <p:spPr>
              <a:xfrm>
                <a:off x="4380865" y="2446274"/>
                <a:ext cx="3043555" cy="1505585"/>
              </a:xfrm>
              <a:custGeom>
                <a:avLst/>
                <a:gdLst/>
                <a:ahLst/>
                <a:cxnLst/>
                <a:rect l="l" t="t" r="r" b="b"/>
                <a:pathLst>
                  <a:path w="3043554" h="1505585">
                    <a:moveTo>
                      <a:pt x="0" y="747776"/>
                    </a:moveTo>
                    <a:lnTo>
                      <a:pt x="1214374" y="736600"/>
                    </a:lnTo>
                  </a:path>
                  <a:path w="3043554" h="1505585">
                    <a:moveTo>
                      <a:pt x="3043174" y="787400"/>
                    </a:moveTo>
                    <a:lnTo>
                      <a:pt x="2743200" y="787526"/>
                    </a:lnTo>
                  </a:path>
                  <a:path w="3043554" h="1505585">
                    <a:moveTo>
                      <a:pt x="2839974" y="0"/>
                    </a:moveTo>
                    <a:lnTo>
                      <a:pt x="2973324" y="6350"/>
                    </a:lnTo>
                  </a:path>
                  <a:path w="3043554" h="1505585">
                    <a:moveTo>
                      <a:pt x="2846324" y="1505077"/>
                    </a:moveTo>
                    <a:lnTo>
                      <a:pt x="3017774" y="1504950"/>
                    </a:lnTo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1DD8A53-41E9-50A3-E18A-B65F07211416}"/>
                </a:ext>
              </a:extLst>
            </p:cNvPr>
            <p:cNvSpPr txBox="1"/>
            <p:nvPr/>
          </p:nvSpPr>
          <p:spPr>
            <a:xfrm>
              <a:off x="8708503" y="2097070"/>
              <a:ext cx="75882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"/>
                  <a:cs typeface="Arial"/>
                </a:rPr>
                <a:t>10.0.0.1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899A1FEC-34EC-F8F7-F779-582EDF84DACE}"/>
                </a:ext>
              </a:extLst>
            </p:cNvPr>
            <p:cNvSpPr txBox="1"/>
            <p:nvPr/>
          </p:nvSpPr>
          <p:spPr>
            <a:xfrm>
              <a:off x="8835630" y="2865497"/>
              <a:ext cx="75882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"/>
                  <a:cs typeface="Arial"/>
                </a:rPr>
                <a:t>10.0.0.2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A3470E0B-37B6-1812-9839-091032CF96F6}"/>
                </a:ext>
              </a:extLst>
            </p:cNvPr>
            <p:cNvSpPr txBox="1"/>
            <p:nvPr/>
          </p:nvSpPr>
          <p:spPr>
            <a:xfrm>
              <a:off x="8786227" y="3672251"/>
              <a:ext cx="75882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"/>
                  <a:cs typeface="Arial"/>
                </a:rPr>
                <a:t>10.0.0.3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9" name="object 20">
              <a:extLst>
                <a:ext uri="{FF2B5EF4-FFF2-40B4-BE49-F238E27FC236}">
                  <a16:creationId xmlns:a16="http://schemas.microsoft.com/office/drawing/2014/main" id="{7FC7571D-DD8D-0306-30D5-8ED9477773D1}"/>
                </a:ext>
              </a:extLst>
            </p:cNvPr>
            <p:cNvSpPr txBox="1"/>
            <p:nvPr/>
          </p:nvSpPr>
          <p:spPr>
            <a:xfrm>
              <a:off x="5085573" y="2496613"/>
              <a:ext cx="75882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"/>
                  <a:cs typeface="Arial"/>
                </a:rPr>
                <a:t>10.0.0.4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0" name="object 21">
              <a:extLst>
                <a:ext uri="{FF2B5EF4-FFF2-40B4-BE49-F238E27FC236}">
                  <a16:creationId xmlns:a16="http://schemas.microsoft.com/office/drawing/2014/main" id="{3FEB4D28-0E21-62E1-53BF-378A7CEE086D}"/>
                </a:ext>
              </a:extLst>
            </p:cNvPr>
            <p:cNvSpPr/>
            <p:nvPr/>
          </p:nvSpPr>
          <p:spPr>
            <a:xfrm>
              <a:off x="5412344" y="2733341"/>
              <a:ext cx="76200" cy="328930"/>
            </a:xfrm>
            <a:custGeom>
              <a:avLst/>
              <a:gdLst/>
              <a:ahLst/>
              <a:cxnLst/>
              <a:rect l="l" t="t" r="r" b="b"/>
              <a:pathLst>
                <a:path w="76200" h="328930">
                  <a:moveTo>
                    <a:pt x="28575" y="252729"/>
                  </a:moveTo>
                  <a:lnTo>
                    <a:pt x="0" y="252729"/>
                  </a:lnTo>
                  <a:lnTo>
                    <a:pt x="38100" y="328929"/>
                  </a:lnTo>
                  <a:lnTo>
                    <a:pt x="69850" y="265429"/>
                  </a:lnTo>
                  <a:lnTo>
                    <a:pt x="28575" y="265429"/>
                  </a:lnTo>
                  <a:lnTo>
                    <a:pt x="28575" y="252729"/>
                  </a:lnTo>
                  <a:close/>
                </a:path>
                <a:path w="76200" h="328930">
                  <a:moveTo>
                    <a:pt x="47625" y="0"/>
                  </a:moveTo>
                  <a:lnTo>
                    <a:pt x="28575" y="0"/>
                  </a:lnTo>
                  <a:lnTo>
                    <a:pt x="28575" y="265429"/>
                  </a:lnTo>
                  <a:lnTo>
                    <a:pt x="47625" y="265429"/>
                  </a:lnTo>
                  <a:lnTo>
                    <a:pt x="47625" y="0"/>
                  </a:lnTo>
                  <a:close/>
                </a:path>
                <a:path w="76200" h="328930">
                  <a:moveTo>
                    <a:pt x="76200" y="252729"/>
                  </a:moveTo>
                  <a:lnTo>
                    <a:pt x="47625" y="252729"/>
                  </a:lnTo>
                  <a:lnTo>
                    <a:pt x="47625" y="265429"/>
                  </a:lnTo>
                  <a:lnTo>
                    <a:pt x="69850" y="265429"/>
                  </a:lnTo>
                  <a:lnTo>
                    <a:pt x="76200" y="2527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84BA8933-BEAD-166C-5140-079A6D32F797}"/>
                </a:ext>
              </a:extLst>
            </p:cNvPr>
            <p:cNvSpPr txBox="1"/>
            <p:nvPr/>
          </p:nvSpPr>
          <p:spPr>
            <a:xfrm>
              <a:off x="3177525" y="3395849"/>
              <a:ext cx="109664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"/>
                  <a:cs typeface="Arial"/>
                </a:rPr>
                <a:t>138.76.29.7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22" name="object 23">
              <a:extLst>
                <a:ext uri="{FF2B5EF4-FFF2-40B4-BE49-F238E27FC236}">
                  <a16:creationId xmlns:a16="http://schemas.microsoft.com/office/drawing/2014/main" id="{FACF5C38-F4DE-3841-4817-CD3488A12FA4}"/>
                </a:ext>
              </a:extLst>
            </p:cNvPr>
            <p:cNvSpPr/>
            <p:nvPr/>
          </p:nvSpPr>
          <p:spPr>
            <a:xfrm>
              <a:off x="4262867" y="3163489"/>
              <a:ext cx="220979" cy="306705"/>
            </a:xfrm>
            <a:custGeom>
              <a:avLst/>
              <a:gdLst/>
              <a:ahLst/>
              <a:cxnLst/>
              <a:rect l="l" t="t" r="r" b="b"/>
              <a:pathLst>
                <a:path w="220979" h="306704">
                  <a:moveTo>
                    <a:pt x="168792" y="56893"/>
                  </a:moveTo>
                  <a:lnTo>
                    <a:pt x="0" y="295783"/>
                  </a:lnTo>
                  <a:lnTo>
                    <a:pt x="15621" y="306704"/>
                  </a:lnTo>
                  <a:lnTo>
                    <a:pt x="184281" y="67830"/>
                  </a:lnTo>
                  <a:lnTo>
                    <a:pt x="168792" y="56893"/>
                  </a:lnTo>
                  <a:close/>
                </a:path>
                <a:path w="220979" h="306704">
                  <a:moveTo>
                    <a:pt x="213458" y="46481"/>
                  </a:moveTo>
                  <a:lnTo>
                    <a:pt x="176149" y="46481"/>
                  </a:lnTo>
                  <a:lnTo>
                    <a:pt x="191643" y="57403"/>
                  </a:lnTo>
                  <a:lnTo>
                    <a:pt x="184281" y="67830"/>
                  </a:lnTo>
                  <a:lnTo>
                    <a:pt x="207645" y="84327"/>
                  </a:lnTo>
                  <a:lnTo>
                    <a:pt x="213458" y="46481"/>
                  </a:lnTo>
                  <a:close/>
                </a:path>
                <a:path w="220979" h="306704">
                  <a:moveTo>
                    <a:pt x="176149" y="46481"/>
                  </a:moveTo>
                  <a:lnTo>
                    <a:pt x="168792" y="56893"/>
                  </a:lnTo>
                  <a:lnTo>
                    <a:pt x="184281" y="67830"/>
                  </a:lnTo>
                  <a:lnTo>
                    <a:pt x="191643" y="57403"/>
                  </a:lnTo>
                  <a:lnTo>
                    <a:pt x="176149" y="46481"/>
                  </a:lnTo>
                  <a:close/>
                </a:path>
                <a:path w="220979" h="306704">
                  <a:moveTo>
                    <a:pt x="220599" y="0"/>
                  </a:moveTo>
                  <a:lnTo>
                    <a:pt x="145414" y="40386"/>
                  </a:lnTo>
                  <a:lnTo>
                    <a:pt x="168792" y="56893"/>
                  </a:lnTo>
                  <a:lnTo>
                    <a:pt x="176149" y="46481"/>
                  </a:lnTo>
                  <a:lnTo>
                    <a:pt x="213458" y="46481"/>
                  </a:lnTo>
                  <a:lnTo>
                    <a:pt x="2205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4">
              <a:extLst>
                <a:ext uri="{FF2B5EF4-FFF2-40B4-BE49-F238E27FC236}">
                  <a16:creationId xmlns:a16="http://schemas.microsoft.com/office/drawing/2014/main" id="{A78E013B-AFE6-1E18-E748-27BB2322FBEB}"/>
                </a:ext>
              </a:extLst>
            </p:cNvPr>
            <p:cNvSpPr/>
            <p:nvPr/>
          </p:nvSpPr>
          <p:spPr>
            <a:xfrm>
              <a:off x="4929491" y="1652317"/>
              <a:ext cx="0" cy="1081405"/>
            </a:xfrm>
            <a:custGeom>
              <a:avLst/>
              <a:gdLst/>
              <a:ahLst/>
              <a:cxnLst/>
              <a:rect l="l" t="t" r="r" b="b"/>
              <a:pathLst>
                <a:path h="1081405">
                  <a:moveTo>
                    <a:pt x="0" y="0"/>
                  </a:moveTo>
                  <a:lnTo>
                    <a:pt x="0" y="10810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5">
              <a:extLst>
                <a:ext uri="{FF2B5EF4-FFF2-40B4-BE49-F238E27FC236}">
                  <a16:creationId xmlns:a16="http://schemas.microsoft.com/office/drawing/2014/main" id="{7C2AE9C8-8B7F-B021-C8FC-6D16F1E5EBB7}"/>
                </a:ext>
              </a:extLst>
            </p:cNvPr>
            <p:cNvSpPr txBox="1"/>
            <p:nvPr/>
          </p:nvSpPr>
          <p:spPr>
            <a:xfrm>
              <a:off x="5952474" y="1335505"/>
              <a:ext cx="1952623" cy="56675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" algn="ctr">
                <a:lnSpc>
                  <a:spcPct val="100000"/>
                </a:lnSpc>
                <a:spcBef>
                  <a:spcPts val="100"/>
                </a:spcBef>
              </a:pPr>
              <a:r>
                <a:rPr sz="1800" spc="-15" dirty="0">
                  <a:latin typeface="Lantinghei SC Extralight"/>
                  <a:cs typeface="Lantinghei SC Extralight"/>
                </a:rPr>
                <a:t>本地网络</a:t>
              </a:r>
              <a:endParaRPr sz="1800" dirty="0">
                <a:latin typeface="Lantinghei SC Extralight"/>
                <a:cs typeface="Lantinghei SC Extralight"/>
              </a:endParaRPr>
            </a:p>
            <a:p>
              <a:pPr marL="12700" marR="5080" algn="ctr">
                <a:lnSpc>
                  <a:spcPts val="2150"/>
                </a:lnSpc>
                <a:spcBef>
                  <a:spcPts val="80"/>
                </a:spcBef>
              </a:pPr>
              <a:r>
                <a:rPr sz="1800" spc="-10" dirty="0">
                  <a:latin typeface="Arial"/>
                  <a:cs typeface="Arial"/>
                </a:rPr>
                <a:t>10.0.0/24</a:t>
              </a:r>
              <a:endParaRPr sz="1800" dirty="0">
                <a:latin typeface="Arial"/>
                <a:cs typeface="Arial"/>
              </a:endParaRPr>
            </a:p>
          </p:txBody>
        </p:sp>
        <p:sp>
          <p:nvSpPr>
            <p:cNvPr id="25" name="object 26">
              <a:extLst>
                <a:ext uri="{FF2B5EF4-FFF2-40B4-BE49-F238E27FC236}">
                  <a16:creationId xmlns:a16="http://schemas.microsoft.com/office/drawing/2014/main" id="{7D7B2900-C7F5-7E4A-A379-8B0FBEBCA981}"/>
                </a:ext>
              </a:extLst>
            </p:cNvPr>
            <p:cNvSpPr/>
            <p:nvPr/>
          </p:nvSpPr>
          <p:spPr>
            <a:xfrm>
              <a:off x="5069191" y="1741089"/>
              <a:ext cx="4197350" cy="89535"/>
            </a:xfrm>
            <a:custGeom>
              <a:avLst/>
              <a:gdLst/>
              <a:ahLst/>
              <a:cxnLst/>
              <a:rect l="l" t="t" r="r" b="b"/>
              <a:pathLst>
                <a:path w="4197350" h="89535">
                  <a:moveTo>
                    <a:pt x="898525" y="31877"/>
                  </a:moveTo>
                  <a:lnTo>
                    <a:pt x="76200" y="31877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44577"/>
                  </a:lnTo>
                  <a:lnTo>
                    <a:pt x="898525" y="44577"/>
                  </a:lnTo>
                  <a:lnTo>
                    <a:pt x="898525" y="31877"/>
                  </a:lnTo>
                  <a:close/>
                </a:path>
                <a:path w="4197350" h="89535">
                  <a:moveTo>
                    <a:pt x="4197350" y="50927"/>
                  </a:moveTo>
                  <a:lnTo>
                    <a:pt x="4184650" y="44577"/>
                  </a:lnTo>
                  <a:lnTo>
                    <a:pt x="4121150" y="12827"/>
                  </a:lnTo>
                  <a:lnTo>
                    <a:pt x="4121150" y="44577"/>
                  </a:lnTo>
                  <a:lnTo>
                    <a:pt x="2811526" y="44577"/>
                  </a:lnTo>
                  <a:lnTo>
                    <a:pt x="2811526" y="57277"/>
                  </a:lnTo>
                  <a:lnTo>
                    <a:pt x="4121150" y="57277"/>
                  </a:lnTo>
                  <a:lnTo>
                    <a:pt x="4121150" y="89027"/>
                  </a:lnTo>
                  <a:lnTo>
                    <a:pt x="4184650" y="57277"/>
                  </a:lnTo>
                  <a:lnTo>
                    <a:pt x="4197350" y="509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7">
              <a:extLst>
                <a:ext uri="{FF2B5EF4-FFF2-40B4-BE49-F238E27FC236}">
                  <a16:creationId xmlns:a16="http://schemas.microsoft.com/office/drawing/2014/main" id="{A4985218-0BB6-6555-7007-2729DD36D154}"/>
                </a:ext>
              </a:extLst>
            </p:cNvPr>
            <p:cNvSpPr/>
            <p:nvPr/>
          </p:nvSpPr>
          <p:spPr>
            <a:xfrm>
              <a:off x="3473816" y="1753917"/>
              <a:ext cx="1386205" cy="76200"/>
            </a:xfrm>
            <a:custGeom>
              <a:avLst/>
              <a:gdLst/>
              <a:ahLst/>
              <a:cxnLst/>
              <a:rect l="l" t="t" r="r" b="b"/>
              <a:pathLst>
                <a:path w="1386204" h="76200">
                  <a:moveTo>
                    <a:pt x="1309624" y="0"/>
                  </a:moveTo>
                  <a:lnTo>
                    <a:pt x="1309624" y="76200"/>
                  </a:lnTo>
                  <a:lnTo>
                    <a:pt x="1373124" y="44450"/>
                  </a:lnTo>
                  <a:lnTo>
                    <a:pt x="1322324" y="44450"/>
                  </a:lnTo>
                  <a:lnTo>
                    <a:pt x="1322324" y="31750"/>
                  </a:lnTo>
                  <a:lnTo>
                    <a:pt x="1373124" y="31750"/>
                  </a:lnTo>
                  <a:lnTo>
                    <a:pt x="1309624" y="0"/>
                  </a:lnTo>
                  <a:close/>
                </a:path>
                <a:path w="1386204" h="76200">
                  <a:moveTo>
                    <a:pt x="1309624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309624" y="44450"/>
                  </a:lnTo>
                  <a:lnTo>
                    <a:pt x="1309624" y="31750"/>
                  </a:lnTo>
                  <a:close/>
                </a:path>
                <a:path w="1386204" h="76200">
                  <a:moveTo>
                    <a:pt x="1373124" y="31750"/>
                  </a:moveTo>
                  <a:lnTo>
                    <a:pt x="1322324" y="31750"/>
                  </a:lnTo>
                  <a:lnTo>
                    <a:pt x="1322324" y="44450"/>
                  </a:lnTo>
                  <a:lnTo>
                    <a:pt x="1373124" y="44450"/>
                  </a:lnTo>
                  <a:lnTo>
                    <a:pt x="1385824" y="38100"/>
                  </a:lnTo>
                  <a:lnTo>
                    <a:pt x="1373124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8">
              <a:extLst>
                <a:ext uri="{FF2B5EF4-FFF2-40B4-BE49-F238E27FC236}">
                  <a16:creationId xmlns:a16="http://schemas.microsoft.com/office/drawing/2014/main" id="{216EC859-9501-70B6-98A2-580D6292F254}"/>
                </a:ext>
              </a:extLst>
            </p:cNvPr>
            <p:cNvSpPr/>
            <p:nvPr/>
          </p:nvSpPr>
          <p:spPr>
            <a:xfrm>
              <a:off x="1662415" y="1741089"/>
              <a:ext cx="898525" cy="76200"/>
            </a:xfrm>
            <a:custGeom>
              <a:avLst/>
              <a:gdLst/>
              <a:ahLst/>
              <a:cxnLst/>
              <a:rect l="l" t="t" r="r" b="b"/>
              <a:pathLst>
                <a:path w="89852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576"/>
                  </a:lnTo>
                  <a:lnTo>
                    <a:pt x="63500" y="44576"/>
                  </a:lnTo>
                  <a:lnTo>
                    <a:pt x="63500" y="31876"/>
                  </a:lnTo>
                  <a:lnTo>
                    <a:pt x="76200" y="31876"/>
                  </a:lnTo>
                  <a:lnTo>
                    <a:pt x="76200" y="0"/>
                  </a:lnTo>
                  <a:close/>
                </a:path>
                <a:path w="898525" h="76200">
                  <a:moveTo>
                    <a:pt x="76200" y="31876"/>
                  </a:moveTo>
                  <a:lnTo>
                    <a:pt x="63500" y="31876"/>
                  </a:lnTo>
                  <a:lnTo>
                    <a:pt x="63500" y="44576"/>
                  </a:lnTo>
                  <a:lnTo>
                    <a:pt x="76200" y="44576"/>
                  </a:lnTo>
                  <a:lnTo>
                    <a:pt x="76200" y="31876"/>
                  </a:lnTo>
                  <a:close/>
                </a:path>
                <a:path w="898525" h="76200">
                  <a:moveTo>
                    <a:pt x="898525" y="31876"/>
                  </a:moveTo>
                  <a:lnTo>
                    <a:pt x="76200" y="31876"/>
                  </a:lnTo>
                  <a:lnTo>
                    <a:pt x="76200" y="44576"/>
                  </a:lnTo>
                  <a:lnTo>
                    <a:pt x="898525" y="44576"/>
                  </a:lnTo>
                  <a:lnTo>
                    <a:pt x="898525" y="318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9">
              <a:extLst>
                <a:ext uri="{FF2B5EF4-FFF2-40B4-BE49-F238E27FC236}">
                  <a16:creationId xmlns:a16="http://schemas.microsoft.com/office/drawing/2014/main" id="{AB9AE8C9-72F2-DE31-D4ED-619C9A2D9492}"/>
                </a:ext>
              </a:extLst>
            </p:cNvPr>
            <p:cNvSpPr txBox="1"/>
            <p:nvPr/>
          </p:nvSpPr>
          <p:spPr>
            <a:xfrm>
              <a:off x="2629902" y="1581069"/>
              <a:ext cx="8001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10" dirty="0">
                  <a:latin typeface="Arial"/>
                  <a:cs typeface="Arial"/>
                </a:rPr>
                <a:t>Internet</a:t>
              </a:r>
              <a:endParaRPr sz="1800">
                <a:latin typeface="Arial"/>
                <a:cs typeface="Arial"/>
              </a:endParaRPr>
            </a:p>
          </p:txBody>
        </p:sp>
        <p:grpSp>
          <p:nvGrpSpPr>
            <p:cNvPr id="30" name="object 33">
              <a:extLst>
                <a:ext uri="{FF2B5EF4-FFF2-40B4-BE49-F238E27FC236}">
                  <a16:creationId xmlns:a16="http://schemas.microsoft.com/office/drawing/2014/main" id="{385644E0-1640-189B-23C9-2D5CB5A8AAA3}"/>
                </a:ext>
              </a:extLst>
            </p:cNvPr>
            <p:cNvGrpSpPr/>
            <p:nvPr/>
          </p:nvGrpSpPr>
          <p:grpSpPr>
            <a:xfrm>
              <a:off x="4529441" y="2950892"/>
              <a:ext cx="900163" cy="347853"/>
              <a:chOff x="3747389" y="3059176"/>
              <a:chExt cx="900163" cy="347853"/>
            </a:xfrm>
          </p:grpSpPr>
          <p:pic>
            <p:nvPicPr>
              <p:cNvPr id="32" name="object 35">
                <a:extLst>
                  <a:ext uri="{FF2B5EF4-FFF2-40B4-BE49-F238E27FC236}">
                    <a16:creationId xmlns:a16="http://schemas.microsoft.com/office/drawing/2014/main" id="{EE86C0FC-3ACE-0E2A-CF86-33F689CF120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751453" y="3213354"/>
                <a:ext cx="892048" cy="193421"/>
              </a:xfrm>
              <a:prstGeom prst="rect">
                <a:avLst/>
              </a:prstGeom>
            </p:spPr>
          </p:pic>
          <p:sp>
            <p:nvSpPr>
              <p:cNvPr id="33" name="object 36">
                <a:extLst>
                  <a:ext uri="{FF2B5EF4-FFF2-40B4-BE49-F238E27FC236}">
                    <a16:creationId xmlns:a16="http://schemas.microsoft.com/office/drawing/2014/main" id="{B235E568-825E-FD97-0B7F-84BF07B2BA62}"/>
                  </a:ext>
                </a:extLst>
              </p:cNvPr>
              <p:cNvSpPr/>
              <p:nvPr/>
            </p:nvSpPr>
            <p:spPr>
              <a:xfrm>
                <a:off x="3751453" y="3213354"/>
                <a:ext cx="892175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892175" h="193675">
                    <a:moveTo>
                      <a:pt x="0" y="96647"/>
                    </a:moveTo>
                    <a:lnTo>
                      <a:pt x="49775" y="52248"/>
                    </a:lnTo>
                    <a:lnTo>
                      <a:pt x="86043" y="39584"/>
                    </a:lnTo>
                    <a:lnTo>
                      <a:pt x="130619" y="28320"/>
                    </a:lnTo>
                    <a:lnTo>
                      <a:pt x="182587" y="18657"/>
                    </a:lnTo>
                    <a:lnTo>
                      <a:pt x="241029" y="10794"/>
                    </a:lnTo>
                    <a:lnTo>
                      <a:pt x="305027" y="4930"/>
                    </a:lnTo>
                    <a:lnTo>
                      <a:pt x="373664" y="1265"/>
                    </a:lnTo>
                    <a:lnTo>
                      <a:pt x="446024" y="0"/>
                    </a:lnTo>
                    <a:lnTo>
                      <a:pt x="518352" y="1265"/>
                    </a:lnTo>
                    <a:lnTo>
                      <a:pt x="586971" y="4930"/>
                    </a:lnTo>
                    <a:lnTo>
                      <a:pt x="650962" y="10794"/>
                    </a:lnTo>
                    <a:lnTo>
                      <a:pt x="709405" y="18657"/>
                    </a:lnTo>
                    <a:lnTo>
                      <a:pt x="761380" y="28321"/>
                    </a:lnTo>
                    <a:lnTo>
                      <a:pt x="805968" y="39584"/>
                    </a:lnTo>
                    <a:lnTo>
                      <a:pt x="842248" y="52248"/>
                    </a:lnTo>
                    <a:lnTo>
                      <a:pt x="886208" y="80979"/>
                    </a:lnTo>
                    <a:lnTo>
                      <a:pt x="892048" y="96647"/>
                    </a:lnTo>
                    <a:lnTo>
                      <a:pt x="886208" y="112349"/>
                    </a:lnTo>
                    <a:lnTo>
                      <a:pt x="842248" y="141129"/>
                    </a:lnTo>
                    <a:lnTo>
                      <a:pt x="805968" y="153809"/>
                    </a:lnTo>
                    <a:lnTo>
                      <a:pt x="761380" y="165084"/>
                    </a:lnTo>
                    <a:lnTo>
                      <a:pt x="709405" y="174755"/>
                    </a:lnTo>
                    <a:lnTo>
                      <a:pt x="650962" y="182623"/>
                    </a:lnTo>
                    <a:lnTo>
                      <a:pt x="586971" y="188489"/>
                    </a:lnTo>
                    <a:lnTo>
                      <a:pt x="518352" y="192154"/>
                    </a:lnTo>
                    <a:lnTo>
                      <a:pt x="446024" y="193421"/>
                    </a:lnTo>
                    <a:lnTo>
                      <a:pt x="373664" y="192154"/>
                    </a:lnTo>
                    <a:lnTo>
                      <a:pt x="305027" y="188489"/>
                    </a:lnTo>
                    <a:lnTo>
                      <a:pt x="241029" y="182623"/>
                    </a:lnTo>
                    <a:lnTo>
                      <a:pt x="182587" y="174755"/>
                    </a:lnTo>
                    <a:lnTo>
                      <a:pt x="130619" y="165084"/>
                    </a:lnTo>
                    <a:lnTo>
                      <a:pt x="86043" y="153809"/>
                    </a:lnTo>
                    <a:lnTo>
                      <a:pt x="49775" y="141129"/>
                    </a:lnTo>
                    <a:lnTo>
                      <a:pt x="5836" y="112349"/>
                    </a:lnTo>
                    <a:lnTo>
                      <a:pt x="0" y="96647"/>
                    </a:lnTo>
                    <a:close/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4" name="object 37">
                <a:extLst>
                  <a:ext uri="{FF2B5EF4-FFF2-40B4-BE49-F238E27FC236}">
                    <a16:creationId xmlns:a16="http://schemas.microsoft.com/office/drawing/2014/main" id="{128BADA8-96F0-A3E1-7C07-9E9263AD2FDF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747389" y="3059176"/>
                <a:ext cx="900163" cy="252222"/>
              </a:xfrm>
              <a:prstGeom prst="rect">
                <a:avLst/>
              </a:prstGeom>
            </p:spPr>
          </p:pic>
          <p:sp>
            <p:nvSpPr>
              <p:cNvPr id="35" name="object 38">
                <a:extLst>
                  <a:ext uri="{FF2B5EF4-FFF2-40B4-BE49-F238E27FC236}">
                    <a16:creationId xmlns:a16="http://schemas.microsoft.com/office/drawing/2014/main" id="{89E7BE74-2EFC-8257-ED80-B0B6B0DD5BF8}"/>
                  </a:ext>
                </a:extLst>
              </p:cNvPr>
              <p:cNvSpPr/>
              <p:nvPr/>
            </p:nvSpPr>
            <p:spPr>
              <a:xfrm>
                <a:off x="3747389" y="3059176"/>
                <a:ext cx="893444" cy="227329"/>
              </a:xfrm>
              <a:custGeom>
                <a:avLst/>
                <a:gdLst/>
                <a:ahLst/>
                <a:cxnLst/>
                <a:rect l="l" t="t" r="r" b="b"/>
                <a:pathLst>
                  <a:path w="893445" h="227329">
                    <a:moveTo>
                      <a:pt x="0" y="113537"/>
                    </a:moveTo>
                    <a:lnTo>
                      <a:pt x="22775" y="77638"/>
                    </a:lnTo>
                    <a:lnTo>
                      <a:pt x="86193" y="46469"/>
                    </a:lnTo>
                    <a:lnTo>
                      <a:pt x="130841" y="33242"/>
                    </a:lnTo>
                    <a:lnTo>
                      <a:pt x="182889" y="21896"/>
                    </a:lnTo>
                    <a:lnTo>
                      <a:pt x="241415" y="12666"/>
                    </a:lnTo>
                    <a:lnTo>
                      <a:pt x="305499" y="5785"/>
                    </a:lnTo>
                    <a:lnTo>
                      <a:pt x="374220" y="1485"/>
                    </a:lnTo>
                    <a:lnTo>
                      <a:pt x="446659" y="0"/>
                    </a:lnTo>
                    <a:lnTo>
                      <a:pt x="519131" y="1485"/>
                    </a:lnTo>
                    <a:lnTo>
                      <a:pt x="587880" y="5785"/>
                    </a:lnTo>
                    <a:lnTo>
                      <a:pt x="651986" y="12666"/>
                    </a:lnTo>
                    <a:lnTo>
                      <a:pt x="710528" y="21896"/>
                    </a:lnTo>
                    <a:lnTo>
                      <a:pt x="762587" y="33242"/>
                    </a:lnTo>
                    <a:lnTo>
                      <a:pt x="807243" y="46469"/>
                    </a:lnTo>
                    <a:lnTo>
                      <a:pt x="843577" y="61346"/>
                    </a:lnTo>
                    <a:lnTo>
                      <a:pt x="887597" y="95113"/>
                    </a:lnTo>
                    <a:lnTo>
                      <a:pt x="893445" y="113537"/>
                    </a:lnTo>
                    <a:lnTo>
                      <a:pt x="887597" y="131931"/>
                    </a:lnTo>
                    <a:lnTo>
                      <a:pt x="843577" y="165673"/>
                    </a:lnTo>
                    <a:lnTo>
                      <a:pt x="807243" y="180551"/>
                    </a:lnTo>
                    <a:lnTo>
                      <a:pt x="762587" y="193786"/>
                    </a:lnTo>
                    <a:lnTo>
                      <a:pt x="710528" y="205142"/>
                    </a:lnTo>
                    <a:lnTo>
                      <a:pt x="651986" y="214385"/>
                    </a:lnTo>
                    <a:lnTo>
                      <a:pt x="587880" y="221278"/>
                    </a:lnTo>
                    <a:lnTo>
                      <a:pt x="519131" y="225587"/>
                    </a:lnTo>
                    <a:lnTo>
                      <a:pt x="446659" y="227075"/>
                    </a:lnTo>
                    <a:lnTo>
                      <a:pt x="374220" y="225587"/>
                    </a:lnTo>
                    <a:lnTo>
                      <a:pt x="305499" y="221278"/>
                    </a:lnTo>
                    <a:lnTo>
                      <a:pt x="241415" y="214385"/>
                    </a:lnTo>
                    <a:lnTo>
                      <a:pt x="182889" y="205142"/>
                    </a:lnTo>
                    <a:lnTo>
                      <a:pt x="130841" y="193786"/>
                    </a:lnTo>
                    <a:lnTo>
                      <a:pt x="86193" y="180551"/>
                    </a:lnTo>
                    <a:lnTo>
                      <a:pt x="49864" y="165673"/>
                    </a:lnTo>
                    <a:lnTo>
                      <a:pt x="5847" y="131931"/>
                    </a:lnTo>
                    <a:lnTo>
                      <a:pt x="0" y="113537"/>
                    </a:lnTo>
                    <a:close/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39">
                <a:extLst>
                  <a:ext uri="{FF2B5EF4-FFF2-40B4-BE49-F238E27FC236}">
                    <a16:creationId xmlns:a16="http://schemas.microsoft.com/office/drawing/2014/main" id="{92EF8539-541F-132B-DE7A-022B1DDC6D1B}"/>
                  </a:ext>
                </a:extLst>
              </p:cNvPr>
              <p:cNvSpPr/>
              <p:nvPr/>
            </p:nvSpPr>
            <p:spPr>
              <a:xfrm>
                <a:off x="3926840" y="3117977"/>
                <a:ext cx="505459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505460" h="105410">
                    <a:moveTo>
                      <a:pt x="0" y="105156"/>
                    </a:moveTo>
                    <a:lnTo>
                      <a:pt x="156463" y="105156"/>
                    </a:lnTo>
                    <a:lnTo>
                      <a:pt x="312800" y="0"/>
                    </a:lnTo>
                    <a:lnTo>
                      <a:pt x="504951" y="0"/>
                    </a:lnTo>
                  </a:path>
                  <a:path w="505460" h="105410">
                    <a:moveTo>
                      <a:pt x="22860" y="0"/>
                    </a:moveTo>
                    <a:lnTo>
                      <a:pt x="179197" y="0"/>
                    </a:lnTo>
                    <a:lnTo>
                      <a:pt x="335661" y="105156"/>
                    </a:lnTo>
                    <a:lnTo>
                      <a:pt x="482219" y="105156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40">
                <a:extLst>
                  <a:ext uri="{FF2B5EF4-FFF2-40B4-BE49-F238E27FC236}">
                    <a16:creationId xmlns:a16="http://schemas.microsoft.com/office/drawing/2014/main" id="{A7770D54-1AE2-1950-256B-B237659C991A}"/>
                  </a:ext>
                </a:extLst>
              </p:cNvPr>
              <p:cNvSpPr/>
              <p:nvPr/>
            </p:nvSpPr>
            <p:spPr>
              <a:xfrm>
                <a:off x="3752723" y="3165602"/>
                <a:ext cx="888365" cy="157480"/>
              </a:xfrm>
              <a:custGeom>
                <a:avLst/>
                <a:gdLst/>
                <a:ahLst/>
                <a:cxnLst/>
                <a:rect l="l" t="t" r="r" b="b"/>
                <a:pathLst>
                  <a:path w="888364" h="157479">
                    <a:moveTo>
                      <a:pt x="0" y="0"/>
                    </a:moveTo>
                    <a:lnTo>
                      <a:pt x="0" y="152908"/>
                    </a:lnTo>
                  </a:path>
                  <a:path w="888364" h="157479">
                    <a:moveTo>
                      <a:pt x="888111" y="8509"/>
                    </a:moveTo>
                    <a:lnTo>
                      <a:pt x="888111" y="157099"/>
                    </a:lnTo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grpSp>
        <p:nvGrpSpPr>
          <p:cNvPr id="39" name="object 2">
            <a:extLst>
              <a:ext uri="{FF2B5EF4-FFF2-40B4-BE49-F238E27FC236}">
                <a16:creationId xmlns:a16="http://schemas.microsoft.com/office/drawing/2014/main" id="{277EDD2A-525F-7DF0-F0DD-D08C29274295}"/>
              </a:ext>
            </a:extLst>
          </p:cNvPr>
          <p:cNvGrpSpPr/>
          <p:nvPr/>
        </p:nvGrpSpPr>
        <p:grpSpPr>
          <a:xfrm rot="10800000">
            <a:off x="3190736" y="3319157"/>
            <a:ext cx="3745229" cy="1473835"/>
            <a:chOff x="2344800" y="2685986"/>
            <a:chExt cx="3745229" cy="1473835"/>
          </a:xfrm>
        </p:grpSpPr>
        <p:pic>
          <p:nvPicPr>
            <p:cNvPr id="40" name="object 3">
              <a:extLst>
                <a:ext uri="{FF2B5EF4-FFF2-40B4-BE49-F238E27FC236}">
                  <a16:creationId xmlns:a16="http://schemas.microsoft.com/office/drawing/2014/main" id="{8C551F64-1B8E-6E60-5E55-623FB5391CA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4800" y="2685986"/>
              <a:ext cx="3745123" cy="1473263"/>
            </a:xfrm>
            <a:prstGeom prst="rect">
              <a:avLst/>
            </a:prstGeom>
          </p:spPr>
        </p:pic>
        <p:sp>
          <p:nvSpPr>
            <p:cNvPr id="41" name="object 4">
              <a:extLst>
                <a:ext uri="{FF2B5EF4-FFF2-40B4-BE49-F238E27FC236}">
                  <a16:creationId xmlns:a16="http://schemas.microsoft.com/office/drawing/2014/main" id="{A3B2FC3A-686D-2913-2408-A895C48CD601}"/>
                </a:ext>
              </a:extLst>
            </p:cNvPr>
            <p:cNvSpPr/>
            <p:nvPr/>
          </p:nvSpPr>
          <p:spPr>
            <a:xfrm>
              <a:off x="2344800" y="2685986"/>
              <a:ext cx="3745229" cy="1473835"/>
            </a:xfrm>
            <a:custGeom>
              <a:avLst/>
              <a:gdLst/>
              <a:ahLst/>
              <a:cxnLst/>
              <a:rect l="l" t="t" r="r" b="b"/>
              <a:pathLst>
                <a:path w="3745229" h="1473835">
                  <a:moveTo>
                    <a:pt x="0" y="42862"/>
                  </a:moveTo>
                  <a:lnTo>
                    <a:pt x="522450" y="28575"/>
                  </a:lnTo>
                  <a:lnTo>
                    <a:pt x="1704339" y="4762"/>
                  </a:lnTo>
                  <a:lnTo>
                    <a:pt x="2967478" y="0"/>
                  </a:lnTo>
                  <a:lnTo>
                    <a:pt x="3733673" y="42862"/>
                  </a:lnTo>
                  <a:lnTo>
                    <a:pt x="3742900" y="43106"/>
                  </a:lnTo>
                  <a:lnTo>
                    <a:pt x="3713799" y="68876"/>
                  </a:lnTo>
                  <a:lnTo>
                    <a:pt x="3665297" y="94812"/>
                  </a:lnTo>
                  <a:lnTo>
                    <a:pt x="3598469" y="128056"/>
                  </a:lnTo>
                  <a:lnTo>
                    <a:pt x="3559193" y="147091"/>
                  </a:lnTo>
                  <a:lnTo>
                    <a:pt x="3516548" y="167563"/>
                  </a:lnTo>
                  <a:lnTo>
                    <a:pt x="3470937" y="189339"/>
                  </a:lnTo>
                  <a:lnTo>
                    <a:pt x="3422764" y="212289"/>
                  </a:lnTo>
                  <a:lnTo>
                    <a:pt x="3372435" y="236283"/>
                  </a:lnTo>
                  <a:lnTo>
                    <a:pt x="3320351" y="261191"/>
                  </a:lnTo>
                  <a:lnTo>
                    <a:pt x="3266918" y="286881"/>
                  </a:lnTo>
                  <a:lnTo>
                    <a:pt x="3212539" y="313224"/>
                  </a:lnTo>
                  <a:lnTo>
                    <a:pt x="3157619" y="340088"/>
                  </a:lnTo>
                  <a:lnTo>
                    <a:pt x="3102561" y="367343"/>
                  </a:lnTo>
                  <a:lnTo>
                    <a:pt x="3047769" y="394859"/>
                  </a:lnTo>
                  <a:lnTo>
                    <a:pt x="2993648" y="422505"/>
                  </a:lnTo>
                  <a:lnTo>
                    <a:pt x="2940600" y="450151"/>
                  </a:lnTo>
                  <a:lnTo>
                    <a:pt x="2889031" y="477665"/>
                  </a:lnTo>
                  <a:lnTo>
                    <a:pt x="2839345" y="504918"/>
                  </a:lnTo>
                  <a:lnTo>
                    <a:pt x="2791944" y="531780"/>
                  </a:lnTo>
                  <a:lnTo>
                    <a:pt x="2747234" y="558118"/>
                  </a:lnTo>
                  <a:lnTo>
                    <a:pt x="2705617" y="583804"/>
                  </a:lnTo>
                  <a:lnTo>
                    <a:pt x="2667499" y="608706"/>
                  </a:lnTo>
                  <a:lnTo>
                    <a:pt x="2633283" y="632694"/>
                  </a:lnTo>
                  <a:lnTo>
                    <a:pt x="2563023" y="691004"/>
                  </a:lnTo>
                  <a:lnTo>
                    <a:pt x="2524740" y="729636"/>
                  </a:lnTo>
                  <a:lnTo>
                    <a:pt x="2488423" y="771087"/>
                  </a:lnTo>
                  <a:lnTo>
                    <a:pt x="2453975" y="814907"/>
                  </a:lnTo>
                  <a:lnTo>
                    <a:pt x="2421296" y="860651"/>
                  </a:lnTo>
                  <a:lnTo>
                    <a:pt x="2390289" y="907870"/>
                  </a:lnTo>
                  <a:lnTo>
                    <a:pt x="2360854" y="956117"/>
                  </a:lnTo>
                  <a:lnTo>
                    <a:pt x="2332893" y="1004944"/>
                  </a:lnTo>
                  <a:lnTo>
                    <a:pt x="2306308" y="1053904"/>
                  </a:lnTo>
                  <a:lnTo>
                    <a:pt x="2280999" y="1102550"/>
                  </a:lnTo>
                  <a:lnTo>
                    <a:pt x="2256868" y="1150434"/>
                  </a:lnTo>
                  <a:lnTo>
                    <a:pt x="2233818" y="1197108"/>
                  </a:lnTo>
                  <a:lnTo>
                    <a:pt x="2211748" y="1242125"/>
                  </a:lnTo>
                  <a:lnTo>
                    <a:pt x="2190561" y="1285038"/>
                  </a:lnTo>
                  <a:lnTo>
                    <a:pt x="2170158" y="1325399"/>
                  </a:lnTo>
                  <a:lnTo>
                    <a:pt x="2150440" y="1362761"/>
                  </a:lnTo>
                  <a:lnTo>
                    <a:pt x="2131308" y="1396675"/>
                  </a:lnTo>
                  <a:lnTo>
                    <a:pt x="2094412" y="1452374"/>
                  </a:lnTo>
                  <a:lnTo>
                    <a:pt x="2076450" y="1473263"/>
                  </a:lnTo>
                  <a:lnTo>
                    <a:pt x="1839849" y="1473263"/>
                  </a:lnTo>
                  <a:lnTo>
                    <a:pt x="1805252" y="1423584"/>
                  </a:lnTo>
                  <a:lnTo>
                    <a:pt x="1770878" y="1358765"/>
                  </a:lnTo>
                  <a:lnTo>
                    <a:pt x="1753454" y="1321579"/>
                  </a:lnTo>
                  <a:lnTo>
                    <a:pt x="1735700" y="1281690"/>
                  </a:lnTo>
                  <a:lnTo>
                    <a:pt x="1717487" y="1239457"/>
                  </a:lnTo>
                  <a:lnTo>
                    <a:pt x="1698686" y="1195242"/>
                  </a:lnTo>
                  <a:lnTo>
                    <a:pt x="1679170" y="1149405"/>
                  </a:lnTo>
                  <a:lnTo>
                    <a:pt x="1658809" y="1102306"/>
                  </a:lnTo>
                  <a:lnTo>
                    <a:pt x="1637474" y="1054306"/>
                  </a:lnTo>
                  <a:lnTo>
                    <a:pt x="1615037" y="1005765"/>
                  </a:lnTo>
                  <a:lnTo>
                    <a:pt x="1591370" y="957043"/>
                  </a:lnTo>
                  <a:lnTo>
                    <a:pt x="1566343" y="908502"/>
                  </a:lnTo>
                  <a:lnTo>
                    <a:pt x="1539828" y="860502"/>
                  </a:lnTo>
                  <a:lnTo>
                    <a:pt x="1511697" y="813402"/>
                  </a:lnTo>
                  <a:lnTo>
                    <a:pt x="1481819" y="767564"/>
                  </a:lnTo>
                  <a:lnTo>
                    <a:pt x="1450068" y="723348"/>
                  </a:lnTo>
                  <a:lnTo>
                    <a:pt x="1416314" y="681114"/>
                  </a:lnTo>
                  <a:lnTo>
                    <a:pt x="1380429" y="641223"/>
                  </a:lnTo>
                  <a:lnTo>
                    <a:pt x="1342284" y="604036"/>
                  </a:lnTo>
                  <a:lnTo>
                    <a:pt x="1301750" y="569912"/>
                  </a:lnTo>
                  <a:lnTo>
                    <a:pt x="1260504" y="538515"/>
                  </a:lnTo>
                  <a:lnTo>
                    <a:pt x="1217509" y="508564"/>
                  </a:lnTo>
                  <a:lnTo>
                    <a:pt x="1172921" y="479999"/>
                  </a:lnTo>
                  <a:lnTo>
                    <a:pt x="1126898" y="452762"/>
                  </a:lnTo>
                  <a:lnTo>
                    <a:pt x="1079595" y="426793"/>
                  </a:lnTo>
                  <a:lnTo>
                    <a:pt x="1031171" y="402033"/>
                  </a:lnTo>
                  <a:lnTo>
                    <a:pt x="981783" y="378422"/>
                  </a:lnTo>
                  <a:lnTo>
                    <a:pt x="931587" y="355900"/>
                  </a:lnTo>
                  <a:lnTo>
                    <a:pt x="880741" y="334409"/>
                  </a:lnTo>
                  <a:lnTo>
                    <a:pt x="829401" y="313889"/>
                  </a:lnTo>
                  <a:lnTo>
                    <a:pt x="777726" y="294281"/>
                  </a:lnTo>
                  <a:lnTo>
                    <a:pt x="725871" y="275525"/>
                  </a:lnTo>
                  <a:lnTo>
                    <a:pt x="673994" y="257561"/>
                  </a:lnTo>
                  <a:lnTo>
                    <a:pt x="622252" y="240331"/>
                  </a:lnTo>
                  <a:lnTo>
                    <a:pt x="570802" y="223775"/>
                  </a:lnTo>
                  <a:lnTo>
                    <a:pt x="519801" y="207834"/>
                  </a:lnTo>
                  <a:lnTo>
                    <a:pt x="469407" y="192448"/>
                  </a:lnTo>
                  <a:lnTo>
                    <a:pt x="419775" y="177558"/>
                  </a:lnTo>
                  <a:lnTo>
                    <a:pt x="371065" y="163104"/>
                  </a:lnTo>
                  <a:lnTo>
                    <a:pt x="323431" y="149027"/>
                  </a:lnTo>
                  <a:lnTo>
                    <a:pt x="277032" y="135268"/>
                  </a:lnTo>
                  <a:lnTo>
                    <a:pt x="232025" y="121768"/>
                  </a:lnTo>
                  <a:lnTo>
                    <a:pt x="188566" y="108466"/>
                  </a:lnTo>
                  <a:lnTo>
                    <a:pt x="146813" y="95304"/>
                  </a:lnTo>
                  <a:lnTo>
                    <a:pt x="106923" y="82222"/>
                  </a:lnTo>
                  <a:lnTo>
                    <a:pt x="69052" y="69160"/>
                  </a:lnTo>
                  <a:lnTo>
                    <a:pt x="33359" y="56060"/>
                  </a:lnTo>
                  <a:lnTo>
                    <a:pt x="0" y="42862"/>
                  </a:lnTo>
                  <a:close/>
                </a:path>
              </a:pathLst>
            </a:custGeom>
            <a:ln w="3175">
              <a:solidFill>
                <a:srgbClr val="CC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5" name="object 31">
            <a:extLst>
              <a:ext uri="{FF2B5EF4-FFF2-40B4-BE49-F238E27FC236}">
                <a16:creationId xmlns:a16="http://schemas.microsoft.com/office/drawing/2014/main" id="{D0C0DF36-E4C5-4983-A643-7B238BC96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439681"/>
              </p:ext>
            </p:extLst>
          </p:nvPr>
        </p:nvGraphicFramePr>
        <p:xfrm>
          <a:off x="3209609" y="4763802"/>
          <a:ext cx="3785235" cy="1353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9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460">
                <a:tc gridSpan="2">
                  <a:txBody>
                    <a:bodyPr/>
                    <a:lstStyle/>
                    <a:p>
                      <a:pPr marL="22352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NAT</a:t>
                      </a:r>
                      <a:r>
                        <a:rPr sz="1800" dirty="0">
                          <a:latin typeface="Lantinghei SC Extralight"/>
                          <a:cs typeface="Lantinghei SC Extralight"/>
                        </a:rPr>
                        <a:t>转换</a:t>
                      </a:r>
                      <a:r>
                        <a:rPr sz="1800" spc="-50" dirty="0">
                          <a:latin typeface="ヒラギノ明朝 ProN W3"/>
                          <a:cs typeface="ヒラギノ明朝 ProN W3"/>
                        </a:rPr>
                        <a:t>表</a:t>
                      </a:r>
                      <a:endParaRPr sz="1800" dirty="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T="857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 marL="480059">
                        <a:lnSpc>
                          <a:spcPts val="2014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WAN</a:t>
                      </a:r>
                      <a:r>
                        <a:rPr sz="1800" spc="-25" dirty="0">
                          <a:latin typeface="ヒラギノ明朝 ProN W3"/>
                          <a:cs typeface="ヒラギノ明朝 ProN W3"/>
                        </a:rPr>
                        <a:t>端地址</a:t>
                      </a:r>
                      <a:endParaRPr sz="18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2014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LAN</a:t>
                      </a:r>
                      <a:r>
                        <a:rPr sz="1800" spc="-25" dirty="0">
                          <a:latin typeface="ヒラギノ明朝 ProN W3"/>
                          <a:cs typeface="ヒラギノ明朝 ProN W3"/>
                        </a:rPr>
                        <a:t>端地址</a:t>
                      </a:r>
                      <a:endParaRPr sz="18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138.76.29.7,</a:t>
                      </a:r>
                      <a:r>
                        <a:rPr sz="1800" spc="-25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5001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……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2555" algn="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10.0.0.1,</a:t>
                      </a:r>
                      <a:r>
                        <a:rPr sz="1800" spc="-30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3345</a:t>
                      </a:r>
                      <a:endParaRPr sz="1800" dirty="0">
                        <a:latin typeface="Arial"/>
                        <a:cs typeface="Arial"/>
                      </a:endParaRPr>
                    </a:p>
                    <a:p>
                      <a:pPr marR="113030" algn="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……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文本框 45">
            <a:extLst>
              <a:ext uri="{FF2B5EF4-FFF2-40B4-BE49-F238E27FC236}">
                <a16:creationId xmlns:a16="http://schemas.microsoft.com/office/drawing/2014/main" id="{F063D2F9-9B95-EF2B-1533-19F3319AFCBC}"/>
              </a:ext>
            </a:extLst>
          </p:cNvPr>
          <p:cNvSpPr txBox="1"/>
          <p:nvPr/>
        </p:nvSpPr>
        <p:spPr>
          <a:xfrm>
            <a:off x="8034084" y="5450603"/>
            <a:ext cx="18004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Arial"/>
                <a:cs typeface="Arial"/>
              </a:rPr>
              <a:t>eg</a:t>
            </a:r>
            <a:r>
              <a:rPr lang="en-US" altLang="zh-CN" dirty="0">
                <a:latin typeface="Arial"/>
                <a:cs typeface="Arial"/>
              </a:rPr>
              <a:t>: </a:t>
            </a:r>
          </a:p>
          <a:p>
            <a:r>
              <a:rPr lang="zh-CN" altLang="en-US" dirty="0">
                <a:latin typeface="Lantinghei SC Extralight"/>
                <a:cs typeface="Lantinghei SC Extralight"/>
              </a:rPr>
              <a:t>家庭网络</a:t>
            </a:r>
            <a:endParaRPr lang="en-US" altLang="zh-CN" dirty="0">
              <a:latin typeface="Lantinghei SC Extralight"/>
              <a:cs typeface="Lantinghei SC Extralight"/>
            </a:endParaRPr>
          </a:p>
          <a:p>
            <a:r>
              <a:rPr lang="zh-CN" altLang="en-US" dirty="0">
                <a:latin typeface="Lantinghei SC Extralight"/>
                <a:cs typeface="Lantinghei SC Extralight"/>
              </a:rPr>
              <a:t>公司服务器集群</a:t>
            </a:r>
            <a:endParaRPr lang="zh-CN" altLang="en-US" spc="-50" dirty="0">
              <a:latin typeface="Arial"/>
              <a:cs typeface="Arial"/>
            </a:endParaRP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A30614A4-4797-C911-5B0E-F8A62A494F8D}"/>
              </a:ext>
            </a:extLst>
          </p:cNvPr>
          <p:cNvCxnSpPr>
            <a:cxnSpLocks/>
            <a:stCxn id="46" idx="0"/>
          </p:cNvCxnSpPr>
          <p:nvPr/>
        </p:nvCxnSpPr>
        <p:spPr>
          <a:xfrm flipH="1" flipV="1">
            <a:off x="8244054" y="4147064"/>
            <a:ext cx="690277" cy="1303539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形 30" descr="计算机 纯色填充">
            <a:extLst>
              <a:ext uri="{FF2B5EF4-FFF2-40B4-BE49-F238E27FC236}">
                <a16:creationId xmlns:a16="http://schemas.microsoft.com/office/drawing/2014/main" id="{424E936B-2F13-EA91-F2D7-F9DFB77211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4904" y="2149490"/>
            <a:ext cx="504590" cy="504590"/>
          </a:xfrm>
          <a:prstGeom prst="rect">
            <a:avLst/>
          </a:prstGeom>
        </p:spPr>
      </p:pic>
      <p:pic>
        <p:nvPicPr>
          <p:cNvPr id="43" name="图形 42" descr="便携式计算机 纯色填充">
            <a:extLst>
              <a:ext uri="{FF2B5EF4-FFF2-40B4-BE49-F238E27FC236}">
                <a16:creationId xmlns:a16="http://schemas.microsoft.com/office/drawing/2014/main" id="{7D83092A-2DC1-C00F-5EDF-292D250DA7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4054" y="3642474"/>
            <a:ext cx="504590" cy="504590"/>
          </a:xfrm>
          <a:prstGeom prst="rect">
            <a:avLst/>
          </a:prstGeom>
        </p:spPr>
      </p:pic>
      <p:pic>
        <p:nvPicPr>
          <p:cNvPr id="44" name="图形 43" descr="计算机 纯色填充">
            <a:extLst>
              <a:ext uri="{FF2B5EF4-FFF2-40B4-BE49-F238E27FC236}">
                <a16:creationId xmlns:a16="http://schemas.microsoft.com/office/drawing/2014/main" id="{DA03DBDE-8538-EED3-CB1D-2FAE161B5A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8156" y="2895982"/>
            <a:ext cx="504590" cy="50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521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F92B9-7471-FFC4-01E7-0FE16CDFA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梯形 8">
            <a:extLst>
              <a:ext uri="{FF2B5EF4-FFF2-40B4-BE49-F238E27FC236}">
                <a16:creationId xmlns:a16="http://schemas.microsoft.com/office/drawing/2014/main" id="{C0A9F415-E236-8F3F-4C26-DCEB523964B0}"/>
              </a:ext>
            </a:extLst>
          </p:cNvPr>
          <p:cNvSpPr/>
          <p:nvPr/>
        </p:nvSpPr>
        <p:spPr>
          <a:xfrm rot="10800000">
            <a:off x="2399460" y="4078349"/>
            <a:ext cx="5594361" cy="424526"/>
          </a:xfrm>
          <a:prstGeom prst="trapezoid">
            <a:avLst>
              <a:gd name="adj" fmla="val 316347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53976C4-86A1-0B99-210A-246DCB45A690}"/>
              </a:ext>
            </a:extLst>
          </p:cNvPr>
          <p:cNvSpPr txBox="1"/>
          <p:nvPr/>
        </p:nvSpPr>
        <p:spPr>
          <a:xfrm>
            <a:off x="2388235" y="2158745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333399"/>
                </a:solidFill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74C65BB-9FF4-BCA3-4BFD-1E495A936A78}"/>
              </a:ext>
            </a:extLst>
          </p:cNvPr>
          <p:cNvSpPr txBox="1"/>
          <p:nvPr/>
        </p:nvSpPr>
        <p:spPr>
          <a:xfrm>
            <a:off x="3769614" y="2158745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333399"/>
                </a:solidFill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C13B7DD-CC86-39A2-3B47-3C2B6152C570}"/>
              </a:ext>
            </a:extLst>
          </p:cNvPr>
          <p:cNvSpPr txBox="1"/>
          <p:nvPr/>
        </p:nvSpPr>
        <p:spPr>
          <a:xfrm>
            <a:off x="5098541" y="2158745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333399"/>
                </a:solidFill>
                <a:latin typeface="Arial"/>
                <a:cs typeface="Arial"/>
              </a:rPr>
              <a:t>16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B8C20AC-669B-B843-B5FA-14D4D8C62E04}"/>
              </a:ext>
            </a:extLst>
          </p:cNvPr>
          <p:cNvSpPr txBox="1"/>
          <p:nvPr/>
        </p:nvSpPr>
        <p:spPr>
          <a:xfrm>
            <a:off x="7748396" y="2158745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333399"/>
                </a:solidFill>
                <a:latin typeface="Arial"/>
                <a:cs typeface="Arial"/>
              </a:rPr>
              <a:t>31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E5FC9F8A-9131-7FD1-83F8-E9FA113C2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369718"/>
              </p:ext>
            </p:extLst>
          </p:nvPr>
        </p:nvGraphicFramePr>
        <p:xfrm>
          <a:off x="2393124" y="5261813"/>
          <a:ext cx="4248150" cy="390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spc="-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IP</a:t>
                      </a:r>
                      <a:r>
                        <a:rPr sz="2000" b="1" spc="-25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首部</a:t>
                      </a:r>
                      <a:endParaRPr sz="2000">
                        <a:latin typeface="Kaiti SC Black"/>
                        <a:cs typeface="Kaiti SC Black"/>
                      </a:endParaRPr>
                    </a:p>
                  </a:txBody>
                  <a:tcPr marL="0" marR="0" marT="39370" marB="0">
                    <a:lnL w="9525">
                      <a:solidFill>
                        <a:srgbClr val="163793"/>
                      </a:solidFill>
                      <a:prstDash val="solid"/>
                    </a:lnL>
                    <a:lnR w="9525">
                      <a:solidFill>
                        <a:srgbClr val="163793"/>
                      </a:solidFill>
                      <a:prstDash val="solid"/>
                    </a:lnR>
                    <a:lnT w="9525">
                      <a:solidFill>
                        <a:srgbClr val="163793"/>
                      </a:solidFill>
                      <a:prstDash val="solid"/>
                    </a:lnT>
                    <a:lnB w="9525">
                      <a:solidFill>
                        <a:srgbClr val="163793"/>
                      </a:solidFill>
                      <a:prstDash val="solid"/>
                    </a:lnB>
                    <a:solidFill>
                      <a:srgbClr val="FFB5B5"/>
                    </a:solidFill>
                  </a:tcPr>
                </a:tc>
                <a:tc>
                  <a:txBody>
                    <a:bodyPr/>
                    <a:lstStyle/>
                    <a:p>
                      <a:pPr marL="10991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spc="-15" dirty="0">
                          <a:solidFill>
                            <a:srgbClr val="163793"/>
                          </a:solidFill>
                          <a:latin typeface="Kaiti SC Black"/>
                          <a:cs typeface="Kaiti SC Black"/>
                        </a:rPr>
                        <a:t>数据部分</a:t>
                      </a:r>
                      <a:endParaRPr sz="2000" dirty="0">
                        <a:latin typeface="Kaiti SC Black"/>
                        <a:cs typeface="Kaiti SC Black"/>
                      </a:endParaRPr>
                    </a:p>
                  </a:txBody>
                  <a:tcPr marL="0" marR="0" marT="39370" marB="0">
                    <a:lnL w="9525">
                      <a:solidFill>
                        <a:srgbClr val="163793"/>
                      </a:solidFill>
                      <a:prstDash val="solid"/>
                    </a:lnL>
                    <a:lnR w="9525">
                      <a:solidFill>
                        <a:srgbClr val="163793"/>
                      </a:solidFill>
                      <a:prstDash val="solid"/>
                    </a:lnR>
                    <a:lnT w="9525">
                      <a:solidFill>
                        <a:srgbClr val="163793"/>
                      </a:solidFill>
                      <a:prstDash val="solid"/>
                    </a:lnT>
                    <a:lnB w="9525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" name="object 14">
            <a:extLst>
              <a:ext uri="{FF2B5EF4-FFF2-40B4-BE49-F238E27FC236}">
                <a16:creationId xmlns:a16="http://schemas.microsoft.com/office/drawing/2014/main" id="{187A6BDC-2FC6-C4C3-AB40-CD68707C0462}"/>
              </a:ext>
            </a:extLst>
          </p:cNvPr>
          <p:cNvGrpSpPr/>
          <p:nvPr/>
        </p:nvGrpSpPr>
        <p:grpSpPr>
          <a:xfrm>
            <a:off x="3575303" y="4469891"/>
            <a:ext cx="3103245" cy="551815"/>
            <a:chOff x="3575303" y="4469891"/>
            <a:chExt cx="3103245" cy="551815"/>
          </a:xfrm>
        </p:grpSpPr>
        <p:pic>
          <p:nvPicPr>
            <p:cNvPr id="14" name="object 15">
              <a:extLst>
                <a:ext uri="{FF2B5EF4-FFF2-40B4-BE49-F238E27FC236}">
                  <a16:creationId xmlns:a16="http://schemas.microsoft.com/office/drawing/2014/main" id="{3EC29154-188E-EAE2-EB6D-9846825F7A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5303" y="4509515"/>
              <a:ext cx="3102863" cy="403860"/>
            </a:xfrm>
            <a:prstGeom prst="rect">
              <a:avLst/>
            </a:prstGeom>
          </p:spPr>
        </p:pic>
        <p:pic>
          <p:nvPicPr>
            <p:cNvPr id="15" name="object 16">
              <a:extLst>
                <a:ext uri="{FF2B5EF4-FFF2-40B4-BE49-F238E27FC236}">
                  <a16:creationId xmlns:a16="http://schemas.microsoft.com/office/drawing/2014/main" id="{D6B56F50-6E84-F7C8-631D-F98DA12DAEA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8263" y="4469891"/>
              <a:ext cx="1525524" cy="551688"/>
            </a:xfrm>
            <a:prstGeom prst="rect">
              <a:avLst/>
            </a:prstGeom>
          </p:spPr>
        </p:pic>
      </p:grpSp>
      <p:sp>
        <p:nvSpPr>
          <p:cNvPr id="16" name="object 17">
            <a:extLst>
              <a:ext uri="{FF2B5EF4-FFF2-40B4-BE49-F238E27FC236}">
                <a16:creationId xmlns:a16="http://schemas.microsoft.com/office/drawing/2014/main" id="{F8D3F212-2F9C-9E40-C912-D4BD9FBBE763}"/>
              </a:ext>
            </a:extLst>
          </p:cNvPr>
          <p:cNvSpPr txBox="1"/>
          <p:nvPr/>
        </p:nvSpPr>
        <p:spPr>
          <a:xfrm>
            <a:off x="3556761" y="4490275"/>
            <a:ext cx="3089275" cy="392430"/>
          </a:xfrm>
          <a:prstGeom prst="rect">
            <a:avLst/>
          </a:prstGeom>
          <a:solidFill>
            <a:srgbClr val="92D050"/>
          </a:solidFill>
          <a:ln w="9525">
            <a:solidFill>
              <a:srgbClr val="163793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70280">
              <a:lnSpc>
                <a:spcPct val="100000"/>
              </a:lnSpc>
              <a:spcBef>
                <a:spcPts val="320"/>
              </a:spcBef>
            </a:pPr>
            <a:r>
              <a:rPr sz="2000" b="1" spc="-10" dirty="0">
                <a:solidFill>
                  <a:srgbClr val="333399"/>
                </a:solidFill>
                <a:latin typeface="Arial"/>
                <a:cs typeface="Arial"/>
              </a:rPr>
              <a:t>ICMP</a:t>
            </a:r>
            <a:r>
              <a:rPr sz="2000" b="1" spc="-25" dirty="0">
                <a:solidFill>
                  <a:srgbClr val="333399"/>
                </a:solidFill>
                <a:latin typeface="Kaiti SC Black"/>
                <a:cs typeface="Kaiti SC Black"/>
              </a:rPr>
              <a:t>报文</a:t>
            </a:r>
            <a:endParaRPr sz="2000" dirty="0">
              <a:latin typeface="Kaiti SC Black"/>
              <a:cs typeface="Kaiti SC Black"/>
            </a:endParaRPr>
          </a:p>
        </p:txBody>
      </p:sp>
      <p:graphicFrame>
        <p:nvGraphicFramePr>
          <p:cNvPr id="17" name="object 18">
            <a:extLst>
              <a:ext uri="{FF2B5EF4-FFF2-40B4-BE49-F238E27FC236}">
                <a16:creationId xmlns:a16="http://schemas.microsoft.com/office/drawing/2014/main" id="{45D0CA90-D5B1-E6E4-88CE-63F859E86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449522"/>
              </p:ext>
            </p:extLst>
          </p:nvPr>
        </p:nvGraphicFramePr>
        <p:xfrm>
          <a:off x="2393124" y="2507551"/>
          <a:ext cx="5600700" cy="1562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5"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5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类型</a:t>
                      </a:r>
                      <a:endParaRPr sz="2000">
                        <a:latin typeface="Kaiti SC Black"/>
                        <a:cs typeface="Kaiti SC Black"/>
                      </a:endParaRPr>
                    </a:p>
                  </a:txBody>
                  <a:tcPr marL="0" marR="0" marT="29845" marB="0">
                    <a:lnL w="9525">
                      <a:solidFill>
                        <a:srgbClr val="163793"/>
                      </a:solidFill>
                      <a:prstDash val="solid"/>
                    </a:lnL>
                    <a:lnR w="9525">
                      <a:solidFill>
                        <a:srgbClr val="163793"/>
                      </a:solidFill>
                      <a:prstDash val="solid"/>
                    </a:lnR>
                    <a:lnT w="9525">
                      <a:solidFill>
                        <a:srgbClr val="163793"/>
                      </a:solidFill>
                      <a:prstDash val="solid"/>
                    </a:lnT>
                    <a:lnB w="9525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4616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5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代码</a:t>
                      </a:r>
                      <a:endParaRPr sz="2000">
                        <a:latin typeface="Kaiti SC Black"/>
                        <a:cs typeface="Kaiti SC Black"/>
                      </a:endParaRPr>
                    </a:p>
                  </a:txBody>
                  <a:tcPr marL="0" marR="0" marT="29845" marB="0">
                    <a:lnL w="9525">
                      <a:solidFill>
                        <a:srgbClr val="163793"/>
                      </a:solidFill>
                      <a:prstDash val="solid"/>
                    </a:lnL>
                    <a:lnR w="9525">
                      <a:solidFill>
                        <a:srgbClr val="163793"/>
                      </a:solidFill>
                      <a:prstDash val="solid"/>
                    </a:lnR>
                    <a:lnT w="9525">
                      <a:solidFill>
                        <a:srgbClr val="163793"/>
                      </a:solidFill>
                      <a:prstDash val="solid"/>
                    </a:lnT>
                    <a:lnB w="9525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0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检验和</a:t>
                      </a:r>
                      <a:endParaRPr sz="2000">
                        <a:latin typeface="Kaiti SC Black"/>
                        <a:cs typeface="Kaiti SC Black"/>
                      </a:endParaRPr>
                    </a:p>
                  </a:txBody>
                  <a:tcPr marL="0" marR="0" marT="29845" marB="0">
                    <a:lnL w="9525">
                      <a:solidFill>
                        <a:srgbClr val="163793"/>
                      </a:solidFill>
                      <a:prstDash val="solid"/>
                    </a:lnL>
                    <a:lnR w="9525">
                      <a:solidFill>
                        <a:srgbClr val="163793"/>
                      </a:solidFill>
                      <a:prstDash val="solid"/>
                    </a:lnR>
                    <a:lnT w="9525">
                      <a:solidFill>
                        <a:srgbClr val="163793"/>
                      </a:solidFill>
                      <a:prstDash val="solid"/>
                    </a:lnT>
                    <a:lnB w="9525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 gridSpan="3">
                  <a:txBody>
                    <a:bodyPr/>
                    <a:lstStyle/>
                    <a:p>
                      <a:pPr marL="48323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b="1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（</a:t>
                      </a:r>
                      <a:r>
                        <a:rPr sz="2000" b="1" spc="35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这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2000" b="1" spc="2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5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个字节取决于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ICMP</a:t>
                      </a:r>
                      <a:r>
                        <a:rPr sz="2000" b="1" spc="-3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报文的类型</a:t>
                      </a:r>
                      <a:r>
                        <a:rPr sz="2000" b="1" spc="-50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）</a:t>
                      </a:r>
                      <a:endParaRPr sz="2000" dirty="0">
                        <a:latin typeface="Kaiti SC Black"/>
                        <a:cs typeface="Kaiti SC Black"/>
                      </a:endParaRPr>
                    </a:p>
                  </a:txBody>
                  <a:tcPr marL="0" marR="0" marT="21590" marB="0">
                    <a:lnL w="9525">
                      <a:solidFill>
                        <a:srgbClr val="163793"/>
                      </a:solidFill>
                      <a:prstDash val="solid"/>
                    </a:lnL>
                    <a:lnR w="9525">
                      <a:solidFill>
                        <a:srgbClr val="163793"/>
                      </a:solidFill>
                      <a:prstDash val="solid"/>
                    </a:lnR>
                    <a:lnT w="9525">
                      <a:solidFill>
                        <a:srgbClr val="163793"/>
                      </a:solidFill>
                      <a:prstDash val="solid"/>
                    </a:lnT>
                    <a:lnB w="9525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895">
                <a:tc gridSpan="3"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b="1" spc="-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ICMP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的数据部分（长度取决于类型</a:t>
                      </a:r>
                      <a:r>
                        <a:rPr sz="2000" b="1" spc="-50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）</a:t>
                      </a:r>
                      <a:endParaRPr sz="2000" dirty="0">
                        <a:latin typeface="Kaiti SC Black"/>
                        <a:cs typeface="Kaiti SC Black"/>
                      </a:endParaRPr>
                    </a:p>
                  </a:txBody>
                  <a:tcPr marL="0" marR="0" marT="240665" marB="0">
                    <a:lnL w="9525">
                      <a:solidFill>
                        <a:srgbClr val="163793"/>
                      </a:solidFill>
                      <a:prstDash val="solid"/>
                    </a:lnL>
                    <a:lnR w="9525">
                      <a:solidFill>
                        <a:srgbClr val="163793"/>
                      </a:solidFill>
                      <a:prstDash val="solid"/>
                    </a:lnR>
                    <a:lnT w="9525">
                      <a:solidFill>
                        <a:srgbClr val="163793"/>
                      </a:solidFill>
                      <a:prstDash val="solid"/>
                    </a:lnT>
                    <a:lnB w="9525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8" name="object 19">
            <a:extLst>
              <a:ext uri="{FF2B5EF4-FFF2-40B4-BE49-F238E27FC236}">
                <a16:creationId xmlns:a16="http://schemas.microsoft.com/office/drawing/2014/main" id="{2B05848D-5A9B-A6FE-C254-1040F5907B91}"/>
              </a:ext>
            </a:extLst>
          </p:cNvPr>
          <p:cNvGrpSpPr/>
          <p:nvPr/>
        </p:nvGrpSpPr>
        <p:grpSpPr>
          <a:xfrm>
            <a:off x="4952936" y="4877625"/>
            <a:ext cx="298450" cy="408940"/>
            <a:chOff x="4952936" y="4877625"/>
            <a:chExt cx="298450" cy="408940"/>
          </a:xfrm>
        </p:grpSpPr>
        <p:sp>
          <p:nvSpPr>
            <p:cNvPr id="19" name="object 20">
              <a:extLst>
                <a:ext uri="{FF2B5EF4-FFF2-40B4-BE49-F238E27FC236}">
                  <a16:creationId xmlns:a16="http://schemas.microsoft.com/office/drawing/2014/main" id="{85085966-30B4-73F3-6814-51C9F1AAD1C7}"/>
                </a:ext>
              </a:extLst>
            </p:cNvPr>
            <p:cNvSpPr/>
            <p:nvPr/>
          </p:nvSpPr>
          <p:spPr>
            <a:xfrm>
              <a:off x="4957698" y="4882388"/>
              <a:ext cx="288925" cy="399415"/>
            </a:xfrm>
            <a:custGeom>
              <a:avLst/>
              <a:gdLst/>
              <a:ahLst/>
              <a:cxnLst/>
              <a:rect l="l" t="t" r="r" b="b"/>
              <a:pathLst>
                <a:path w="288925" h="399414">
                  <a:moveTo>
                    <a:pt x="212598" y="0"/>
                  </a:moveTo>
                  <a:lnTo>
                    <a:pt x="76200" y="0"/>
                  </a:lnTo>
                  <a:lnTo>
                    <a:pt x="76200" y="157480"/>
                  </a:lnTo>
                  <a:lnTo>
                    <a:pt x="0" y="157480"/>
                  </a:lnTo>
                  <a:lnTo>
                    <a:pt x="144399" y="399415"/>
                  </a:lnTo>
                  <a:lnTo>
                    <a:pt x="288925" y="157480"/>
                  </a:lnTo>
                  <a:lnTo>
                    <a:pt x="212598" y="157480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68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21">
              <a:extLst>
                <a:ext uri="{FF2B5EF4-FFF2-40B4-BE49-F238E27FC236}">
                  <a16:creationId xmlns:a16="http://schemas.microsoft.com/office/drawing/2014/main" id="{21019025-BE0C-E843-CDDC-A58AE5B0EC8B}"/>
                </a:ext>
              </a:extLst>
            </p:cNvPr>
            <p:cNvSpPr/>
            <p:nvPr/>
          </p:nvSpPr>
          <p:spPr>
            <a:xfrm>
              <a:off x="4957698" y="4882388"/>
              <a:ext cx="288925" cy="399415"/>
            </a:xfrm>
            <a:custGeom>
              <a:avLst/>
              <a:gdLst/>
              <a:ahLst/>
              <a:cxnLst/>
              <a:rect l="l" t="t" r="r" b="b"/>
              <a:pathLst>
                <a:path w="288925" h="399414">
                  <a:moveTo>
                    <a:pt x="0" y="157480"/>
                  </a:moveTo>
                  <a:lnTo>
                    <a:pt x="76200" y="157480"/>
                  </a:lnTo>
                  <a:lnTo>
                    <a:pt x="76200" y="0"/>
                  </a:lnTo>
                  <a:lnTo>
                    <a:pt x="212598" y="0"/>
                  </a:lnTo>
                  <a:lnTo>
                    <a:pt x="212598" y="157480"/>
                  </a:lnTo>
                  <a:lnTo>
                    <a:pt x="288925" y="157480"/>
                  </a:lnTo>
                  <a:lnTo>
                    <a:pt x="144399" y="399415"/>
                  </a:lnTo>
                  <a:lnTo>
                    <a:pt x="0" y="157480"/>
                  </a:lnTo>
                  <a:close/>
                </a:path>
              </a:pathLst>
            </a:custGeom>
            <a:ln w="9525">
              <a:solidFill>
                <a:srgbClr val="1637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2">
            <a:extLst>
              <a:ext uri="{FF2B5EF4-FFF2-40B4-BE49-F238E27FC236}">
                <a16:creationId xmlns:a16="http://schemas.microsoft.com/office/drawing/2014/main" id="{8878E890-36F4-2BA0-373E-6BD315AB445F}"/>
              </a:ext>
            </a:extLst>
          </p:cNvPr>
          <p:cNvSpPr txBox="1"/>
          <p:nvPr/>
        </p:nvSpPr>
        <p:spPr>
          <a:xfrm>
            <a:off x="592023" y="2274188"/>
            <a:ext cx="133032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765" marR="5080" indent="-12700">
              <a:lnSpc>
                <a:spcPts val="2160"/>
              </a:lnSpc>
              <a:spcBef>
                <a:spcPts val="375"/>
              </a:spcBef>
            </a:pPr>
            <a:r>
              <a:rPr sz="2000" b="1" dirty="0">
                <a:solidFill>
                  <a:srgbClr val="163793"/>
                </a:solidFill>
                <a:latin typeface="Kaiti SC Black"/>
                <a:cs typeface="Kaiti SC Black"/>
              </a:rPr>
              <a:t>前 </a:t>
            </a:r>
            <a:r>
              <a:rPr sz="2000" b="1" dirty="0">
                <a:solidFill>
                  <a:srgbClr val="163793"/>
                </a:solidFill>
                <a:latin typeface="Arial"/>
                <a:cs typeface="Arial"/>
              </a:rPr>
              <a:t>4</a:t>
            </a:r>
            <a:r>
              <a:rPr sz="2000" b="1" spc="-50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163793"/>
                </a:solidFill>
                <a:latin typeface="Kaiti SC Black"/>
                <a:cs typeface="Kaiti SC Black"/>
              </a:rPr>
              <a:t>个字节</a:t>
            </a:r>
            <a:r>
              <a:rPr sz="2000" b="1" spc="-10" dirty="0">
                <a:solidFill>
                  <a:srgbClr val="163793"/>
                </a:solidFill>
                <a:latin typeface="Kaiti SC Black"/>
                <a:cs typeface="Kaiti SC Black"/>
              </a:rPr>
              <a:t>都是一样的</a:t>
            </a:r>
            <a:endParaRPr sz="2000">
              <a:latin typeface="Kaiti SC Black"/>
              <a:cs typeface="Kaiti SC Black"/>
            </a:endParaRPr>
          </a:p>
        </p:txBody>
      </p:sp>
      <p:sp>
        <p:nvSpPr>
          <p:cNvPr id="22" name="object 23">
            <a:extLst>
              <a:ext uri="{FF2B5EF4-FFF2-40B4-BE49-F238E27FC236}">
                <a16:creationId xmlns:a16="http://schemas.microsoft.com/office/drawing/2014/main" id="{C5A0048C-4E33-6E09-9FA4-9E7478EC13FC}"/>
              </a:ext>
            </a:extLst>
          </p:cNvPr>
          <p:cNvSpPr/>
          <p:nvPr/>
        </p:nvSpPr>
        <p:spPr>
          <a:xfrm>
            <a:off x="1913635" y="2594864"/>
            <a:ext cx="484505" cy="85725"/>
          </a:xfrm>
          <a:custGeom>
            <a:avLst/>
            <a:gdLst/>
            <a:ahLst/>
            <a:cxnLst/>
            <a:rect l="l" t="t" r="r" b="b"/>
            <a:pathLst>
              <a:path w="484505" h="85725">
                <a:moveTo>
                  <a:pt x="341375" y="0"/>
                </a:moveTo>
                <a:lnTo>
                  <a:pt x="341375" y="85725"/>
                </a:lnTo>
                <a:lnTo>
                  <a:pt x="436485" y="57150"/>
                </a:lnTo>
                <a:lnTo>
                  <a:pt x="355600" y="57150"/>
                </a:lnTo>
                <a:lnTo>
                  <a:pt x="355600" y="28575"/>
                </a:lnTo>
                <a:lnTo>
                  <a:pt x="436767" y="28575"/>
                </a:lnTo>
                <a:lnTo>
                  <a:pt x="341375" y="0"/>
                </a:lnTo>
                <a:close/>
              </a:path>
              <a:path w="484505" h="85725">
                <a:moveTo>
                  <a:pt x="34137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341375" y="57150"/>
                </a:lnTo>
                <a:lnTo>
                  <a:pt x="341375" y="28575"/>
                </a:lnTo>
                <a:close/>
              </a:path>
              <a:path w="484505" h="85725">
                <a:moveTo>
                  <a:pt x="436767" y="28575"/>
                </a:moveTo>
                <a:lnTo>
                  <a:pt x="355600" y="28575"/>
                </a:lnTo>
                <a:lnTo>
                  <a:pt x="355600" y="57150"/>
                </a:lnTo>
                <a:lnTo>
                  <a:pt x="436485" y="57150"/>
                </a:lnTo>
                <a:lnTo>
                  <a:pt x="484250" y="42799"/>
                </a:lnTo>
                <a:lnTo>
                  <a:pt x="436767" y="28575"/>
                </a:lnTo>
                <a:close/>
              </a:path>
            </a:pathLst>
          </a:custGeom>
          <a:solidFill>
            <a:srgbClr val="1637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5E5FDC-6F50-3054-669B-E702188ABD55}"/>
              </a:ext>
            </a:extLst>
          </p:cNvPr>
          <p:cNvSpPr txBox="1"/>
          <p:nvPr/>
        </p:nvSpPr>
        <p:spPr>
          <a:xfrm>
            <a:off x="4639733" y="880533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ICMP</a:t>
            </a:r>
            <a:r>
              <a:rPr kumimoji="1" lang="zh-CN" altLang="en-US" dirty="0"/>
              <a:t> 报文格式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6ED32DEE-16AF-5F45-5A21-F83E97FDB473}"/>
              </a:ext>
            </a:extLst>
          </p:cNvPr>
          <p:cNvCxnSpPr/>
          <p:nvPr/>
        </p:nvCxnSpPr>
        <p:spPr>
          <a:xfrm>
            <a:off x="2388235" y="5892572"/>
            <a:ext cx="4169537" cy="0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FB611CF-CE2B-A30A-1668-0F5D1745AD56}"/>
              </a:ext>
            </a:extLst>
          </p:cNvPr>
          <p:cNvSpPr txBox="1"/>
          <p:nvPr/>
        </p:nvSpPr>
        <p:spPr>
          <a:xfrm>
            <a:off x="3809762" y="5707906"/>
            <a:ext cx="14638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IP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datagram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751325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65C81-5C05-6135-EDA3-49F6B75C6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A91485D-E32B-82AC-D7BD-6F576844B8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79370" y="116840"/>
            <a:ext cx="39116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/>
              <a:t>IPv6</a:t>
            </a:r>
            <a:r>
              <a:rPr sz="4000" spc="-35" dirty="0">
                <a:latin typeface="Kaiti SC Black"/>
                <a:cs typeface="Kaiti SC Black"/>
              </a:rPr>
              <a:t>数据报格式</a:t>
            </a:r>
            <a:endParaRPr sz="4000">
              <a:latin typeface="Kaiti SC Black"/>
              <a:cs typeface="Kaiti SC Black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2EA20CE3-B58F-5FD7-8C62-A7BAD52A4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268595"/>
              </p:ext>
            </p:extLst>
          </p:nvPr>
        </p:nvGraphicFramePr>
        <p:xfrm>
          <a:off x="1599628" y="2831909"/>
          <a:ext cx="7160892" cy="35134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1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89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2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spc="-25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版本</a:t>
                      </a:r>
                      <a:endParaRPr sz="2000">
                        <a:latin typeface="Kaiti SC Black"/>
                        <a:cs typeface="Kaiti SC Black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163793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41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spc="-20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优先级</a:t>
                      </a:r>
                      <a:endParaRPr sz="2000">
                        <a:latin typeface="Kaiti SC Black"/>
                        <a:cs typeface="Kaiti SC Black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163793"/>
                      </a:solidFill>
                      <a:prstDash val="solid"/>
                    </a:lnL>
                    <a:lnR w="19050">
                      <a:solidFill>
                        <a:srgbClr val="163793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657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spc="-20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流标签</a:t>
                      </a:r>
                      <a:endParaRPr sz="2000">
                        <a:latin typeface="Kaiti SC Black"/>
                        <a:cs typeface="Kaiti SC Black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163793"/>
                      </a:solidFill>
                      <a:prstDash val="solid"/>
                    </a:lnL>
                    <a:lnR w="28575">
                      <a:solidFill>
                        <a:srgbClr val="333399"/>
                      </a:solidFill>
                      <a:prstDash val="solid"/>
                    </a:lnR>
                    <a:lnT w="28575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 gridSpan="4">
                  <a:txBody>
                    <a:bodyPr/>
                    <a:lstStyle/>
                    <a:p>
                      <a:pPr marR="7429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000" b="1" spc="-15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载荷长度</a:t>
                      </a:r>
                      <a:endParaRPr sz="2000">
                        <a:latin typeface="Kaiti SC Black"/>
                        <a:cs typeface="Kaiti SC Black"/>
                      </a:endParaRPr>
                    </a:p>
                  </a:txBody>
                  <a:tcPr marL="0" marR="0" marT="66040" marB="0">
                    <a:lnL w="28575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163793"/>
                      </a:solidFill>
                      <a:prstDash val="solid"/>
                    </a:lnR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257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000" b="1" spc="-10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下一个首部</a:t>
                      </a:r>
                      <a:endParaRPr sz="2000">
                        <a:latin typeface="Kaiti SC Black"/>
                        <a:cs typeface="Kaiti SC Black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163793"/>
                      </a:solidFill>
                      <a:prstDash val="solid"/>
                    </a:lnL>
                    <a:lnR w="12700">
                      <a:solidFill>
                        <a:srgbClr val="163793"/>
                      </a:solidFill>
                      <a:prstDash val="solid"/>
                    </a:lnR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0068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000" b="1" spc="-15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跳步限制</a:t>
                      </a:r>
                      <a:endParaRPr sz="2000" dirty="0">
                        <a:latin typeface="Kaiti SC Black"/>
                        <a:cs typeface="Kaiti SC Black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163793"/>
                      </a:solidFill>
                      <a:prstDash val="solid"/>
                    </a:lnL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rowSpan="4" gridSpan="5"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b="1" spc="-20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源地址</a:t>
                      </a:r>
                      <a:endParaRPr sz="2000" dirty="0">
                        <a:latin typeface="Kaiti SC Black"/>
                        <a:cs typeface="Kaiti SC Black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（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128</a:t>
                      </a:r>
                      <a:r>
                        <a:rPr sz="2000" b="1" spc="-1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位</a:t>
                      </a:r>
                      <a:r>
                        <a:rPr sz="2000" b="1" spc="-50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）</a:t>
                      </a:r>
                      <a:endParaRPr sz="2000" dirty="0">
                        <a:latin typeface="Kaiti SC Black"/>
                        <a:cs typeface="Kaiti SC Black"/>
                      </a:endParaRPr>
                    </a:p>
                  </a:txBody>
                  <a:tcPr marL="0" marR="0" marT="104775" marB="0"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4775" marB="0"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4775" marB="0"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4775" marB="0"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rowSpan="4" gridSpan="5">
                  <a:txBody>
                    <a:bodyPr/>
                    <a:lstStyle/>
                    <a:p>
                      <a:pPr marL="66675"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000" b="1" spc="-15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目的地址</a:t>
                      </a:r>
                      <a:endParaRPr sz="2000">
                        <a:latin typeface="Kaiti SC Black"/>
                        <a:cs typeface="Kaiti SC Black"/>
                      </a:endParaRPr>
                    </a:p>
                    <a:p>
                      <a:pPr marL="654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（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128</a:t>
                      </a:r>
                      <a:r>
                        <a:rPr sz="2000" b="1" spc="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位</a:t>
                      </a:r>
                      <a:r>
                        <a:rPr sz="2000" b="1" spc="-50" dirty="0">
                          <a:solidFill>
                            <a:srgbClr val="333399"/>
                          </a:solidFill>
                          <a:latin typeface="Kaiti SC Black"/>
                          <a:cs typeface="Kaiti SC Black"/>
                        </a:rPr>
                        <a:t>）</a:t>
                      </a:r>
                      <a:endParaRPr sz="2000">
                        <a:latin typeface="Kaiti SC Black"/>
                        <a:cs typeface="Kaiti SC Black"/>
                      </a:endParaRPr>
                    </a:p>
                  </a:txBody>
                  <a:tcPr marL="0" marR="0" marT="113030" marB="0">
                    <a:lnT w="12700">
                      <a:solidFill>
                        <a:srgbClr val="163793"/>
                      </a:solidFill>
                      <a:prstDash val="solid"/>
                    </a:lnT>
                    <a:lnB w="38100">
                      <a:solidFill>
                        <a:srgbClr val="33339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3030" marB="0">
                    <a:lnT w="12700">
                      <a:solidFill>
                        <a:srgbClr val="163793"/>
                      </a:solidFill>
                      <a:prstDash val="solid"/>
                    </a:lnT>
                    <a:lnB w="38100">
                      <a:solidFill>
                        <a:srgbClr val="33339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3030" marB="0">
                    <a:lnT w="12700">
                      <a:solidFill>
                        <a:srgbClr val="163793"/>
                      </a:solidFill>
                      <a:prstDash val="solid"/>
                    </a:lnT>
                    <a:lnB w="38100">
                      <a:solidFill>
                        <a:srgbClr val="33339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163793"/>
                      </a:solidFill>
                      <a:prstDash val="solid"/>
                    </a:lnT>
                    <a:lnB w="12700">
                      <a:solidFill>
                        <a:srgbClr val="163793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163793"/>
                      </a:solidFill>
                      <a:prstDash val="solid"/>
                    </a:lnT>
                    <a:lnB w="38100">
                      <a:solidFill>
                        <a:srgbClr val="33339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3030" marB="0">
                    <a:lnT w="12700">
                      <a:solidFill>
                        <a:srgbClr val="163793"/>
                      </a:solidFill>
                      <a:prstDash val="solid"/>
                    </a:lnT>
                    <a:lnB w="38100">
                      <a:solidFill>
                        <a:srgbClr val="33339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163793"/>
                      </a:solidFill>
                      <a:prstDash val="solid"/>
                    </a:lnT>
                    <a:lnB w="38100">
                      <a:solidFill>
                        <a:srgbClr val="33339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03300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Kaiti SC Black"/>
                          <a:cs typeface="Kaiti SC Black"/>
                        </a:rPr>
                        <a:t>载荷（扩展首部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Kaiti SC Black"/>
                          <a:cs typeface="Kaiti SC Black"/>
                        </a:rPr>
                        <a:t>数据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Kaiti SC Black"/>
                          <a:cs typeface="Kaiti SC Black"/>
                        </a:rPr>
                        <a:t>）</a:t>
                      </a:r>
                      <a:endParaRPr sz="2400" dirty="0">
                        <a:latin typeface="Kaiti SC Black"/>
                        <a:cs typeface="Kaiti SC Black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CC"/>
                      </a:solidFill>
                      <a:prstDash val="solid"/>
                    </a:lnL>
                    <a:lnR w="12700">
                      <a:solidFill>
                        <a:srgbClr val="0000CC"/>
                      </a:solidFill>
                      <a:prstDash val="solid"/>
                    </a:lnR>
                    <a:lnT w="381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0000CC"/>
                      </a:solidFill>
                      <a:prstDash val="solid"/>
                    </a:lnB>
                    <a:solidFill>
                      <a:srgbClr val="4D75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8CEFAA9D-FB58-3FC3-720F-215596B4E519}"/>
              </a:ext>
            </a:extLst>
          </p:cNvPr>
          <p:cNvSpPr txBox="1"/>
          <p:nvPr/>
        </p:nvSpPr>
        <p:spPr>
          <a:xfrm>
            <a:off x="616331" y="2437399"/>
            <a:ext cx="83280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>
              <a:lnSpc>
                <a:spcPct val="100000"/>
              </a:lnSpc>
              <a:tabLst>
                <a:tab pos="998855" algn="l"/>
                <a:tab pos="1902460" algn="l"/>
                <a:tab pos="3663315" algn="l"/>
                <a:tab pos="4633595" algn="l"/>
                <a:tab pos="6449695" algn="l"/>
                <a:tab pos="8030845" algn="l"/>
              </a:tabLst>
            </a:pPr>
            <a:r>
              <a:rPr sz="2000" b="1" spc="-50" dirty="0" err="1">
                <a:solidFill>
                  <a:srgbClr val="333399"/>
                </a:solidFill>
                <a:latin typeface="Kaiti SC Black"/>
                <a:cs typeface="Kaiti SC Black"/>
              </a:rPr>
              <a:t>位</a:t>
            </a:r>
            <a:r>
              <a:rPr sz="2000" b="1" dirty="0">
                <a:solidFill>
                  <a:srgbClr val="333399"/>
                </a:solidFill>
                <a:latin typeface="Kaiti SC Black"/>
                <a:cs typeface="Kaiti SC Black"/>
              </a:rPr>
              <a:t>	</a:t>
            </a:r>
            <a:r>
              <a:rPr sz="2000" b="1" spc="-50" dirty="0">
                <a:solidFill>
                  <a:srgbClr val="333399"/>
                </a:solidFill>
                <a:latin typeface="Arial"/>
                <a:cs typeface="Arial"/>
              </a:rPr>
              <a:t>0</a:t>
            </a:r>
            <a:r>
              <a:rPr sz="2000" b="1" dirty="0">
                <a:solidFill>
                  <a:srgbClr val="333399"/>
                </a:solidFill>
                <a:latin typeface="Arial"/>
                <a:cs typeface="Arial"/>
              </a:rPr>
              <a:t>	</a:t>
            </a:r>
            <a:r>
              <a:rPr sz="2000" b="1" spc="-50" dirty="0">
                <a:solidFill>
                  <a:srgbClr val="333399"/>
                </a:solidFill>
                <a:latin typeface="Arial"/>
                <a:cs typeface="Arial"/>
              </a:rPr>
              <a:t>4</a:t>
            </a:r>
            <a:r>
              <a:rPr sz="2000" b="1" dirty="0">
                <a:solidFill>
                  <a:srgbClr val="333399"/>
                </a:solidFill>
                <a:latin typeface="Arial"/>
                <a:cs typeface="Arial"/>
              </a:rPr>
              <a:t>	</a:t>
            </a:r>
            <a:r>
              <a:rPr sz="2000" b="1" spc="-25" dirty="0">
                <a:solidFill>
                  <a:srgbClr val="333399"/>
                </a:solidFill>
                <a:latin typeface="Arial"/>
                <a:cs typeface="Arial"/>
              </a:rPr>
              <a:t>12</a:t>
            </a:r>
            <a:r>
              <a:rPr sz="2000" b="1" dirty="0">
                <a:solidFill>
                  <a:srgbClr val="333399"/>
                </a:solidFill>
                <a:latin typeface="Arial"/>
                <a:cs typeface="Arial"/>
              </a:rPr>
              <a:t>	</a:t>
            </a:r>
            <a:r>
              <a:rPr sz="2000" b="1" spc="-25" dirty="0">
                <a:solidFill>
                  <a:srgbClr val="333399"/>
                </a:solidFill>
                <a:latin typeface="Arial"/>
                <a:cs typeface="Arial"/>
              </a:rPr>
              <a:t>16</a:t>
            </a:r>
            <a:r>
              <a:rPr sz="2000" b="1" dirty="0">
                <a:solidFill>
                  <a:srgbClr val="333399"/>
                </a:solidFill>
                <a:latin typeface="Arial"/>
                <a:cs typeface="Arial"/>
              </a:rPr>
              <a:t>	</a:t>
            </a:r>
            <a:r>
              <a:rPr sz="2000" b="1" spc="-25" dirty="0">
                <a:solidFill>
                  <a:srgbClr val="333399"/>
                </a:solidFill>
                <a:latin typeface="Arial"/>
                <a:cs typeface="Arial"/>
              </a:rPr>
              <a:t>24</a:t>
            </a:r>
            <a:r>
              <a:rPr sz="2000" b="1" dirty="0">
                <a:solidFill>
                  <a:srgbClr val="333399"/>
                </a:solidFill>
                <a:latin typeface="Arial"/>
                <a:cs typeface="Arial"/>
              </a:rPr>
              <a:t>	</a:t>
            </a:r>
            <a:r>
              <a:rPr sz="2000" b="1" spc="-25" dirty="0">
                <a:solidFill>
                  <a:srgbClr val="333399"/>
                </a:solidFill>
                <a:latin typeface="Arial"/>
                <a:cs typeface="Arial"/>
              </a:rPr>
              <a:t>31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A1A0BA93-BAEF-5E2E-A82C-16A73A62F382}"/>
              </a:ext>
            </a:extLst>
          </p:cNvPr>
          <p:cNvGrpSpPr/>
          <p:nvPr/>
        </p:nvGrpSpPr>
        <p:grpSpPr>
          <a:xfrm>
            <a:off x="1302766" y="2873120"/>
            <a:ext cx="278130" cy="3495040"/>
            <a:chOff x="1302766" y="2873120"/>
            <a:chExt cx="278130" cy="3495040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0D31402-A9F2-18A3-7ABA-65513B2B4D54}"/>
                </a:ext>
              </a:extLst>
            </p:cNvPr>
            <p:cNvSpPr/>
            <p:nvPr/>
          </p:nvSpPr>
          <p:spPr>
            <a:xfrm>
              <a:off x="1309116" y="2879470"/>
              <a:ext cx="228600" cy="2475230"/>
            </a:xfrm>
            <a:custGeom>
              <a:avLst/>
              <a:gdLst/>
              <a:ahLst/>
              <a:cxnLst/>
              <a:rect l="l" t="t" r="r" b="b"/>
              <a:pathLst>
                <a:path w="228600" h="2475229">
                  <a:moveTo>
                    <a:pt x="228600" y="2475229"/>
                  </a:moveTo>
                  <a:lnTo>
                    <a:pt x="184112" y="2447968"/>
                  </a:lnTo>
                  <a:lnTo>
                    <a:pt x="147780" y="2373629"/>
                  </a:lnTo>
                  <a:lnTo>
                    <a:pt x="133822" y="2322296"/>
                  </a:lnTo>
                  <a:lnTo>
                    <a:pt x="123283" y="2263382"/>
                  </a:lnTo>
                  <a:lnTo>
                    <a:pt x="116622" y="2198282"/>
                  </a:lnTo>
                  <a:lnTo>
                    <a:pt x="114300" y="2128392"/>
                  </a:lnTo>
                  <a:lnTo>
                    <a:pt x="114300" y="1584452"/>
                  </a:lnTo>
                  <a:lnTo>
                    <a:pt x="111977" y="1514562"/>
                  </a:lnTo>
                  <a:lnTo>
                    <a:pt x="105316" y="1449462"/>
                  </a:lnTo>
                  <a:lnTo>
                    <a:pt x="94777" y="1390548"/>
                  </a:lnTo>
                  <a:lnTo>
                    <a:pt x="80819" y="1339214"/>
                  </a:lnTo>
                  <a:lnTo>
                    <a:pt x="63903" y="1296859"/>
                  </a:lnTo>
                  <a:lnTo>
                    <a:pt x="23033" y="1244663"/>
                  </a:lnTo>
                  <a:lnTo>
                    <a:pt x="0" y="1237614"/>
                  </a:lnTo>
                  <a:lnTo>
                    <a:pt x="23033" y="1230566"/>
                  </a:lnTo>
                  <a:lnTo>
                    <a:pt x="63903" y="1178370"/>
                  </a:lnTo>
                  <a:lnTo>
                    <a:pt x="80819" y="1136014"/>
                  </a:lnTo>
                  <a:lnTo>
                    <a:pt x="94777" y="1084681"/>
                  </a:lnTo>
                  <a:lnTo>
                    <a:pt x="105316" y="1025767"/>
                  </a:lnTo>
                  <a:lnTo>
                    <a:pt x="111977" y="960667"/>
                  </a:lnTo>
                  <a:lnTo>
                    <a:pt x="114300" y="890777"/>
                  </a:lnTo>
                  <a:lnTo>
                    <a:pt x="114300" y="346837"/>
                  </a:lnTo>
                  <a:lnTo>
                    <a:pt x="116622" y="276947"/>
                  </a:lnTo>
                  <a:lnTo>
                    <a:pt x="123283" y="211847"/>
                  </a:lnTo>
                  <a:lnTo>
                    <a:pt x="133822" y="152933"/>
                  </a:lnTo>
                  <a:lnTo>
                    <a:pt x="147780" y="101599"/>
                  </a:lnTo>
                  <a:lnTo>
                    <a:pt x="164696" y="59244"/>
                  </a:lnTo>
                  <a:lnTo>
                    <a:pt x="205566" y="7048"/>
                  </a:lnTo>
                  <a:lnTo>
                    <a:pt x="228600" y="0"/>
                  </a:lnTo>
                </a:path>
              </a:pathLst>
            </a:custGeom>
            <a:ln w="12700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F70253B-D4D9-E2CF-BF74-12A8AF35129E}"/>
                </a:ext>
              </a:extLst>
            </p:cNvPr>
            <p:cNvSpPr/>
            <p:nvPr/>
          </p:nvSpPr>
          <p:spPr>
            <a:xfrm>
              <a:off x="1345692" y="5388101"/>
              <a:ext cx="228600" cy="973455"/>
            </a:xfrm>
            <a:custGeom>
              <a:avLst/>
              <a:gdLst/>
              <a:ahLst/>
              <a:cxnLst/>
              <a:rect l="l" t="t" r="r" b="b"/>
              <a:pathLst>
                <a:path w="228600" h="973454">
                  <a:moveTo>
                    <a:pt x="228600" y="973404"/>
                  </a:moveTo>
                  <a:lnTo>
                    <a:pt x="184058" y="963943"/>
                  </a:lnTo>
                  <a:lnTo>
                    <a:pt x="147732" y="938144"/>
                  </a:lnTo>
                  <a:lnTo>
                    <a:pt x="123265" y="899878"/>
                  </a:lnTo>
                  <a:lnTo>
                    <a:pt x="114300" y="853020"/>
                  </a:lnTo>
                  <a:lnTo>
                    <a:pt x="114300" y="607060"/>
                  </a:lnTo>
                  <a:lnTo>
                    <a:pt x="105316" y="560201"/>
                  </a:lnTo>
                  <a:lnTo>
                    <a:pt x="80819" y="521936"/>
                  </a:lnTo>
                  <a:lnTo>
                    <a:pt x="44487" y="496137"/>
                  </a:lnTo>
                  <a:lnTo>
                    <a:pt x="0" y="486676"/>
                  </a:lnTo>
                  <a:lnTo>
                    <a:pt x="44487" y="477216"/>
                  </a:lnTo>
                  <a:lnTo>
                    <a:pt x="80819" y="451416"/>
                  </a:lnTo>
                  <a:lnTo>
                    <a:pt x="105316" y="413151"/>
                  </a:lnTo>
                  <a:lnTo>
                    <a:pt x="114300" y="366293"/>
                  </a:lnTo>
                  <a:lnTo>
                    <a:pt x="114300" y="120396"/>
                  </a:lnTo>
                  <a:lnTo>
                    <a:pt x="123265" y="73509"/>
                  </a:lnTo>
                  <a:lnTo>
                    <a:pt x="147732" y="35242"/>
                  </a:lnTo>
                  <a:lnTo>
                    <a:pt x="184058" y="9453"/>
                  </a:lnTo>
                  <a:lnTo>
                    <a:pt x="228600" y="0"/>
                  </a:lnTo>
                </a:path>
              </a:pathLst>
            </a:custGeom>
            <a:ln w="12700">
              <a:solidFill>
                <a:srgbClr val="1637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7ABE5D36-0E0F-130A-8669-8A1A2935BEEE}"/>
              </a:ext>
            </a:extLst>
          </p:cNvPr>
          <p:cNvSpPr txBox="1"/>
          <p:nvPr/>
        </p:nvSpPr>
        <p:spPr>
          <a:xfrm>
            <a:off x="157683" y="3621735"/>
            <a:ext cx="105600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IPv6</a:t>
            </a:r>
            <a:r>
              <a:rPr sz="2000" spc="-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333399"/>
                </a:solidFill>
                <a:latin typeface="Wawati SC"/>
                <a:cs typeface="Wawati SC"/>
              </a:rPr>
              <a:t>的</a:t>
            </a:r>
            <a:endParaRPr sz="2000">
              <a:latin typeface="Wawati SC"/>
              <a:cs typeface="Wawati SC"/>
            </a:endParaRPr>
          </a:p>
          <a:p>
            <a:pPr marL="18415">
              <a:lnSpc>
                <a:spcPct val="100000"/>
              </a:lnSpc>
            </a:pPr>
            <a:r>
              <a:rPr sz="2000" spc="-15" dirty="0">
                <a:solidFill>
                  <a:srgbClr val="333399"/>
                </a:solidFill>
                <a:latin typeface="Wawati SC"/>
                <a:cs typeface="Wawati SC"/>
              </a:rPr>
              <a:t>基本首部</a:t>
            </a:r>
            <a:endParaRPr sz="2000">
              <a:latin typeface="Wawati SC"/>
              <a:cs typeface="Wawati SC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333399"/>
                </a:solidFill>
                <a:latin typeface="Wawati SC"/>
                <a:cs typeface="Wawati SC"/>
              </a:rPr>
              <a:t>（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40</a:t>
            </a:r>
            <a:r>
              <a:rPr sz="2000" spc="-1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33399"/>
                </a:solidFill>
                <a:latin typeface="Arial"/>
                <a:cs typeface="Arial"/>
              </a:rPr>
              <a:t>B</a:t>
            </a:r>
            <a:r>
              <a:rPr sz="2000" spc="-25" dirty="0">
                <a:solidFill>
                  <a:srgbClr val="333399"/>
                </a:solidFill>
                <a:latin typeface="Wawati SC"/>
                <a:cs typeface="Wawati SC"/>
              </a:rPr>
              <a:t>）</a:t>
            </a:r>
            <a:endParaRPr sz="2000">
              <a:latin typeface="Wawati SC"/>
              <a:cs typeface="Wawati SC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6B4CC0FA-D3F7-D8B7-1C64-26A9995FF1DD}"/>
              </a:ext>
            </a:extLst>
          </p:cNvPr>
          <p:cNvSpPr txBox="1"/>
          <p:nvPr/>
        </p:nvSpPr>
        <p:spPr>
          <a:xfrm>
            <a:off x="119583" y="5396585"/>
            <a:ext cx="121094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526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IPv6</a:t>
            </a:r>
            <a:r>
              <a:rPr sz="2000" spc="-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333399"/>
                </a:solidFill>
                <a:latin typeface="Wawati SC"/>
                <a:cs typeface="Wawati SC"/>
              </a:rPr>
              <a:t>的</a:t>
            </a:r>
            <a:r>
              <a:rPr sz="2000" spc="-15" dirty="0">
                <a:solidFill>
                  <a:srgbClr val="333399"/>
                </a:solidFill>
                <a:latin typeface="Wawati SC"/>
                <a:cs typeface="Wawati SC"/>
              </a:rPr>
              <a:t>有效载荷</a:t>
            </a:r>
            <a:r>
              <a:rPr sz="2000" spc="500" dirty="0">
                <a:solidFill>
                  <a:srgbClr val="333399"/>
                </a:solidFill>
                <a:latin typeface="Wawati SC"/>
                <a:cs typeface="Wawati SC"/>
              </a:rPr>
              <a:t>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(</a:t>
            </a:r>
            <a:r>
              <a:rPr sz="2000" spc="-65" dirty="0">
                <a:solidFill>
                  <a:srgbClr val="333399"/>
                </a:solidFill>
                <a:latin typeface="Wawati SC"/>
                <a:cs typeface="Wawati SC"/>
              </a:rPr>
              <a:t>至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64</a:t>
            </a: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33399"/>
                </a:solidFill>
                <a:latin typeface="Arial"/>
                <a:cs typeface="Arial"/>
              </a:rPr>
              <a:t>KB)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44178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53370-52FF-7485-B8CC-C5CA3774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3BFB376-F78B-4304-26AB-7D3D80548436}"/>
              </a:ext>
            </a:extLst>
          </p:cNvPr>
          <p:cNvSpPr txBox="1"/>
          <p:nvPr/>
        </p:nvSpPr>
        <p:spPr>
          <a:xfrm>
            <a:off x="2593975" y="3309111"/>
            <a:ext cx="733425" cy="1441450"/>
          </a:xfrm>
          <a:prstGeom prst="rect">
            <a:avLst/>
          </a:prstGeom>
          <a:solidFill>
            <a:srgbClr val="66CCFF"/>
          </a:solidFill>
          <a:ln w="9525">
            <a:solidFill>
              <a:srgbClr val="163793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77470" marR="67945">
              <a:lnSpc>
                <a:spcPct val="100000"/>
              </a:lnSpc>
              <a:spcBef>
                <a:spcPts val="630"/>
              </a:spcBef>
            </a:pPr>
            <a:r>
              <a:rPr sz="1400" b="1" dirty="0">
                <a:solidFill>
                  <a:srgbClr val="163793"/>
                </a:solidFill>
                <a:latin typeface="Arial"/>
                <a:cs typeface="Arial"/>
              </a:rPr>
              <a:t>flow:</a:t>
            </a:r>
            <a:r>
              <a:rPr sz="1400" b="1" spc="-45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X </a:t>
            </a:r>
            <a:r>
              <a:rPr sz="1400" b="1" dirty="0">
                <a:solidFill>
                  <a:srgbClr val="163793"/>
                </a:solidFill>
                <a:latin typeface="Arial"/>
                <a:cs typeface="Arial"/>
              </a:rPr>
              <a:t>src:</a:t>
            </a:r>
            <a:r>
              <a:rPr sz="1400" b="1" spc="-80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A </a:t>
            </a:r>
            <a:r>
              <a:rPr sz="1400" b="1" dirty="0">
                <a:solidFill>
                  <a:srgbClr val="163793"/>
                </a:solidFill>
                <a:latin typeface="Arial"/>
                <a:cs typeface="Arial"/>
              </a:rPr>
              <a:t>dest:</a:t>
            </a:r>
            <a:r>
              <a:rPr sz="1400" b="1" spc="-40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400">
              <a:latin typeface="Arial"/>
              <a:cs typeface="Arial"/>
            </a:endParaRPr>
          </a:p>
          <a:p>
            <a:pPr marL="77470">
              <a:lnSpc>
                <a:spcPct val="100000"/>
              </a:lnSpc>
            </a:pPr>
            <a:r>
              <a:rPr sz="1400" b="1" spc="-20" dirty="0">
                <a:solidFill>
                  <a:srgbClr val="163793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38463A-0EBA-61BE-BAF9-42066CF852D5}"/>
              </a:ext>
            </a:extLst>
          </p:cNvPr>
          <p:cNvSpPr/>
          <p:nvPr/>
        </p:nvSpPr>
        <p:spPr>
          <a:xfrm>
            <a:off x="2636773" y="3163061"/>
            <a:ext cx="688975" cy="76200"/>
          </a:xfrm>
          <a:custGeom>
            <a:avLst/>
            <a:gdLst/>
            <a:ahLst/>
            <a:cxnLst/>
            <a:rect l="l" t="t" r="r" b="b"/>
            <a:pathLst>
              <a:path w="688975" h="76200">
                <a:moveTo>
                  <a:pt x="612775" y="0"/>
                </a:moveTo>
                <a:lnTo>
                  <a:pt x="612775" y="76200"/>
                </a:lnTo>
                <a:lnTo>
                  <a:pt x="669925" y="47625"/>
                </a:lnTo>
                <a:lnTo>
                  <a:pt x="625475" y="47625"/>
                </a:lnTo>
                <a:lnTo>
                  <a:pt x="625475" y="28575"/>
                </a:lnTo>
                <a:lnTo>
                  <a:pt x="669925" y="28575"/>
                </a:lnTo>
                <a:lnTo>
                  <a:pt x="612775" y="0"/>
                </a:lnTo>
                <a:close/>
              </a:path>
              <a:path w="688975" h="76200">
                <a:moveTo>
                  <a:pt x="612775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612775" y="47625"/>
                </a:lnTo>
                <a:lnTo>
                  <a:pt x="612775" y="28575"/>
                </a:lnTo>
                <a:close/>
              </a:path>
              <a:path w="688975" h="76200">
                <a:moveTo>
                  <a:pt x="669925" y="28575"/>
                </a:moveTo>
                <a:lnTo>
                  <a:pt x="625475" y="28575"/>
                </a:lnTo>
                <a:lnTo>
                  <a:pt x="625475" y="47625"/>
                </a:lnTo>
                <a:lnTo>
                  <a:pt x="669925" y="47625"/>
                </a:lnTo>
                <a:lnTo>
                  <a:pt x="688975" y="38100"/>
                </a:lnTo>
                <a:lnTo>
                  <a:pt x="669925" y="28575"/>
                </a:lnTo>
                <a:close/>
              </a:path>
            </a:pathLst>
          </a:custGeom>
          <a:solidFill>
            <a:srgbClr val="1637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2D61868-9A18-2EA7-BAEE-219B5B7AC7CA}"/>
              </a:ext>
            </a:extLst>
          </p:cNvPr>
          <p:cNvSpPr txBox="1"/>
          <p:nvPr/>
        </p:nvSpPr>
        <p:spPr>
          <a:xfrm>
            <a:off x="2614422" y="5667552"/>
            <a:ext cx="708660" cy="4762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44780" marR="5080" indent="-132715">
              <a:lnSpc>
                <a:spcPts val="1630"/>
              </a:lnSpc>
              <a:spcBef>
                <a:spcPts val="390"/>
              </a:spcBef>
            </a:pPr>
            <a:r>
              <a:rPr sz="1600" b="1" spc="-40" dirty="0">
                <a:solidFill>
                  <a:srgbClr val="163793"/>
                </a:solidFill>
                <a:latin typeface="Arial"/>
                <a:cs typeface="Arial"/>
              </a:rPr>
              <a:t>A-</a:t>
            </a: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to-</a:t>
            </a:r>
            <a:r>
              <a:rPr sz="1600" b="1" spc="-25" dirty="0">
                <a:solidFill>
                  <a:srgbClr val="163793"/>
                </a:solidFill>
                <a:latin typeface="Arial"/>
                <a:cs typeface="Arial"/>
              </a:rPr>
              <a:t>B: </a:t>
            </a: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IPv6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B785E75-4183-2779-6B2F-D024A9047DE7}"/>
              </a:ext>
            </a:extLst>
          </p:cNvPr>
          <p:cNvSpPr/>
          <p:nvPr/>
        </p:nvSpPr>
        <p:spPr>
          <a:xfrm>
            <a:off x="2908300" y="4944236"/>
            <a:ext cx="76200" cy="786130"/>
          </a:xfrm>
          <a:custGeom>
            <a:avLst/>
            <a:gdLst/>
            <a:ahLst/>
            <a:cxnLst/>
            <a:rect l="l" t="t" r="r" b="b"/>
            <a:pathLst>
              <a:path w="76200" h="786129">
                <a:moveTo>
                  <a:pt x="44450" y="63500"/>
                </a:moveTo>
                <a:lnTo>
                  <a:pt x="31750" y="63500"/>
                </a:lnTo>
                <a:lnTo>
                  <a:pt x="31750" y="785774"/>
                </a:lnTo>
                <a:lnTo>
                  <a:pt x="44450" y="785774"/>
                </a:lnTo>
                <a:lnTo>
                  <a:pt x="44450" y="63500"/>
                </a:lnTo>
                <a:close/>
              </a:path>
              <a:path w="76200" h="78612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78612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1637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CBA6BFB-455B-85E7-86EC-238AFBCD06FF}"/>
              </a:ext>
            </a:extLst>
          </p:cNvPr>
          <p:cNvSpPr txBox="1"/>
          <p:nvPr/>
        </p:nvSpPr>
        <p:spPr>
          <a:xfrm>
            <a:off x="3662426" y="3944111"/>
            <a:ext cx="733425" cy="1441450"/>
          </a:xfrm>
          <a:prstGeom prst="rect">
            <a:avLst/>
          </a:prstGeom>
          <a:solidFill>
            <a:srgbClr val="66CCFF"/>
          </a:solidFill>
          <a:ln w="9525">
            <a:solidFill>
              <a:srgbClr val="163793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53975" marR="42545">
              <a:lnSpc>
                <a:spcPct val="100000"/>
              </a:lnSpc>
              <a:spcBef>
                <a:spcPts val="320"/>
              </a:spcBef>
            </a:pPr>
            <a:r>
              <a:rPr sz="1400" b="1" dirty="0">
                <a:solidFill>
                  <a:srgbClr val="163793"/>
                </a:solidFill>
                <a:latin typeface="Arial"/>
                <a:cs typeface="Arial"/>
              </a:rPr>
              <a:t>Flow:</a:t>
            </a:r>
            <a:r>
              <a:rPr sz="1400" b="1" spc="-55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X </a:t>
            </a:r>
            <a:r>
              <a:rPr sz="1400" b="1" dirty="0">
                <a:solidFill>
                  <a:srgbClr val="163793"/>
                </a:solidFill>
                <a:latin typeface="Arial"/>
                <a:cs typeface="Arial"/>
              </a:rPr>
              <a:t>Src:</a:t>
            </a:r>
            <a:r>
              <a:rPr sz="1400" b="1" spc="-80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A </a:t>
            </a:r>
            <a:r>
              <a:rPr sz="1400" b="1" dirty="0">
                <a:solidFill>
                  <a:srgbClr val="163793"/>
                </a:solidFill>
                <a:latin typeface="Arial"/>
                <a:cs typeface="Arial"/>
              </a:rPr>
              <a:t>Dest:</a:t>
            </a:r>
            <a:r>
              <a:rPr sz="1400" b="1" spc="-35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40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</a:pPr>
            <a:r>
              <a:rPr sz="1400" b="1" spc="-20" dirty="0">
                <a:solidFill>
                  <a:srgbClr val="163793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5F2DA63-3226-47C1-755C-E80F76992909}"/>
              </a:ext>
            </a:extLst>
          </p:cNvPr>
          <p:cNvSpPr txBox="1"/>
          <p:nvPr/>
        </p:nvSpPr>
        <p:spPr>
          <a:xfrm>
            <a:off x="3590925" y="3309111"/>
            <a:ext cx="925830" cy="2193925"/>
          </a:xfrm>
          <a:prstGeom prst="rect">
            <a:avLst/>
          </a:prstGeom>
          <a:solidFill>
            <a:srgbClr val="CC0000"/>
          </a:solidFill>
          <a:ln w="9525">
            <a:solidFill>
              <a:srgbClr val="163793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3020" marR="122555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src:B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dest: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68A8713-1350-8FD8-B4B5-887D0B2677AA}"/>
              </a:ext>
            </a:extLst>
          </p:cNvPr>
          <p:cNvSpPr/>
          <p:nvPr/>
        </p:nvSpPr>
        <p:spPr>
          <a:xfrm>
            <a:off x="3722623" y="3155060"/>
            <a:ext cx="688975" cy="76200"/>
          </a:xfrm>
          <a:custGeom>
            <a:avLst/>
            <a:gdLst/>
            <a:ahLst/>
            <a:cxnLst/>
            <a:rect l="l" t="t" r="r" b="b"/>
            <a:pathLst>
              <a:path w="688975" h="76200">
                <a:moveTo>
                  <a:pt x="612775" y="0"/>
                </a:moveTo>
                <a:lnTo>
                  <a:pt x="612775" y="76200"/>
                </a:lnTo>
                <a:lnTo>
                  <a:pt x="669925" y="47625"/>
                </a:lnTo>
                <a:lnTo>
                  <a:pt x="625475" y="47625"/>
                </a:lnTo>
                <a:lnTo>
                  <a:pt x="625475" y="28575"/>
                </a:lnTo>
                <a:lnTo>
                  <a:pt x="669925" y="28575"/>
                </a:lnTo>
                <a:lnTo>
                  <a:pt x="612775" y="0"/>
                </a:lnTo>
                <a:close/>
              </a:path>
              <a:path w="688975" h="76200">
                <a:moveTo>
                  <a:pt x="612775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612775" y="47625"/>
                </a:lnTo>
                <a:lnTo>
                  <a:pt x="612775" y="28575"/>
                </a:lnTo>
                <a:close/>
              </a:path>
              <a:path w="688975" h="76200">
                <a:moveTo>
                  <a:pt x="669925" y="28575"/>
                </a:moveTo>
                <a:lnTo>
                  <a:pt x="625475" y="28575"/>
                </a:lnTo>
                <a:lnTo>
                  <a:pt x="625475" y="47625"/>
                </a:lnTo>
                <a:lnTo>
                  <a:pt x="669925" y="47625"/>
                </a:lnTo>
                <a:lnTo>
                  <a:pt x="688975" y="38100"/>
                </a:lnTo>
                <a:lnTo>
                  <a:pt x="669925" y="28575"/>
                </a:lnTo>
                <a:close/>
              </a:path>
            </a:pathLst>
          </a:custGeom>
          <a:solidFill>
            <a:srgbClr val="1637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7FC75C6-16D2-16D9-DAF1-2DCFA7E3A0B4}"/>
              </a:ext>
            </a:extLst>
          </p:cNvPr>
          <p:cNvSpPr txBox="1"/>
          <p:nvPr/>
        </p:nvSpPr>
        <p:spPr>
          <a:xfrm>
            <a:off x="3587877" y="5789777"/>
            <a:ext cx="1084580" cy="68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ts val="1775"/>
              </a:lnSpc>
              <a:spcBef>
                <a:spcPts val="95"/>
              </a:spcBef>
            </a:pP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B-to-</a:t>
            </a:r>
            <a:r>
              <a:rPr sz="1600" b="1" spc="-25" dirty="0">
                <a:solidFill>
                  <a:srgbClr val="163793"/>
                </a:solidFill>
                <a:latin typeface="Arial"/>
                <a:cs typeface="Arial"/>
              </a:rPr>
              <a:t>C: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ts val="1635"/>
              </a:lnSpc>
            </a:pPr>
            <a:r>
              <a:rPr sz="1600" b="1" dirty="0">
                <a:solidFill>
                  <a:srgbClr val="163793"/>
                </a:solidFill>
                <a:latin typeface="Arial"/>
                <a:cs typeface="Arial"/>
              </a:rPr>
              <a:t>IPv6</a:t>
            </a:r>
            <a:r>
              <a:rPr sz="1600" b="1" spc="-30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63793"/>
                </a:solidFill>
                <a:latin typeface="Arial"/>
                <a:cs typeface="Arial"/>
              </a:rPr>
              <a:t>inside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ts val="1775"/>
              </a:lnSpc>
            </a:pP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IPv4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id="{59380B77-27FA-F2CE-534A-FE7A93DE94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0350" y="5537961"/>
            <a:ext cx="76206" cy="184099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C7C86157-1A86-F1BA-69C3-0EABE2153B2D}"/>
              </a:ext>
            </a:extLst>
          </p:cNvPr>
          <p:cNvSpPr/>
          <p:nvPr/>
        </p:nvSpPr>
        <p:spPr>
          <a:xfrm>
            <a:off x="6813550" y="3158235"/>
            <a:ext cx="688975" cy="76200"/>
          </a:xfrm>
          <a:custGeom>
            <a:avLst/>
            <a:gdLst/>
            <a:ahLst/>
            <a:cxnLst/>
            <a:rect l="l" t="t" r="r" b="b"/>
            <a:pathLst>
              <a:path w="688975" h="76200">
                <a:moveTo>
                  <a:pt x="612775" y="0"/>
                </a:moveTo>
                <a:lnTo>
                  <a:pt x="612775" y="76200"/>
                </a:lnTo>
                <a:lnTo>
                  <a:pt x="669925" y="47625"/>
                </a:lnTo>
                <a:lnTo>
                  <a:pt x="625475" y="47625"/>
                </a:lnTo>
                <a:lnTo>
                  <a:pt x="625475" y="28575"/>
                </a:lnTo>
                <a:lnTo>
                  <a:pt x="669925" y="28575"/>
                </a:lnTo>
                <a:lnTo>
                  <a:pt x="612775" y="0"/>
                </a:lnTo>
                <a:close/>
              </a:path>
              <a:path w="688975" h="76200">
                <a:moveTo>
                  <a:pt x="612775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612775" y="47625"/>
                </a:lnTo>
                <a:lnTo>
                  <a:pt x="612775" y="28575"/>
                </a:lnTo>
                <a:close/>
              </a:path>
              <a:path w="688975" h="76200">
                <a:moveTo>
                  <a:pt x="669925" y="28575"/>
                </a:moveTo>
                <a:lnTo>
                  <a:pt x="625475" y="28575"/>
                </a:lnTo>
                <a:lnTo>
                  <a:pt x="625475" y="47625"/>
                </a:lnTo>
                <a:lnTo>
                  <a:pt x="669925" y="47625"/>
                </a:lnTo>
                <a:lnTo>
                  <a:pt x="688975" y="38100"/>
                </a:lnTo>
                <a:lnTo>
                  <a:pt x="669925" y="28575"/>
                </a:lnTo>
                <a:close/>
              </a:path>
            </a:pathLst>
          </a:custGeom>
          <a:solidFill>
            <a:srgbClr val="1637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D51F788-17F6-CCDA-A43E-55B9B60014F6}"/>
              </a:ext>
            </a:extLst>
          </p:cNvPr>
          <p:cNvSpPr txBox="1"/>
          <p:nvPr/>
        </p:nvSpPr>
        <p:spPr>
          <a:xfrm>
            <a:off x="6889750" y="5680354"/>
            <a:ext cx="676275" cy="4762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9539" marR="5080" indent="-117475">
              <a:lnSpc>
                <a:spcPts val="1630"/>
              </a:lnSpc>
              <a:spcBef>
                <a:spcPts val="390"/>
              </a:spcBef>
            </a:pPr>
            <a:r>
              <a:rPr sz="1600" b="1" spc="-10" dirty="0">
                <a:solidFill>
                  <a:srgbClr val="163793"/>
                </a:solidFill>
                <a:latin typeface="Arial"/>
                <a:cs typeface="Arial"/>
              </a:rPr>
              <a:t>E-</a:t>
            </a: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to-</a:t>
            </a:r>
            <a:r>
              <a:rPr sz="1600" b="1" spc="-25" dirty="0">
                <a:solidFill>
                  <a:srgbClr val="163793"/>
                </a:solidFill>
                <a:latin typeface="Arial"/>
                <a:cs typeface="Arial"/>
              </a:rPr>
              <a:t>F: </a:t>
            </a: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IPv6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06F72BD-FC5A-253B-8EA3-5FE00A2A40D7}"/>
              </a:ext>
            </a:extLst>
          </p:cNvPr>
          <p:cNvSpPr/>
          <p:nvPr/>
        </p:nvSpPr>
        <p:spPr>
          <a:xfrm>
            <a:off x="7169150" y="4956936"/>
            <a:ext cx="76200" cy="786130"/>
          </a:xfrm>
          <a:custGeom>
            <a:avLst/>
            <a:gdLst/>
            <a:ahLst/>
            <a:cxnLst/>
            <a:rect l="l" t="t" r="r" b="b"/>
            <a:pathLst>
              <a:path w="76200" h="786129">
                <a:moveTo>
                  <a:pt x="44450" y="63500"/>
                </a:moveTo>
                <a:lnTo>
                  <a:pt x="31750" y="63500"/>
                </a:lnTo>
                <a:lnTo>
                  <a:pt x="31750" y="785774"/>
                </a:lnTo>
                <a:lnTo>
                  <a:pt x="44450" y="785774"/>
                </a:lnTo>
                <a:lnTo>
                  <a:pt x="44450" y="63500"/>
                </a:lnTo>
                <a:close/>
              </a:path>
              <a:path w="76200" h="78612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78612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1637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3E0CE63-24B1-AA3E-02D0-DED19E3BEAE7}"/>
              </a:ext>
            </a:extLst>
          </p:cNvPr>
          <p:cNvSpPr txBox="1"/>
          <p:nvPr/>
        </p:nvSpPr>
        <p:spPr>
          <a:xfrm>
            <a:off x="6762750" y="3316985"/>
            <a:ext cx="733425" cy="1441450"/>
          </a:xfrm>
          <a:prstGeom prst="rect">
            <a:avLst/>
          </a:prstGeom>
          <a:solidFill>
            <a:srgbClr val="66CCFF"/>
          </a:solidFill>
          <a:ln w="9525">
            <a:solidFill>
              <a:srgbClr val="163793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78105" marR="67310">
              <a:lnSpc>
                <a:spcPct val="100000"/>
              </a:lnSpc>
              <a:spcBef>
                <a:spcPts val="630"/>
              </a:spcBef>
            </a:pPr>
            <a:r>
              <a:rPr sz="1400" b="1" dirty="0">
                <a:solidFill>
                  <a:srgbClr val="163793"/>
                </a:solidFill>
                <a:latin typeface="Arial"/>
                <a:cs typeface="Arial"/>
              </a:rPr>
              <a:t>flow:</a:t>
            </a:r>
            <a:r>
              <a:rPr sz="1400" b="1" spc="-45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X </a:t>
            </a:r>
            <a:r>
              <a:rPr sz="1400" b="1" dirty="0">
                <a:solidFill>
                  <a:srgbClr val="163793"/>
                </a:solidFill>
                <a:latin typeface="Arial"/>
                <a:cs typeface="Arial"/>
              </a:rPr>
              <a:t>src:</a:t>
            </a:r>
            <a:r>
              <a:rPr sz="1400" b="1" spc="-80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A </a:t>
            </a:r>
            <a:r>
              <a:rPr sz="1400" b="1" dirty="0">
                <a:solidFill>
                  <a:srgbClr val="163793"/>
                </a:solidFill>
                <a:latin typeface="Arial"/>
                <a:cs typeface="Arial"/>
              </a:rPr>
              <a:t>dest:</a:t>
            </a:r>
            <a:r>
              <a:rPr sz="1400" b="1" spc="-40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400">
              <a:latin typeface="Arial"/>
              <a:cs typeface="Arial"/>
            </a:endParaRPr>
          </a:p>
          <a:p>
            <a:pPr marL="78105">
              <a:lnSpc>
                <a:spcPct val="100000"/>
              </a:lnSpc>
            </a:pPr>
            <a:r>
              <a:rPr sz="1400" b="1" spc="-20" dirty="0">
                <a:solidFill>
                  <a:srgbClr val="163793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5B58370-5059-E194-3149-A978A0E03A79}"/>
              </a:ext>
            </a:extLst>
          </p:cNvPr>
          <p:cNvSpPr/>
          <p:nvPr/>
        </p:nvSpPr>
        <p:spPr>
          <a:xfrm>
            <a:off x="5757798" y="3156711"/>
            <a:ext cx="688975" cy="76200"/>
          </a:xfrm>
          <a:custGeom>
            <a:avLst/>
            <a:gdLst/>
            <a:ahLst/>
            <a:cxnLst/>
            <a:rect l="l" t="t" r="r" b="b"/>
            <a:pathLst>
              <a:path w="688975" h="76200">
                <a:moveTo>
                  <a:pt x="612775" y="0"/>
                </a:moveTo>
                <a:lnTo>
                  <a:pt x="612775" y="76200"/>
                </a:lnTo>
                <a:lnTo>
                  <a:pt x="669925" y="47625"/>
                </a:lnTo>
                <a:lnTo>
                  <a:pt x="625475" y="47625"/>
                </a:lnTo>
                <a:lnTo>
                  <a:pt x="625475" y="28575"/>
                </a:lnTo>
                <a:lnTo>
                  <a:pt x="669925" y="28575"/>
                </a:lnTo>
                <a:lnTo>
                  <a:pt x="612775" y="0"/>
                </a:lnTo>
                <a:close/>
              </a:path>
              <a:path w="688975" h="76200">
                <a:moveTo>
                  <a:pt x="612775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612775" y="47625"/>
                </a:lnTo>
                <a:lnTo>
                  <a:pt x="612775" y="28575"/>
                </a:lnTo>
                <a:close/>
              </a:path>
              <a:path w="688975" h="76200">
                <a:moveTo>
                  <a:pt x="669925" y="28575"/>
                </a:moveTo>
                <a:lnTo>
                  <a:pt x="625475" y="28575"/>
                </a:lnTo>
                <a:lnTo>
                  <a:pt x="625475" y="47625"/>
                </a:lnTo>
                <a:lnTo>
                  <a:pt x="669925" y="47625"/>
                </a:lnTo>
                <a:lnTo>
                  <a:pt x="688975" y="38100"/>
                </a:lnTo>
                <a:lnTo>
                  <a:pt x="669925" y="28575"/>
                </a:lnTo>
                <a:close/>
              </a:path>
            </a:pathLst>
          </a:custGeom>
          <a:solidFill>
            <a:srgbClr val="1637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8FF76A2-AA11-EBCD-608F-58846FBAB9CD}"/>
              </a:ext>
            </a:extLst>
          </p:cNvPr>
          <p:cNvSpPr txBox="1"/>
          <p:nvPr/>
        </p:nvSpPr>
        <p:spPr>
          <a:xfrm>
            <a:off x="5613908" y="5802579"/>
            <a:ext cx="1084580" cy="683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ts val="1775"/>
              </a:lnSpc>
              <a:spcBef>
                <a:spcPts val="95"/>
              </a:spcBef>
            </a:pP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B-to-</a:t>
            </a:r>
            <a:r>
              <a:rPr sz="1600" b="1" spc="-25" dirty="0">
                <a:solidFill>
                  <a:srgbClr val="163793"/>
                </a:solidFill>
                <a:latin typeface="Arial"/>
                <a:cs typeface="Arial"/>
              </a:rPr>
              <a:t>C:</a:t>
            </a:r>
            <a:endParaRPr sz="1600">
              <a:latin typeface="Arial"/>
              <a:cs typeface="Arial"/>
            </a:endParaRPr>
          </a:p>
          <a:p>
            <a:pPr marL="12065" marR="5080" algn="ctr">
              <a:lnSpc>
                <a:spcPts val="1630"/>
              </a:lnSpc>
              <a:spcBef>
                <a:spcPts val="150"/>
              </a:spcBef>
            </a:pPr>
            <a:r>
              <a:rPr sz="1600" b="1" dirty="0">
                <a:solidFill>
                  <a:srgbClr val="163793"/>
                </a:solidFill>
                <a:latin typeface="Arial"/>
                <a:cs typeface="Arial"/>
              </a:rPr>
              <a:t>IPv6</a:t>
            </a:r>
            <a:r>
              <a:rPr sz="1600" b="1" spc="-30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63793"/>
                </a:solidFill>
                <a:latin typeface="Arial"/>
                <a:cs typeface="Arial"/>
              </a:rPr>
              <a:t>inside </a:t>
            </a: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IPv4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7" name="object 17">
            <a:extLst>
              <a:ext uri="{FF2B5EF4-FFF2-40B4-BE49-F238E27FC236}">
                <a16:creationId xmlns:a16="http://schemas.microsoft.com/office/drawing/2014/main" id="{5B6B3154-0464-EBE1-75B2-AFF9D788E88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6098" y="5595061"/>
            <a:ext cx="76206" cy="184150"/>
          </a:xfrm>
          <a:prstGeom prst="rect">
            <a:avLst/>
          </a:prstGeom>
        </p:spPr>
      </p:pic>
      <p:sp>
        <p:nvSpPr>
          <p:cNvPr id="18" name="object 18">
            <a:extLst>
              <a:ext uri="{FF2B5EF4-FFF2-40B4-BE49-F238E27FC236}">
                <a16:creationId xmlns:a16="http://schemas.microsoft.com/office/drawing/2014/main" id="{202980CE-FCA8-76EC-99E8-65EBC8B45E84}"/>
              </a:ext>
            </a:extLst>
          </p:cNvPr>
          <p:cNvSpPr txBox="1"/>
          <p:nvPr/>
        </p:nvSpPr>
        <p:spPr>
          <a:xfrm>
            <a:off x="5719826" y="3958335"/>
            <a:ext cx="733425" cy="1441450"/>
          </a:xfrm>
          <a:prstGeom prst="rect">
            <a:avLst/>
          </a:prstGeom>
          <a:solidFill>
            <a:srgbClr val="66CCFF"/>
          </a:solidFill>
          <a:ln w="9525">
            <a:solidFill>
              <a:srgbClr val="163793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53975" marR="41910">
              <a:lnSpc>
                <a:spcPct val="100000"/>
              </a:lnSpc>
              <a:spcBef>
                <a:spcPts val="545"/>
              </a:spcBef>
            </a:pPr>
            <a:r>
              <a:rPr sz="1400" b="1" dirty="0">
                <a:solidFill>
                  <a:srgbClr val="163793"/>
                </a:solidFill>
                <a:latin typeface="Arial"/>
                <a:cs typeface="Arial"/>
              </a:rPr>
              <a:t>Flow:</a:t>
            </a:r>
            <a:r>
              <a:rPr sz="1400" b="1" spc="-35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X </a:t>
            </a:r>
            <a:r>
              <a:rPr sz="1400" b="1" dirty="0">
                <a:solidFill>
                  <a:srgbClr val="163793"/>
                </a:solidFill>
                <a:latin typeface="Arial"/>
                <a:cs typeface="Arial"/>
              </a:rPr>
              <a:t>Src:</a:t>
            </a:r>
            <a:r>
              <a:rPr sz="1400" b="1" spc="-80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A </a:t>
            </a:r>
            <a:r>
              <a:rPr sz="1400" b="1" dirty="0">
                <a:solidFill>
                  <a:srgbClr val="163793"/>
                </a:solidFill>
                <a:latin typeface="Arial"/>
                <a:cs typeface="Arial"/>
              </a:rPr>
              <a:t>Dest:</a:t>
            </a:r>
            <a:r>
              <a:rPr sz="1400" b="1" spc="-35" dirty="0">
                <a:solidFill>
                  <a:srgbClr val="163793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163793"/>
                </a:solidFill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40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</a:pPr>
            <a:r>
              <a:rPr sz="1400" b="1" spc="-20" dirty="0">
                <a:solidFill>
                  <a:srgbClr val="163793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F211F67A-D100-52B7-454E-9CBB172D10C4}"/>
              </a:ext>
            </a:extLst>
          </p:cNvPr>
          <p:cNvSpPr txBox="1"/>
          <p:nvPr/>
        </p:nvSpPr>
        <p:spPr>
          <a:xfrm>
            <a:off x="5648325" y="3350386"/>
            <a:ext cx="925830" cy="2193925"/>
          </a:xfrm>
          <a:prstGeom prst="rect">
            <a:avLst/>
          </a:prstGeom>
          <a:solidFill>
            <a:srgbClr val="CC0000"/>
          </a:solidFill>
          <a:ln w="9525">
            <a:solidFill>
              <a:srgbClr val="163793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3655" marR="122555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src:B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dest: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3E407AB9-678F-6892-81EA-5A7E5205F49D}"/>
              </a:ext>
            </a:extLst>
          </p:cNvPr>
          <p:cNvSpPr txBox="1"/>
          <p:nvPr/>
        </p:nvSpPr>
        <p:spPr>
          <a:xfrm>
            <a:off x="739851" y="2536063"/>
            <a:ext cx="11772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163793"/>
                </a:solidFill>
                <a:latin typeface="Kaiti SC Black"/>
                <a:cs typeface="Kaiti SC Black"/>
              </a:rPr>
              <a:t>物理视角</a:t>
            </a:r>
            <a:r>
              <a:rPr sz="2000" b="1" spc="285" dirty="0">
                <a:solidFill>
                  <a:srgbClr val="163793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4592107C-2B04-D05B-D2C3-C25E5DD554AC}"/>
              </a:ext>
            </a:extLst>
          </p:cNvPr>
          <p:cNvGrpSpPr/>
          <p:nvPr/>
        </p:nvGrpSpPr>
        <p:grpSpPr>
          <a:xfrm>
            <a:off x="2157476" y="2510535"/>
            <a:ext cx="4073525" cy="357505"/>
            <a:chOff x="2157476" y="2510535"/>
            <a:chExt cx="4073525" cy="357505"/>
          </a:xfrm>
        </p:grpSpPr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4CDFA963-D960-9BFD-A7C8-1F6013D09F85}"/>
                </a:ext>
              </a:extLst>
            </p:cNvPr>
            <p:cNvSpPr/>
            <p:nvPr/>
          </p:nvSpPr>
          <p:spPr>
            <a:xfrm>
              <a:off x="3895725" y="2685160"/>
              <a:ext cx="2326005" cy="0"/>
            </a:xfrm>
            <a:custGeom>
              <a:avLst/>
              <a:gdLst/>
              <a:ahLst/>
              <a:cxnLst/>
              <a:rect l="l" t="t" r="r" b="b"/>
              <a:pathLst>
                <a:path w="2326004">
                  <a:moveTo>
                    <a:pt x="0" y="0"/>
                  </a:moveTo>
                  <a:lnTo>
                    <a:pt x="2325751" y="0"/>
                  </a:lnTo>
                </a:path>
              </a:pathLst>
            </a:custGeom>
            <a:ln w="19050">
              <a:solidFill>
                <a:srgbClr val="1637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5AD53543-5266-A4D2-DCFE-CD542E3CA75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33799" y="2670047"/>
              <a:ext cx="687577" cy="188213"/>
            </a:xfrm>
            <a:prstGeom prst="rect">
              <a:avLst/>
            </a:prstGeom>
          </p:spPr>
        </p:pic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905F4684-A8B8-2BA5-3452-379033DDFC2C}"/>
                </a:ext>
              </a:extLst>
            </p:cNvPr>
            <p:cNvSpPr/>
            <p:nvPr/>
          </p:nvSpPr>
          <p:spPr>
            <a:xfrm>
              <a:off x="4233799" y="2670047"/>
              <a:ext cx="687705" cy="188595"/>
            </a:xfrm>
            <a:custGeom>
              <a:avLst/>
              <a:gdLst/>
              <a:ahLst/>
              <a:cxnLst/>
              <a:rect l="l" t="t" r="r" b="b"/>
              <a:pathLst>
                <a:path w="687704" h="188594">
                  <a:moveTo>
                    <a:pt x="0" y="94106"/>
                  </a:moveTo>
                  <a:lnTo>
                    <a:pt x="27017" y="57489"/>
                  </a:lnTo>
                  <a:lnTo>
                    <a:pt x="100695" y="27574"/>
                  </a:lnTo>
                  <a:lnTo>
                    <a:pt x="151575" y="16080"/>
                  </a:lnTo>
                  <a:lnTo>
                    <a:pt x="209972" y="7399"/>
                  </a:lnTo>
                  <a:lnTo>
                    <a:pt x="274504" y="1913"/>
                  </a:lnTo>
                  <a:lnTo>
                    <a:pt x="343788" y="0"/>
                  </a:lnTo>
                  <a:lnTo>
                    <a:pt x="413073" y="1913"/>
                  </a:lnTo>
                  <a:lnTo>
                    <a:pt x="477605" y="7399"/>
                  </a:lnTo>
                  <a:lnTo>
                    <a:pt x="536002" y="16080"/>
                  </a:lnTo>
                  <a:lnTo>
                    <a:pt x="586882" y="27574"/>
                  </a:lnTo>
                  <a:lnTo>
                    <a:pt x="628863" y="41504"/>
                  </a:lnTo>
                  <a:lnTo>
                    <a:pt x="680593" y="75150"/>
                  </a:lnTo>
                  <a:lnTo>
                    <a:pt x="687577" y="94106"/>
                  </a:lnTo>
                  <a:lnTo>
                    <a:pt x="680593" y="113063"/>
                  </a:lnTo>
                  <a:lnTo>
                    <a:pt x="628863" y="146709"/>
                  </a:lnTo>
                  <a:lnTo>
                    <a:pt x="586882" y="160639"/>
                  </a:lnTo>
                  <a:lnTo>
                    <a:pt x="536002" y="172133"/>
                  </a:lnTo>
                  <a:lnTo>
                    <a:pt x="477605" y="180814"/>
                  </a:lnTo>
                  <a:lnTo>
                    <a:pt x="413073" y="186300"/>
                  </a:lnTo>
                  <a:lnTo>
                    <a:pt x="343788" y="188213"/>
                  </a:lnTo>
                  <a:lnTo>
                    <a:pt x="274504" y="186300"/>
                  </a:lnTo>
                  <a:lnTo>
                    <a:pt x="209972" y="180814"/>
                  </a:lnTo>
                  <a:lnTo>
                    <a:pt x="151575" y="172133"/>
                  </a:lnTo>
                  <a:lnTo>
                    <a:pt x="100695" y="160639"/>
                  </a:lnTo>
                  <a:lnTo>
                    <a:pt x="58714" y="146709"/>
                  </a:lnTo>
                  <a:lnTo>
                    <a:pt x="6984" y="113063"/>
                  </a:lnTo>
                  <a:lnTo>
                    <a:pt x="0" y="941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3FB98C57-7896-5DCD-B323-52C2414668C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0751" y="2520060"/>
              <a:ext cx="693686" cy="245490"/>
            </a:xfrm>
            <a:prstGeom prst="rect">
              <a:avLst/>
            </a:prstGeom>
          </p:spPr>
        </p:pic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EC1C4D6E-B3E4-1032-C2A9-1E70FDD18A06}"/>
                </a:ext>
              </a:extLst>
            </p:cNvPr>
            <p:cNvSpPr/>
            <p:nvPr/>
          </p:nvSpPr>
          <p:spPr>
            <a:xfrm>
              <a:off x="4230751" y="2520060"/>
              <a:ext cx="688975" cy="220979"/>
            </a:xfrm>
            <a:custGeom>
              <a:avLst/>
              <a:gdLst/>
              <a:ahLst/>
              <a:cxnLst/>
              <a:rect l="l" t="t" r="r" b="b"/>
              <a:pathLst>
                <a:path w="688975" h="220980">
                  <a:moveTo>
                    <a:pt x="0" y="110489"/>
                  </a:moveTo>
                  <a:lnTo>
                    <a:pt x="27041" y="67454"/>
                  </a:lnTo>
                  <a:lnTo>
                    <a:pt x="100790" y="32337"/>
                  </a:lnTo>
                  <a:lnTo>
                    <a:pt x="151724" y="18852"/>
                  </a:lnTo>
                  <a:lnTo>
                    <a:pt x="210186" y="8673"/>
                  </a:lnTo>
                  <a:lnTo>
                    <a:pt x="274796" y="2242"/>
                  </a:lnTo>
                  <a:lnTo>
                    <a:pt x="344170" y="0"/>
                  </a:lnTo>
                  <a:lnTo>
                    <a:pt x="413585" y="2242"/>
                  </a:lnTo>
                  <a:lnTo>
                    <a:pt x="478226" y="8673"/>
                  </a:lnTo>
                  <a:lnTo>
                    <a:pt x="536711" y="18852"/>
                  </a:lnTo>
                  <a:lnTo>
                    <a:pt x="587660" y="32337"/>
                  </a:lnTo>
                  <a:lnTo>
                    <a:pt x="629691" y="48685"/>
                  </a:lnTo>
                  <a:lnTo>
                    <a:pt x="681476" y="88203"/>
                  </a:lnTo>
                  <a:lnTo>
                    <a:pt x="688466" y="110489"/>
                  </a:lnTo>
                  <a:lnTo>
                    <a:pt x="681476" y="132734"/>
                  </a:lnTo>
                  <a:lnTo>
                    <a:pt x="629691" y="172198"/>
                  </a:lnTo>
                  <a:lnTo>
                    <a:pt x="587660" y="188531"/>
                  </a:lnTo>
                  <a:lnTo>
                    <a:pt x="536711" y="202006"/>
                  </a:lnTo>
                  <a:lnTo>
                    <a:pt x="478226" y="212181"/>
                  </a:lnTo>
                  <a:lnTo>
                    <a:pt x="413585" y="218611"/>
                  </a:lnTo>
                  <a:lnTo>
                    <a:pt x="344170" y="220852"/>
                  </a:lnTo>
                  <a:lnTo>
                    <a:pt x="274796" y="218611"/>
                  </a:lnTo>
                  <a:lnTo>
                    <a:pt x="210186" y="212181"/>
                  </a:lnTo>
                  <a:lnTo>
                    <a:pt x="151724" y="202006"/>
                  </a:lnTo>
                  <a:lnTo>
                    <a:pt x="100790" y="188531"/>
                  </a:lnTo>
                  <a:lnTo>
                    <a:pt x="58768" y="172198"/>
                  </a:lnTo>
                  <a:lnTo>
                    <a:pt x="6990" y="132734"/>
                  </a:lnTo>
                  <a:lnTo>
                    <a:pt x="0" y="11048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92482B10-6993-42E5-3F07-A9700C23C80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69054" y="2577337"/>
              <a:ext cx="389128" cy="102235"/>
            </a:xfrm>
            <a:prstGeom prst="rect">
              <a:avLst/>
            </a:prstGeom>
          </p:spPr>
        </p:pic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F9EBF7FE-7470-7235-FDFA-AEC2BE577C23}"/>
                </a:ext>
              </a:extLst>
            </p:cNvPr>
            <p:cNvSpPr/>
            <p:nvPr/>
          </p:nvSpPr>
          <p:spPr>
            <a:xfrm>
              <a:off x="4369054" y="2577337"/>
              <a:ext cx="389255" cy="102235"/>
            </a:xfrm>
            <a:custGeom>
              <a:avLst/>
              <a:gdLst/>
              <a:ahLst/>
              <a:cxnLst/>
              <a:rect l="l" t="t" r="r" b="b"/>
              <a:pathLst>
                <a:path w="389254" h="102235">
                  <a:moveTo>
                    <a:pt x="0" y="102235"/>
                  </a:moveTo>
                  <a:lnTo>
                    <a:pt x="120523" y="102235"/>
                  </a:lnTo>
                  <a:lnTo>
                    <a:pt x="241046" y="0"/>
                  </a:lnTo>
                  <a:lnTo>
                    <a:pt x="389128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>
              <a:extLst>
                <a:ext uri="{FF2B5EF4-FFF2-40B4-BE49-F238E27FC236}">
                  <a16:creationId xmlns:a16="http://schemas.microsoft.com/office/drawing/2014/main" id="{110FE591-DF81-C08C-C0D4-2B71A37E561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86580" y="2577337"/>
              <a:ext cx="354075" cy="102235"/>
            </a:xfrm>
            <a:prstGeom prst="rect">
              <a:avLst/>
            </a:prstGeom>
          </p:spPr>
        </p:pic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8E5C6896-4655-C2F7-D3F0-9CDC1E433E40}"/>
                </a:ext>
              </a:extLst>
            </p:cNvPr>
            <p:cNvSpPr/>
            <p:nvPr/>
          </p:nvSpPr>
          <p:spPr>
            <a:xfrm>
              <a:off x="4386580" y="2577337"/>
              <a:ext cx="354330" cy="102235"/>
            </a:xfrm>
            <a:custGeom>
              <a:avLst/>
              <a:gdLst/>
              <a:ahLst/>
              <a:cxnLst/>
              <a:rect l="l" t="t" r="r" b="b"/>
              <a:pathLst>
                <a:path w="354329" h="102235">
                  <a:moveTo>
                    <a:pt x="0" y="0"/>
                  </a:moveTo>
                  <a:lnTo>
                    <a:pt x="120523" y="0"/>
                  </a:lnTo>
                  <a:lnTo>
                    <a:pt x="241046" y="102235"/>
                  </a:lnTo>
                  <a:lnTo>
                    <a:pt x="354075" y="10223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A5837B2A-76F3-12CA-4249-A7D2C1053FA2}"/>
                </a:ext>
              </a:extLst>
            </p:cNvPr>
            <p:cNvSpPr/>
            <p:nvPr/>
          </p:nvSpPr>
          <p:spPr>
            <a:xfrm>
              <a:off x="4233799" y="2623692"/>
              <a:ext cx="685800" cy="153035"/>
            </a:xfrm>
            <a:custGeom>
              <a:avLst/>
              <a:gdLst/>
              <a:ahLst/>
              <a:cxnLst/>
              <a:rect l="l" t="t" r="r" b="b"/>
              <a:pathLst>
                <a:path w="685800" h="153035">
                  <a:moveTo>
                    <a:pt x="0" y="0"/>
                  </a:moveTo>
                  <a:lnTo>
                    <a:pt x="0" y="148590"/>
                  </a:lnTo>
                </a:path>
                <a:path w="685800" h="153035">
                  <a:moveTo>
                    <a:pt x="685418" y="8255"/>
                  </a:moveTo>
                  <a:lnTo>
                    <a:pt x="685418" y="15278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DEE80016-4689-78C2-ED4B-E9415A8CE4ED}"/>
                </a:ext>
              </a:extLst>
            </p:cNvPr>
            <p:cNvSpPr/>
            <p:nvPr/>
          </p:nvSpPr>
          <p:spPr>
            <a:xfrm>
              <a:off x="2862326" y="2694685"/>
              <a:ext cx="323850" cy="0"/>
            </a:xfrm>
            <a:custGeom>
              <a:avLst/>
              <a:gdLst/>
              <a:ahLst/>
              <a:cxnLst/>
              <a:rect l="l" t="t" r="r" b="b"/>
              <a:pathLst>
                <a:path w="323850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ln w="19050">
              <a:solidFill>
                <a:srgbClr val="1637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>
              <a:extLst>
                <a:ext uri="{FF2B5EF4-FFF2-40B4-BE49-F238E27FC236}">
                  <a16:creationId xmlns:a16="http://schemas.microsoft.com/office/drawing/2014/main" id="{6903B65D-C08E-5424-E343-C61A69D2CAB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66874" y="2673222"/>
              <a:ext cx="687577" cy="188213"/>
            </a:xfrm>
            <a:prstGeom prst="rect">
              <a:avLst/>
            </a:prstGeom>
          </p:spPr>
        </p:pic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2920EC37-9298-F8F2-5E34-049868F66D2B}"/>
                </a:ext>
              </a:extLst>
            </p:cNvPr>
            <p:cNvSpPr/>
            <p:nvPr/>
          </p:nvSpPr>
          <p:spPr>
            <a:xfrm>
              <a:off x="2166874" y="2673222"/>
              <a:ext cx="687705" cy="188595"/>
            </a:xfrm>
            <a:custGeom>
              <a:avLst/>
              <a:gdLst/>
              <a:ahLst/>
              <a:cxnLst/>
              <a:rect l="l" t="t" r="r" b="b"/>
              <a:pathLst>
                <a:path w="687705" h="188594">
                  <a:moveTo>
                    <a:pt x="0" y="94106"/>
                  </a:moveTo>
                  <a:lnTo>
                    <a:pt x="27017" y="57489"/>
                  </a:lnTo>
                  <a:lnTo>
                    <a:pt x="100695" y="27574"/>
                  </a:lnTo>
                  <a:lnTo>
                    <a:pt x="151575" y="16080"/>
                  </a:lnTo>
                  <a:lnTo>
                    <a:pt x="209972" y="7399"/>
                  </a:lnTo>
                  <a:lnTo>
                    <a:pt x="274504" y="1913"/>
                  </a:lnTo>
                  <a:lnTo>
                    <a:pt x="343788" y="0"/>
                  </a:lnTo>
                  <a:lnTo>
                    <a:pt x="413073" y="1913"/>
                  </a:lnTo>
                  <a:lnTo>
                    <a:pt x="477605" y="7399"/>
                  </a:lnTo>
                  <a:lnTo>
                    <a:pt x="536002" y="16080"/>
                  </a:lnTo>
                  <a:lnTo>
                    <a:pt x="586882" y="27574"/>
                  </a:lnTo>
                  <a:lnTo>
                    <a:pt x="628863" y="41504"/>
                  </a:lnTo>
                  <a:lnTo>
                    <a:pt x="680593" y="75150"/>
                  </a:lnTo>
                  <a:lnTo>
                    <a:pt x="687577" y="94106"/>
                  </a:lnTo>
                  <a:lnTo>
                    <a:pt x="680593" y="113063"/>
                  </a:lnTo>
                  <a:lnTo>
                    <a:pt x="628863" y="146709"/>
                  </a:lnTo>
                  <a:lnTo>
                    <a:pt x="586882" y="160639"/>
                  </a:lnTo>
                  <a:lnTo>
                    <a:pt x="536002" y="172133"/>
                  </a:lnTo>
                  <a:lnTo>
                    <a:pt x="477605" y="180814"/>
                  </a:lnTo>
                  <a:lnTo>
                    <a:pt x="413073" y="186300"/>
                  </a:lnTo>
                  <a:lnTo>
                    <a:pt x="343788" y="188213"/>
                  </a:lnTo>
                  <a:lnTo>
                    <a:pt x="274504" y="186300"/>
                  </a:lnTo>
                  <a:lnTo>
                    <a:pt x="209972" y="180814"/>
                  </a:lnTo>
                  <a:lnTo>
                    <a:pt x="151575" y="172133"/>
                  </a:lnTo>
                  <a:lnTo>
                    <a:pt x="100695" y="160639"/>
                  </a:lnTo>
                  <a:lnTo>
                    <a:pt x="58714" y="146709"/>
                  </a:lnTo>
                  <a:lnTo>
                    <a:pt x="6984" y="113063"/>
                  </a:lnTo>
                  <a:lnTo>
                    <a:pt x="0" y="941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>
              <a:extLst>
                <a:ext uri="{FF2B5EF4-FFF2-40B4-BE49-F238E27FC236}">
                  <a16:creationId xmlns:a16="http://schemas.microsoft.com/office/drawing/2014/main" id="{AFD8B4CB-A069-FBFD-0805-187321CF2F5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63826" y="2523235"/>
              <a:ext cx="693686" cy="245490"/>
            </a:xfrm>
            <a:prstGeom prst="rect">
              <a:avLst/>
            </a:prstGeom>
          </p:spPr>
        </p:pic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9AE75322-63C0-7DF5-FC6B-932E0293D088}"/>
                </a:ext>
              </a:extLst>
            </p:cNvPr>
            <p:cNvSpPr/>
            <p:nvPr/>
          </p:nvSpPr>
          <p:spPr>
            <a:xfrm>
              <a:off x="2163826" y="2523235"/>
              <a:ext cx="688975" cy="220979"/>
            </a:xfrm>
            <a:custGeom>
              <a:avLst/>
              <a:gdLst/>
              <a:ahLst/>
              <a:cxnLst/>
              <a:rect l="l" t="t" r="r" b="b"/>
              <a:pathLst>
                <a:path w="688975" h="220980">
                  <a:moveTo>
                    <a:pt x="0" y="110489"/>
                  </a:moveTo>
                  <a:lnTo>
                    <a:pt x="27041" y="67454"/>
                  </a:lnTo>
                  <a:lnTo>
                    <a:pt x="100790" y="32337"/>
                  </a:lnTo>
                  <a:lnTo>
                    <a:pt x="151724" y="18852"/>
                  </a:lnTo>
                  <a:lnTo>
                    <a:pt x="210186" y="8673"/>
                  </a:lnTo>
                  <a:lnTo>
                    <a:pt x="274796" y="2242"/>
                  </a:lnTo>
                  <a:lnTo>
                    <a:pt x="344169" y="0"/>
                  </a:lnTo>
                  <a:lnTo>
                    <a:pt x="413585" y="2242"/>
                  </a:lnTo>
                  <a:lnTo>
                    <a:pt x="478226" y="8673"/>
                  </a:lnTo>
                  <a:lnTo>
                    <a:pt x="536711" y="18852"/>
                  </a:lnTo>
                  <a:lnTo>
                    <a:pt x="587660" y="32337"/>
                  </a:lnTo>
                  <a:lnTo>
                    <a:pt x="629691" y="48685"/>
                  </a:lnTo>
                  <a:lnTo>
                    <a:pt x="681476" y="88203"/>
                  </a:lnTo>
                  <a:lnTo>
                    <a:pt x="688467" y="110489"/>
                  </a:lnTo>
                  <a:lnTo>
                    <a:pt x="681476" y="132734"/>
                  </a:lnTo>
                  <a:lnTo>
                    <a:pt x="629691" y="172198"/>
                  </a:lnTo>
                  <a:lnTo>
                    <a:pt x="587660" y="188531"/>
                  </a:lnTo>
                  <a:lnTo>
                    <a:pt x="536711" y="202006"/>
                  </a:lnTo>
                  <a:lnTo>
                    <a:pt x="478226" y="212181"/>
                  </a:lnTo>
                  <a:lnTo>
                    <a:pt x="413585" y="218611"/>
                  </a:lnTo>
                  <a:lnTo>
                    <a:pt x="344169" y="220852"/>
                  </a:lnTo>
                  <a:lnTo>
                    <a:pt x="274796" y="218611"/>
                  </a:lnTo>
                  <a:lnTo>
                    <a:pt x="210186" y="212181"/>
                  </a:lnTo>
                  <a:lnTo>
                    <a:pt x="151724" y="202006"/>
                  </a:lnTo>
                  <a:lnTo>
                    <a:pt x="100790" y="188531"/>
                  </a:lnTo>
                  <a:lnTo>
                    <a:pt x="58768" y="172198"/>
                  </a:lnTo>
                  <a:lnTo>
                    <a:pt x="6990" y="132734"/>
                  </a:lnTo>
                  <a:lnTo>
                    <a:pt x="0" y="1104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A94CFB35-C886-CC57-E258-748F38C14B26}"/>
                </a:ext>
              </a:extLst>
            </p:cNvPr>
            <p:cNvSpPr/>
            <p:nvPr/>
          </p:nvSpPr>
          <p:spPr>
            <a:xfrm>
              <a:off x="2302129" y="2580512"/>
              <a:ext cx="389255" cy="102235"/>
            </a:xfrm>
            <a:custGeom>
              <a:avLst/>
              <a:gdLst/>
              <a:ahLst/>
              <a:cxnLst/>
              <a:rect l="l" t="t" r="r" b="b"/>
              <a:pathLst>
                <a:path w="389255" h="102235">
                  <a:moveTo>
                    <a:pt x="0" y="102235"/>
                  </a:moveTo>
                  <a:lnTo>
                    <a:pt x="120522" y="102235"/>
                  </a:lnTo>
                  <a:lnTo>
                    <a:pt x="241045" y="0"/>
                  </a:lnTo>
                  <a:lnTo>
                    <a:pt x="389127" y="0"/>
                  </a:lnTo>
                </a:path>
                <a:path w="389255" h="102235">
                  <a:moveTo>
                    <a:pt x="17525" y="0"/>
                  </a:moveTo>
                  <a:lnTo>
                    <a:pt x="138048" y="0"/>
                  </a:lnTo>
                  <a:lnTo>
                    <a:pt x="258571" y="102235"/>
                  </a:lnTo>
                  <a:lnTo>
                    <a:pt x="371601" y="10223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8488F33D-53A6-CBB2-E5A9-520ACF53F05B}"/>
                </a:ext>
              </a:extLst>
            </p:cNvPr>
            <p:cNvSpPr/>
            <p:nvPr/>
          </p:nvSpPr>
          <p:spPr>
            <a:xfrm>
              <a:off x="2166874" y="2626867"/>
              <a:ext cx="685800" cy="153035"/>
            </a:xfrm>
            <a:custGeom>
              <a:avLst/>
              <a:gdLst/>
              <a:ahLst/>
              <a:cxnLst/>
              <a:rect l="l" t="t" r="r" b="b"/>
              <a:pathLst>
                <a:path w="685800" h="153035">
                  <a:moveTo>
                    <a:pt x="0" y="0"/>
                  </a:moveTo>
                  <a:lnTo>
                    <a:pt x="0" y="148590"/>
                  </a:lnTo>
                </a:path>
                <a:path w="685800" h="153035">
                  <a:moveTo>
                    <a:pt x="685419" y="8255"/>
                  </a:moveTo>
                  <a:lnTo>
                    <a:pt x="685419" y="15278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>
              <a:extLst>
                <a:ext uri="{FF2B5EF4-FFF2-40B4-BE49-F238E27FC236}">
                  <a16:creationId xmlns:a16="http://schemas.microsoft.com/office/drawing/2014/main" id="{A999A372-606D-12F8-5867-577C913A709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01924" y="2666872"/>
              <a:ext cx="687577" cy="188213"/>
            </a:xfrm>
            <a:prstGeom prst="rect">
              <a:avLst/>
            </a:prstGeom>
          </p:spPr>
        </p:pic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9332FCB1-E25F-F37B-5052-A11F84FB5BE5}"/>
                </a:ext>
              </a:extLst>
            </p:cNvPr>
            <p:cNvSpPr/>
            <p:nvPr/>
          </p:nvSpPr>
          <p:spPr>
            <a:xfrm>
              <a:off x="3201924" y="2666872"/>
              <a:ext cx="687705" cy="188595"/>
            </a:xfrm>
            <a:custGeom>
              <a:avLst/>
              <a:gdLst/>
              <a:ahLst/>
              <a:cxnLst/>
              <a:rect l="l" t="t" r="r" b="b"/>
              <a:pathLst>
                <a:path w="687704" h="188594">
                  <a:moveTo>
                    <a:pt x="0" y="94106"/>
                  </a:moveTo>
                  <a:lnTo>
                    <a:pt x="27017" y="57489"/>
                  </a:lnTo>
                  <a:lnTo>
                    <a:pt x="100695" y="27574"/>
                  </a:lnTo>
                  <a:lnTo>
                    <a:pt x="151575" y="16080"/>
                  </a:lnTo>
                  <a:lnTo>
                    <a:pt x="209972" y="7399"/>
                  </a:lnTo>
                  <a:lnTo>
                    <a:pt x="274504" y="1913"/>
                  </a:lnTo>
                  <a:lnTo>
                    <a:pt x="343788" y="0"/>
                  </a:lnTo>
                  <a:lnTo>
                    <a:pt x="413073" y="1913"/>
                  </a:lnTo>
                  <a:lnTo>
                    <a:pt x="477605" y="7399"/>
                  </a:lnTo>
                  <a:lnTo>
                    <a:pt x="536002" y="16080"/>
                  </a:lnTo>
                  <a:lnTo>
                    <a:pt x="586882" y="27574"/>
                  </a:lnTo>
                  <a:lnTo>
                    <a:pt x="628863" y="41504"/>
                  </a:lnTo>
                  <a:lnTo>
                    <a:pt x="680593" y="75150"/>
                  </a:lnTo>
                  <a:lnTo>
                    <a:pt x="687577" y="94106"/>
                  </a:lnTo>
                  <a:lnTo>
                    <a:pt x="680593" y="113063"/>
                  </a:lnTo>
                  <a:lnTo>
                    <a:pt x="628863" y="146709"/>
                  </a:lnTo>
                  <a:lnTo>
                    <a:pt x="586882" y="160639"/>
                  </a:lnTo>
                  <a:lnTo>
                    <a:pt x="536002" y="172133"/>
                  </a:lnTo>
                  <a:lnTo>
                    <a:pt x="477605" y="180814"/>
                  </a:lnTo>
                  <a:lnTo>
                    <a:pt x="413073" y="186300"/>
                  </a:lnTo>
                  <a:lnTo>
                    <a:pt x="343788" y="188213"/>
                  </a:lnTo>
                  <a:lnTo>
                    <a:pt x="274504" y="186300"/>
                  </a:lnTo>
                  <a:lnTo>
                    <a:pt x="209972" y="180814"/>
                  </a:lnTo>
                  <a:lnTo>
                    <a:pt x="151575" y="172133"/>
                  </a:lnTo>
                  <a:lnTo>
                    <a:pt x="100695" y="160639"/>
                  </a:lnTo>
                  <a:lnTo>
                    <a:pt x="58714" y="146709"/>
                  </a:lnTo>
                  <a:lnTo>
                    <a:pt x="6984" y="113063"/>
                  </a:lnTo>
                  <a:lnTo>
                    <a:pt x="0" y="941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>
              <a:extLst>
                <a:ext uri="{FF2B5EF4-FFF2-40B4-BE49-F238E27FC236}">
                  <a16:creationId xmlns:a16="http://schemas.microsoft.com/office/drawing/2014/main" id="{58B56D69-D6C7-0451-C74C-99438480EF5F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98876" y="2516885"/>
              <a:ext cx="693686" cy="245490"/>
            </a:xfrm>
            <a:prstGeom prst="rect">
              <a:avLst/>
            </a:prstGeom>
          </p:spPr>
        </p:pic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802D7ACD-1875-D6EA-A30E-84A96C6A7346}"/>
                </a:ext>
              </a:extLst>
            </p:cNvPr>
            <p:cNvSpPr/>
            <p:nvPr/>
          </p:nvSpPr>
          <p:spPr>
            <a:xfrm>
              <a:off x="3198876" y="2516885"/>
              <a:ext cx="688975" cy="220979"/>
            </a:xfrm>
            <a:custGeom>
              <a:avLst/>
              <a:gdLst/>
              <a:ahLst/>
              <a:cxnLst/>
              <a:rect l="l" t="t" r="r" b="b"/>
              <a:pathLst>
                <a:path w="688975" h="220980">
                  <a:moveTo>
                    <a:pt x="0" y="110489"/>
                  </a:moveTo>
                  <a:lnTo>
                    <a:pt x="27041" y="67454"/>
                  </a:lnTo>
                  <a:lnTo>
                    <a:pt x="100790" y="32337"/>
                  </a:lnTo>
                  <a:lnTo>
                    <a:pt x="151724" y="18852"/>
                  </a:lnTo>
                  <a:lnTo>
                    <a:pt x="210186" y="8673"/>
                  </a:lnTo>
                  <a:lnTo>
                    <a:pt x="274796" y="2242"/>
                  </a:lnTo>
                  <a:lnTo>
                    <a:pt x="344170" y="0"/>
                  </a:lnTo>
                  <a:lnTo>
                    <a:pt x="413585" y="2242"/>
                  </a:lnTo>
                  <a:lnTo>
                    <a:pt x="478226" y="8673"/>
                  </a:lnTo>
                  <a:lnTo>
                    <a:pt x="536711" y="18852"/>
                  </a:lnTo>
                  <a:lnTo>
                    <a:pt x="587660" y="32337"/>
                  </a:lnTo>
                  <a:lnTo>
                    <a:pt x="629691" y="48685"/>
                  </a:lnTo>
                  <a:lnTo>
                    <a:pt x="681476" y="88203"/>
                  </a:lnTo>
                  <a:lnTo>
                    <a:pt x="688466" y="110489"/>
                  </a:lnTo>
                  <a:lnTo>
                    <a:pt x="681476" y="132734"/>
                  </a:lnTo>
                  <a:lnTo>
                    <a:pt x="629691" y="172198"/>
                  </a:lnTo>
                  <a:lnTo>
                    <a:pt x="587660" y="188531"/>
                  </a:lnTo>
                  <a:lnTo>
                    <a:pt x="536711" y="202006"/>
                  </a:lnTo>
                  <a:lnTo>
                    <a:pt x="478226" y="212181"/>
                  </a:lnTo>
                  <a:lnTo>
                    <a:pt x="413585" y="218611"/>
                  </a:lnTo>
                  <a:lnTo>
                    <a:pt x="344170" y="220852"/>
                  </a:lnTo>
                  <a:lnTo>
                    <a:pt x="274796" y="218611"/>
                  </a:lnTo>
                  <a:lnTo>
                    <a:pt x="210186" y="212181"/>
                  </a:lnTo>
                  <a:lnTo>
                    <a:pt x="151724" y="202006"/>
                  </a:lnTo>
                  <a:lnTo>
                    <a:pt x="100790" y="188531"/>
                  </a:lnTo>
                  <a:lnTo>
                    <a:pt x="58768" y="172198"/>
                  </a:lnTo>
                  <a:lnTo>
                    <a:pt x="6990" y="132734"/>
                  </a:lnTo>
                  <a:lnTo>
                    <a:pt x="0" y="11048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9907DC28-BC84-4B27-F4F2-27C7F939940B}"/>
                </a:ext>
              </a:extLst>
            </p:cNvPr>
            <p:cNvSpPr/>
            <p:nvPr/>
          </p:nvSpPr>
          <p:spPr>
            <a:xfrm>
              <a:off x="3337179" y="2574162"/>
              <a:ext cx="389255" cy="102235"/>
            </a:xfrm>
            <a:custGeom>
              <a:avLst/>
              <a:gdLst/>
              <a:ahLst/>
              <a:cxnLst/>
              <a:rect l="l" t="t" r="r" b="b"/>
              <a:pathLst>
                <a:path w="389254" h="102235">
                  <a:moveTo>
                    <a:pt x="0" y="102235"/>
                  </a:moveTo>
                  <a:lnTo>
                    <a:pt x="120523" y="102235"/>
                  </a:lnTo>
                  <a:lnTo>
                    <a:pt x="241046" y="0"/>
                  </a:lnTo>
                  <a:lnTo>
                    <a:pt x="389128" y="0"/>
                  </a:lnTo>
                </a:path>
                <a:path w="389254" h="102235">
                  <a:moveTo>
                    <a:pt x="17525" y="0"/>
                  </a:moveTo>
                  <a:lnTo>
                    <a:pt x="138049" y="0"/>
                  </a:lnTo>
                  <a:lnTo>
                    <a:pt x="258572" y="102235"/>
                  </a:lnTo>
                  <a:lnTo>
                    <a:pt x="371601" y="10223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C7BDEDB6-ED85-A692-0218-AA478A889980}"/>
                </a:ext>
              </a:extLst>
            </p:cNvPr>
            <p:cNvSpPr/>
            <p:nvPr/>
          </p:nvSpPr>
          <p:spPr>
            <a:xfrm>
              <a:off x="3201924" y="2620517"/>
              <a:ext cx="685800" cy="153035"/>
            </a:xfrm>
            <a:custGeom>
              <a:avLst/>
              <a:gdLst/>
              <a:ahLst/>
              <a:cxnLst/>
              <a:rect l="l" t="t" r="r" b="b"/>
              <a:pathLst>
                <a:path w="685800" h="153035">
                  <a:moveTo>
                    <a:pt x="0" y="0"/>
                  </a:moveTo>
                  <a:lnTo>
                    <a:pt x="0" y="148590"/>
                  </a:lnTo>
                </a:path>
                <a:path w="685800" h="153035">
                  <a:moveTo>
                    <a:pt x="685418" y="8255"/>
                  </a:moveTo>
                  <a:lnTo>
                    <a:pt x="685418" y="15278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>
              <a:extLst>
                <a:ext uri="{FF2B5EF4-FFF2-40B4-BE49-F238E27FC236}">
                  <a16:creationId xmlns:a16="http://schemas.microsoft.com/office/drawing/2014/main" id="{776CCCDB-8D54-6FB1-B270-FE4424A0DD16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98999" y="2673222"/>
              <a:ext cx="687577" cy="188213"/>
            </a:xfrm>
            <a:prstGeom prst="rect">
              <a:avLst/>
            </a:prstGeom>
          </p:spPr>
        </p:pic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91D56A9A-2553-6573-2718-6AE0ADF50EEF}"/>
                </a:ext>
              </a:extLst>
            </p:cNvPr>
            <p:cNvSpPr/>
            <p:nvPr/>
          </p:nvSpPr>
          <p:spPr>
            <a:xfrm>
              <a:off x="5198999" y="2673222"/>
              <a:ext cx="687705" cy="188595"/>
            </a:xfrm>
            <a:custGeom>
              <a:avLst/>
              <a:gdLst/>
              <a:ahLst/>
              <a:cxnLst/>
              <a:rect l="l" t="t" r="r" b="b"/>
              <a:pathLst>
                <a:path w="687704" h="188594">
                  <a:moveTo>
                    <a:pt x="0" y="94106"/>
                  </a:moveTo>
                  <a:lnTo>
                    <a:pt x="27017" y="57489"/>
                  </a:lnTo>
                  <a:lnTo>
                    <a:pt x="100695" y="27574"/>
                  </a:lnTo>
                  <a:lnTo>
                    <a:pt x="151575" y="16080"/>
                  </a:lnTo>
                  <a:lnTo>
                    <a:pt x="209972" y="7399"/>
                  </a:lnTo>
                  <a:lnTo>
                    <a:pt x="274504" y="1913"/>
                  </a:lnTo>
                  <a:lnTo>
                    <a:pt x="343788" y="0"/>
                  </a:lnTo>
                  <a:lnTo>
                    <a:pt x="413073" y="1913"/>
                  </a:lnTo>
                  <a:lnTo>
                    <a:pt x="477605" y="7399"/>
                  </a:lnTo>
                  <a:lnTo>
                    <a:pt x="536002" y="16080"/>
                  </a:lnTo>
                  <a:lnTo>
                    <a:pt x="586882" y="27574"/>
                  </a:lnTo>
                  <a:lnTo>
                    <a:pt x="628863" y="41504"/>
                  </a:lnTo>
                  <a:lnTo>
                    <a:pt x="680593" y="75150"/>
                  </a:lnTo>
                  <a:lnTo>
                    <a:pt x="687577" y="94106"/>
                  </a:lnTo>
                  <a:lnTo>
                    <a:pt x="680593" y="113063"/>
                  </a:lnTo>
                  <a:lnTo>
                    <a:pt x="628863" y="146709"/>
                  </a:lnTo>
                  <a:lnTo>
                    <a:pt x="586882" y="160639"/>
                  </a:lnTo>
                  <a:lnTo>
                    <a:pt x="536002" y="172133"/>
                  </a:lnTo>
                  <a:lnTo>
                    <a:pt x="477605" y="180814"/>
                  </a:lnTo>
                  <a:lnTo>
                    <a:pt x="413073" y="186300"/>
                  </a:lnTo>
                  <a:lnTo>
                    <a:pt x="343788" y="188213"/>
                  </a:lnTo>
                  <a:lnTo>
                    <a:pt x="274504" y="186300"/>
                  </a:lnTo>
                  <a:lnTo>
                    <a:pt x="209972" y="180814"/>
                  </a:lnTo>
                  <a:lnTo>
                    <a:pt x="151575" y="172133"/>
                  </a:lnTo>
                  <a:lnTo>
                    <a:pt x="100695" y="160639"/>
                  </a:lnTo>
                  <a:lnTo>
                    <a:pt x="58714" y="146709"/>
                  </a:lnTo>
                  <a:lnTo>
                    <a:pt x="6984" y="113063"/>
                  </a:lnTo>
                  <a:lnTo>
                    <a:pt x="0" y="941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>
              <a:extLst>
                <a:ext uri="{FF2B5EF4-FFF2-40B4-BE49-F238E27FC236}">
                  <a16:creationId xmlns:a16="http://schemas.microsoft.com/office/drawing/2014/main" id="{EED910FD-EC2A-D839-7359-5CC909879C5B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95951" y="2523235"/>
              <a:ext cx="693686" cy="245490"/>
            </a:xfrm>
            <a:prstGeom prst="rect">
              <a:avLst/>
            </a:prstGeom>
          </p:spPr>
        </p:pic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20BB15C8-AB36-4DBB-45C2-FD75337B3159}"/>
                </a:ext>
              </a:extLst>
            </p:cNvPr>
            <p:cNvSpPr/>
            <p:nvPr/>
          </p:nvSpPr>
          <p:spPr>
            <a:xfrm>
              <a:off x="5195951" y="2523235"/>
              <a:ext cx="688975" cy="220979"/>
            </a:xfrm>
            <a:custGeom>
              <a:avLst/>
              <a:gdLst/>
              <a:ahLst/>
              <a:cxnLst/>
              <a:rect l="l" t="t" r="r" b="b"/>
              <a:pathLst>
                <a:path w="688975" h="220980">
                  <a:moveTo>
                    <a:pt x="0" y="110489"/>
                  </a:moveTo>
                  <a:lnTo>
                    <a:pt x="27041" y="67454"/>
                  </a:lnTo>
                  <a:lnTo>
                    <a:pt x="100790" y="32337"/>
                  </a:lnTo>
                  <a:lnTo>
                    <a:pt x="151724" y="18852"/>
                  </a:lnTo>
                  <a:lnTo>
                    <a:pt x="210186" y="8673"/>
                  </a:lnTo>
                  <a:lnTo>
                    <a:pt x="274796" y="2242"/>
                  </a:lnTo>
                  <a:lnTo>
                    <a:pt x="344170" y="0"/>
                  </a:lnTo>
                  <a:lnTo>
                    <a:pt x="413585" y="2242"/>
                  </a:lnTo>
                  <a:lnTo>
                    <a:pt x="478226" y="8673"/>
                  </a:lnTo>
                  <a:lnTo>
                    <a:pt x="536711" y="18852"/>
                  </a:lnTo>
                  <a:lnTo>
                    <a:pt x="587660" y="32337"/>
                  </a:lnTo>
                  <a:lnTo>
                    <a:pt x="629691" y="48685"/>
                  </a:lnTo>
                  <a:lnTo>
                    <a:pt x="681476" y="88203"/>
                  </a:lnTo>
                  <a:lnTo>
                    <a:pt x="688466" y="110489"/>
                  </a:lnTo>
                  <a:lnTo>
                    <a:pt x="681476" y="132734"/>
                  </a:lnTo>
                  <a:lnTo>
                    <a:pt x="629691" y="172198"/>
                  </a:lnTo>
                  <a:lnTo>
                    <a:pt x="587660" y="188531"/>
                  </a:lnTo>
                  <a:lnTo>
                    <a:pt x="536711" y="202006"/>
                  </a:lnTo>
                  <a:lnTo>
                    <a:pt x="478226" y="212181"/>
                  </a:lnTo>
                  <a:lnTo>
                    <a:pt x="413585" y="218611"/>
                  </a:lnTo>
                  <a:lnTo>
                    <a:pt x="344170" y="220852"/>
                  </a:lnTo>
                  <a:lnTo>
                    <a:pt x="274796" y="218611"/>
                  </a:lnTo>
                  <a:lnTo>
                    <a:pt x="210186" y="212181"/>
                  </a:lnTo>
                  <a:lnTo>
                    <a:pt x="151724" y="202006"/>
                  </a:lnTo>
                  <a:lnTo>
                    <a:pt x="100790" y="188531"/>
                  </a:lnTo>
                  <a:lnTo>
                    <a:pt x="58768" y="172198"/>
                  </a:lnTo>
                  <a:lnTo>
                    <a:pt x="6990" y="132734"/>
                  </a:lnTo>
                  <a:lnTo>
                    <a:pt x="0" y="11048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>
              <a:extLst>
                <a:ext uri="{FF2B5EF4-FFF2-40B4-BE49-F238E27FC236}">
                  <a16:creationId xmlns:a16="http://schemas.microsoft.com/office/drawing/2014/main" id="{807D2652-FB9C-A316-06B7-652DA25FB111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34254" y="2580512"/>
              <a:ext cx="389128" cy="102235"/>
            </a:xfrm>
            <a:prstGeom prst="rect">
              <a:avLst/>
            </a:prstGeom>
          </p:spPr>
        </p:pic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949EAFA6-35AF-BA61-CE91-06BE0C40FAFD}"/>
                </a:ext>
              </a:extLst>
            </p:cNvPr>
            <p:cNvSpPr/>
            <p:nvPr/>
          </p:nvSpPr>
          <p:spPr>
            <a:xfrm>
              <a:off x="5334254" y="2580512"/>
              <a:ext cx="389255" cy="102235"/>
            </a:xfrm>
            <a:custGeom>
              <a:avLst/>
              <a:gdLst/>
              <a:ahLst/>
              <a:cxnLst/>
              <a:rect l="l" t="t" r="r" b="b"/>
              <a:pathLst>
                <a:path w="389254" h="102235">
                  <a:moveTo>
                    <a:pt x="0" y="102235"/>
                  </a:moveTo>
                  <a:lnTo>
                    <a:pt x="120523" y="102235"/>
                  </a:lnTo>
                  <a:lnTo>
                    <a:pt x="241046" y="0"/>
                  </a:lnTo>
                  <a:lnTo>
                    <a:pt x="389128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>
              <a:extLst>
                <a:ext uri="{FF2B5EF4-FFF2-40B4-BE49-F238E27FC236}">
                  <a16:creationId xmlns:a16="http://schemas.microsoft.com/office/drawing/2014/main" id="{F804A93A-2AEC-E2D8-0842-43BB55AB3F4C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51780" y="2580512"/>
              <a:ext cx="354075" cy="102235"/>
            </a:xfrm>
            <a:prstGeom prst="rect">
              <a:avLst/>
            </a:prstGeom>
          </p:spPr>
        </p:pic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A76AEFA1-72B6-9C2C-B83B-92801DFD760C}"/>
                </a:ext>
              </a:extLst>
            </p:cNvPr>
            <p:cNvSpPr/>
            <p:nvPr/>
          </p:nvSpPr>
          <p:spPr>
            <a:xfrm>
              <a:off x="5351780" y="2580512"/>
              <a:ext cx="354330" cy="102235"/>
            </a:xfrm>
            <a:custGeom>
              <a:avLst/>
              <a:gdLst/>
              <a:ahLst/>
              <a:cxnLst/>
              <a:rect l="l" t="t" r="r" b="b"/>
              <a:pathLst>
                <a:path w="354329" h="102235">
                  <a:moveTo>
                    <a:pt x="0" y="0"/>
                  </a:moveTo>
                  <a:lnTo>
                    <a:pt x="120523" y="0"/>
                  </a:lnTo>
                  <a:lnTo>
                    <a:pt x="241046" y="102235"/>
                  </a:lnTo>
                  <a:lnTo>
                    <a:pt x="354075" y="10223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96F8CDC5-25BC-F3B5-874A-DE8165E9BE23}"/>
                </a:ext>
              </a:extLst>
            </p:cNvPr>
            <p:cNvSpPr/>
            <p:nvPr/>
          </p:nvSpPr>
          <p:spPr>
            <a:xfrm>
              <a:off x="5198999" y="2626867"/>
              <a:ext cx="685800" cy="153035"/>
            </a:xfrm>
            <a:custGeom>
              <a:avLst/>
              <a:gdLst/>
              <a:ahLst/>
              <a:cxnLst/>
              <a:rect l="l" t="t" r="r" b="b"/>
              <a:pathLst>
                <a:path w="685800" h="153035">
                  <a:moveTo>
                    <a:pt x="0" y="0"/>
                  </a:moveTo>
                  <a:lnTo>
                    <a:pt x="0" y="148590"/>
                  </a:lnTo>
                </a:path>
                <a:path w="685800" h="153035">
                  <a:moveTo>
                    <a:pt x="685418" y="8255"/>
                  </a:moveTo>
                  <a:lnTo>
                    <a:pt x="685418" y="15278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>
            <a:extLst>
              <a:ext uri="{FF2B5EF4-FFF2-40B4-BE49-F238E27FC236}">
                <a16:creationId xmlns:a16="http://schemas.microsoft.com/office/drawing/2014/main" id="{6189458B-C22C-CB76-0A7D-84FA8987656D}"/>
              </a:ext>
            </a:extLst>
          </p:cNvPr>
          <p:cNvSpPr txBox="1"/>
          <p:nvPr/>
        </p:nvSpPr>
        <p:spPr>
          <a:xfrm>
            <a:off x="6448805" y="2204720"/>
            <a:ext cx="1955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163793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7FA4930E-1366-BD77-481F-83B445FD1297}"/>
              </a:ext>
            </a:extLst>
          </p:cNvPr>
          <p:cNvSpPr/>
          <p:nvPr/>
        </p:nvSpPr>
        <p:spPr>
          <a:xfrm>
            <a:off x="6908800" y="2675635"/>
            <a:ext cx="323850" cy="0"/>
          </a:xfrm>
          <a:custGeom>
            <a:avLst/>
            <a:gdLst/>
            <a:ahLst/>
            <a:cxnLst/>
            <a:rect l="l" t="t" r="r" b="b"/>
            <a:pathLst>
              <a:path w="323850">
                <a:moveTo>
                  <a:pt x="0" y="0"/>
                </a:moveTo>
                <a:lnTo>
                  <a:pt x="323850" y="0"/>
                </a:lnTo>
              </a:path>
            </a:pathLst>
          </a:custGeom>
          <a:ln w="19050">
            <a:solidFill>
              <a:srgbClr val="1637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CDBF6868-93A0-52B1-5B3C-5A68F9A13392}"/>
              </a:ext>
            </a:extLst>
          </p:cNvPr>
          <p:cNvSpPr txBox="1"/>
          <p:nvPr/>
        </p:nvSpPr>
        <p:spPr>
          <a:xfrm>
            <a:off x="6351778" y="2827147"/>
            <a:ext cx="4387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IPv6</a:t>
            </a:r>
            <a:endParaRPr sz="1600">
              <a:latin typeface="Arial"/>
              <a:cs typeface="Arial"/>
            </a:endParaRPr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D0C86052-4899-55DC-F11B-8D1E74016C31}"/>
              </a:ext>
            </a:extLst>
          </p:cNvPr>
          <p:cNvSpPr txBox="1"/>
          <p:nvPr/>
        </p:nvSpPr>
        <p:spPr>
          <a:xfrm>
            <a:off x="7333233" y="2830194"/>
            <a:ext cx="4387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IPv6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8" name="object 58">
            <a:extLst>
              <a:ext uri="{FF2B5EF4-FFF2-40B4-BE49-F238E27FC236}">
                <a16:creationId xmlns:a16="http://schemas.microsoft.com/office/drawing/2014/main" id="{9458F21A-8E6F-4D74-C9E9-A18BBD531334}"/>
              </a:ext>
            </a:extLst>
          </p:cNvPr>
          <p:cNvGrpSpPr/>
          <p:nvPr/>
        </p:nvGrpSpPr>
        <p:grpSpPr>
          <a:xfrm>
            <a:off x="6196076" y="2513710"/>
            <a:ext cx="1678305" cy="354330"/>
            <a:chOff x="6196076" y="2513710"/>
            <a:chExt cx="1678305" cy="354330"/>
          </a:xfrm>
        </p:grpSpPr>
        <p:pic>
          <p:nvPicPr>
            <p:cNvPr id="59" name="object 59">
              <a:extLst>
                <a:ext uri="{FF2B5EF4-FFF2-40B4-BE49-F238E27FC236}">
                  <a16:creationId xmlns:a16="http://schemas.microsoft.com/office/drawing/2014/main" id="{44CDD011-41CC-6FC7-573F-369F3845C6C7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205474" y="2673222"/>
              <a:ext cx="687577" cy="188213"/>
            </a:xfrm>
            <a:prstGeom prst="rect">
              <a:avLst/>
            </a:prstGeom>
          </p:spPr>
        </p:pic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B6ED9333-8C92-19DF-4B6E-D87055D47A71}"/>
                </a:ext>
              </a:extLst>
            </p:cNvPr>
            <p:cNvSpPr/>
            <p:nvPr/>
          </p:nvSpPr>
          <p:spPr>
            <a:xfrm>
              <a:off x="6205474" y="2673222"/>
              <a:ext cx="687705" cy="188595"/>
            </a:xfrm>
            <a:custGeom>
              <a:avLst/>
              <a:gdLst/>
              <a:ahLst/>
              <a:cxnLst/>
              <a:rect l="l" t="t" r="r" b="b"/>
              <a:pathLst>
                <a:path w="687704" h="188594">
                  <a:moveTo>
                    <a:pt x="0" y="94106"/>
                  </a:moveTo>
                  <a:lnTo>
                    <a:pt x="27017" y="57489"/>
                  </a:lnTo>
                  <a:lnTo>
                    <a:pt x="100695" y="27574"/>
                  </a:lnTo>
                  <a:lnTo>
                    <a:pt x="151575" y="16080"/>
                  </a:lnTo>
                  <a:lnTo>
                    <a:pt x="209972" y="7399"/>
                  </a:lnTo>
                  <a:lnTo>
                    <a:pt x="274504" y="1913"/>
                  </a:lnTo>
                  <a:lnTo>
                    <a:pt x="343789" y="0"/>
                  </a:lnTo>
                  <a:lnTo>
                    <a:pt x="413073" y="1913"/>
                  </a:lnTo>
                  <a:lnTo>
                    <a:pt x="477605" y="7399"/>
                  </a:lnTo>
                  <a:lnTo>
                    <a:pt x="536002" y="16080"/>
                  </a:lnTo>
                  <a:lnTo>
                    <a:pt x="586882" y="27574"/>
                  </a:lnTo>
                  <a:lnTo>
                    <a:pt x="628863" y="41504"/>
                  </a:lnTo>
                  <a:lnTo>
                    <a:pt x="680593" y="75150"/>
                  </a:lnTo>
                  <a:lnTo>
                    <a:pt x="687577" y="94106"/>
                  </a:lnTo>
                  <a:lnTo>
                    <a:pt x="680593" y="113063"/>
                  </a:lnTo>
                  <a:lnTo>
                    <a:pt x="628863" y="146709"/>
                  </a:lnTo>
                  <a:lnTo>
                    <a:pt x="586882" y="160639"/>
                  </a:lnTo>
                  <a:lnTo>
                    <a:pt x="536002" y="172133"/>
                  </a:lnTo>
                  <a:lnTo>
                    <a:pt x="477605" y="180814"/>
                  </a:lnTo>
                  <a:lnTo>
                    <a:pt x="413073" y="186300"/>
                  </a:lnTo>
                  <a:lnTo>
                    <a:pt x="343789" y="188213"/>
                  </a:lnTo>
                  <a:lnTo>
                    <a:pt x="274504" y="186300"/>
                  </a:lnTo>
                  <a:lnTo>
                    <a:pt x="209972" y="180814"/>
                  </a:lnTo>
                  <a:lnTo>
                    <a:pt x="151575" y="172133"/>
                  </a:lnTo>
                  <a:lnTo>
                    <a:pt x="100695" y="160639"/>
                  </a:lnTo>
                  <a:lnTo>
                    <a:pt x="58714" y="146709"/>
                  </a:lnTo>
                  <a:lnTo>
                    <a:pt x="6984" y="113063"/>
                  </a:lnTo>
                  <a:lnTo>
                    <a:pt x="0" y="941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>
              <a:extLst>
                <a:ext uri="{FF2B5EF4-FFF2-40B4-BE49-F238E27FC236}">
                  <a16:creationId xmlns:a16="http://schemas.microsoft.com/office/drawing/2014/main" id="{2BD82311-AA94-F029-519E-73D7192ECBFF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02426" y="2523235"/>
              <a:ext cx="693686" cy="245490"/>
            </a:xfrm>
            <a:prstGeom prst="rect">
              <a:avLst/>
            </a:prstGeom>
          </p:spPr>
        </p:pic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56F0826B-E6D0-D080-321D-91623F5816F0}"/>
                </a:ext>
              </a:extLst>
            </p:cNvPr>
            <p:cNvSpPr/>
            <p:nvPr/>
          </p:nvSpPr>
          <p:spPr>
            <a:xfrm>
              <a:off x="6202426" y="2523235"/>
              <a:ext cx="688975" cy="220979"/>
            </a:xfrm>
            <a:custGeom>
              <a:avLst/>
              <a:gdLst/>
              <a:ahLst/>
              <a:cxnLst/>
              <a:rect l="l" t="t" r="r" b="b"/>
              <a:pathLst>
                <a:path w="688975" h="220980">
                  <a:moveTo>
                    <a:pt x="0" y="110489"/>
                  </a:moveTo>
                  <a:lnTo>
                    <a:pt x="27041" y="67508"/>
                  </a:lnTo>
                  <a:lnTo>
                    <a:pt x="100790" y="32385"/>
                  </a:lnTo>
                  <a:lnTo>
                    <a:pt x="151724" y="18886"/>
                  </a:lnTo>
                  <a:lnTo>
                    <a:pt x="210186" y="8691"/>
                  </a:lnTo>
                  <a:lnTo>
                    <a:pt x="274796" y="2247"/>
                  </a:lnTo>
                  <a:lnTo>
                    <a:pt x="344170" y="0"/>
                  </a:lnTo>
                  <a:lnTo>
                    <a:pt x="413585" y="2247"/>
                  </a:lnTo>
                  <a:lnTo>
                    <a:pt x="478226" y="8691"/>
                  </a:lnTo>
                  <a:lnTo>
                    <a:pt x="536711" y="18886"/>
                  </a:lnTo>
                  <a:lnTo>
                    <a:pt x="587660" y="32385"/>
                  </a:lnTo>
                  <a:lnTo>
                    <a:pt x="629691" y="48741"/>
                  </a:lnTo>
                  <a:lnTo>
                    <a:pt x="681476" y="88240"/>
                  </a:lnTo>
                  <a:lnTo>
                    <a:pt x="688467" y="110489"/>
                  </a:lnTo>
                  <a:lnTo>
                    <a:pt x="681476" y="132734"/>
                  </a:lnTo>
                  <a:lnTo>
                    <a:pt x="629691" y="172198"/>
                  </a:lnTo>
                  <a:lnTo>
                    <a:pt x="587660" y="188531"/>
                  </a:lnTo>
                  <a:lnTo>
                    <a:pt x="536711" y="202006"/>
                  </a:lnTo>
                  <a:lnTo>
                    <a:pt x="478226" y="212181"/>
                  </a:lnTo>
                  <a:lnTo>
                    <a:pt x="413585" y="218611"/>
                  </a:lnTo>
                  <a:lnTo>
                    <a:pt x="344170" y="220852"/>
                  </a:lnTo>
                  <a:lnTo>
                    <a:pt x="274796" y="218611"/>
                  </a:lnTo>
                  <a:lnTo>
                    <a:pt x="210186" y="212181"/>
                  </a:lnTo>
                  <a:lnTo>
                    <a:pt x="151724" y="202006"/>
                  </a:lnTo>
                  <a:lnTo>
                    <a:pt x="100790" y="188531"/>
                  </a:lnTo>
                  <a:lnTo>
                    <a:pt x="58768" y="172198"/>
                  </a:lnTo>
                  <a:lnTo>
                    <a:pt x="6990" y="132734"/>
                  </a:lnTo>
                  <a:lnTo>
                    <a:pt x="0" y="1104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939E73B3-C132-AED0-736E-7C0C843EB8FC}"/>
                </a:ext>
              </a:extLst>
            </p:cNvPr>
            <p:cNvSpPr/>
            <p:nvPr/>
          </p:nvSpPr>
          <p:spPr>
            <a:xfrm>
              <a:off x="6340729" y="2580512"/>
              <a:ext cx="389255" cy="102235"/>
            </a:xfrm>
            <a:custGeom>
              <a:avLst/>
              <a:gdLst/>
              <a:ahLst/>
              <a:cxnLst/>
              <a:rect l="l" t="t" r="r" b="b"/>
              <a:pathLst>
                <a:path w="389254" h="102235">
                  <a:moveTo>
                    <a:pt x="0" y="102235"/>
                  </a:moveTo>
                  <a:lnTo>
                    <a:pt x="120523" y="102235"/>
                  </a:lnTo>
                  <a:lnTo>
                    <a:pt x="241046" y="0"/>
                  </a:lnTo>
                  <a:lnTo>
                    <a:pt x="389127" y="0"/>
                  </a:lnTo>
                </a:path>
                <a:path w="389254" h="102235">
                  <a:moveTo>
                    <a:pt x="17525" y="0"/>
                  </a:moveTo>
                  <a:lnTo>
                    <a:pt x="138049" y="0"/>
                  </a:lnTo>
                  <a:lnTo>
                    <a:pt x="258572" y="102235"/>
                  </a:lnTo>
                  <a:lnTo>
                    <a:pt x="371601" y="10223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7B310F1F-CC99-3117-81CF-2111F772572F}"/>
                </a:ext>
              </a:extLst>
            </p:cNvPr>
            <p:cNvSpPr/>
            <p:nvPr/>
          </p:nvSpPr>
          <p:spPr>
            <a:xfrm>
              <a:off x="6205474" y="2626867"/>
              <a:ext cx="685800" cy="153035"/>
            </a:xfrm>
            <a:custGeom>
              <a:avLst/>
              <a:gdLst/>
              <a:ahLst/>
              <a:cxnLst/>
              <a:rect l="l" t="t" r="r" b="b"/>
              <a:pathLst>
                <a:path w="685800" h="153035">
                  <a:moveTo>
                    <a:pt x="0" y="0"/>
                  </a:moveTo>
                  <a:lnTo>
                    <a:pt x="0" y="148590"/>
                  </a:lnTo>
                </a:path>
                <a:path w="685800" h="153035">
                  <a:moveTo>
                    <a:pt x="685419" y="8255"/>
                  </a:moveTo>
                  <a:lnTo>
                    <a:pt x="685419" y="15278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>
              <a:extLst>
                <a:ext uri="{FF2B5EF4-FFF2-40B4-BE49-F238E27FC236}">
                  <a16:creationId xmlns:a16="http://schemas.microsoft.com/office/drawing/2014/main" id="{345129D5-0BDB-2A79-AC85-028086D1038A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80199" y="2670047"/>
              <a:ext cx="687577" cy="188213"/>
            </a:xfrm>
            <a:prstGeom prst="rect">
              <a:avLst/>
            </a:prstGeom>
          </p:spPr>
        </p:pic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2E332493-5319-E2C0-170A-D856B28060BD}"/>
                </a:ext>
              </a:extLst>
            </p:cNvPr>
            <p:cNvSpPr/>
            <p:nvPr/>
          </p:nvSpPr>
          <p:spPr>
            <a:xfrm>
              <a:off x="7180199" y="2670047"/>
              <a:ext cx="687705" cy="188595"/>
            </a:xfrm>
            <a:custGeom>
              <a:avLst/>
              <a:gdLst/>
              <a:ahLst/>
              <a:cxnLst/>
              <a:rect l="l" t="t" r="r" b="b"/>
              <a:pathLst>
                <a:path w="687704" h="188594">
                  <a:moveTo>
                    <a:pt x="0" y="94106"/>
                  </a:moveTo>
                  <a:lnTo>
                    <a:pt x="27017" y="57489"/>
                  </a:lnTo>
                  <a:lnTo>
                    <a:pt x="100695" y="27574"/>
                  </a:lnTo>
                  <a:lnTo>
                    <a:pt x="151575" y="16080"/>
                  </a:lnTo>
                  <a:lnTo>
                    <a:pt x="209972" y="7399"/>
                  </a:lnTo>
                  <a:lnTo>
                    <a:pt x="274504" y="1913"/>
                  </a:lnTo>
                  <a:lnTo>
                    <a:pt x="343789" y="0"/>
                  </a:lnTo>
                  <a:lnTo>
                    <a:pt x="413073" y="1913"/>
                  </a:lnTo>
                  <a:lnTo>
                    <a:pt x="477605" y="7399"/>
                  </a:lnTo>
                  <a:lnTo>
                    <a:pt x="536002" y="16080"/>
                  </a:lnTo>
                  <a:lnTo>
                    <a:pt x="586882" y="27574"/>
                  </a:lnTo>
                  <a:lnTo>
                    <a:pt x="628863" y="41504"/>
                  </a:lnTo>
                  <a:lnTo>
                    <a:pt x="680593" y="75150"/>
                  </a:lnTo>
                  <a:lnTo>
                    <a:pt x="687577" y="94106"/>
                  </a:lnTo>
                  <a:lnTo>
                    <a:pt x="680593" y="113063"/>
                  </a:lnTo>
                  <a:lnTo>
                    <a:pt x="628863" y="146709"/>
                  </a:lnTo>
                  <a:lnTo>
                    <a:pt x="586882" y="160639"/>
                  </a:lnTo>
                  <a:lnTo>
                    <a:pt x="536002" y="172133"/>
                  </a:lnTo>
                  <a:lnTo>
                    <a:pt x="477605" y="180814"/>
                  </a:lnTo>
                  <a:lnTo>
                    <a:pt x="413073" y="186300"/>
                  </a:lnTo>
                  <a:lnTo>
                    <a:pt x="343789" y="188213"/>
                  </a:lnTo>
                  <a:lnTo>
                    <a:pt x="274504" y="186300"/>
                  </a:lnTo>
                  <a:lnTo>
                    <a:pt x="209972" y="180814"/>
                  </a:lnTo>
                  <a:lnTo>
                    <a:pt x="151575" y="172133"/>
                  </a:lnTo>
                  <a:lnTo>
                    <a:pt x="100695" y="160639"/>
                  </a:lnTo>
                  <a:lnTo>
                    <a:pt x="58714" y="146709"/>
                  </a:lnTo>
                  <a:lnTo>
                    <a:pt x="6984" y="113063"/>
                  </a:lnTo>
                  <a:lnTo>
                    <a:pt x="0" y="941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>
              <a:extLst>
                <a:ext uri="{FF2B5EF4-FFF2-40B4-BE49-F238E27FC236}">
                  <a16:creationId xmlns:a16="http://schemas.microsoft.com/office/drawing/2014/main" id="{62ED9EA8-45C4-C836-9CA2-CC89A6109978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77151" y="2520060"/>
              <a:ext cx="693686" cy="245490"/>
            </a:xfrm>
            <a:prstGeom prst="rect">
              <a:avLst/>
            </a:prstGeom>
          </p:spPr>
        </p:pic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6B9A25C2-8832-1087-DBD4-E878A3591004}"/>
                </a:ext>
              </a:extLst>
            </p:cNvPr>
            <p:cNvSpPr/>
            <p:nvPr/>
          </p:nvSpPr>
          <p:spPr>
            <a:xfrm>
              <a:off x="7177151" y="2520060"/>
              <a:ext cx="688975" cy="220979"/>
            </a:xfrm>
            <a:custGeom>
              <a:avLst/>
              <a:gdLst/>
              <a:ahLst/>
              <a:cxnLst/>
              <a:rect l="l" t="t" r="r" b="b"/>
              <a:pathLst>
                <a:path w="688975" h="220980">
                  <a:moveTo>
                    <a:pt x="0" y="110489"/>
                  </a:moveTo>
                  <a:lnTo>
                    <a:pt x="27041" y="67508"/>
                  </a:lnTo>
                  <a:lnTo>
                    <a:pt x="100790" y="32385"/>
                  </a:lnTo>
                  <a:lnTo>
                    <a:pt x="151724" y="18886"/>
                  </a:lnTo>
                  <a:lnTo>
                    <a:pt x="210186" y="8691"/>
                  </a:lnTo>
                  <a:lnTo>
                    <a:pt x="274796" y="2247"/>
                  </a:lnTo>
                  <a:lnTo>
                    <a:pt x="344170" y="0"/>
                  </a:lnTo>
                  <a:lnTo>
                    <a:pt x="413585" y="2247"/>
                  </a:lnTo>
                  <a:lnTo>
                    <a:pt x="478226" y="8691"/>
                  </a:lnTo>
                  <a:lnTo>
                    <a:pt x="536711" y="18886"/>
                  </a:lnTo>
                  <a:lnTo>
                    <a:pt x="587660" y="32385"/>
                  </a:lnTo>
                  <a:lnTo>
                    <a:pt x="629691" y="48741"/>
                  </a:lnTo>
                  <a:lnTo>
                    <a:pt x="681476" y="88240"/>
                  </a:lnTo>
                  <a:lnTo>
                    <a:pt x="688467" y="110489"/>
                  </a:lnTo>
                  <a:lnTo>
                    <a:pt x="681476" y="132734"/>
                  </a:lnTo>
                  <a:lnTo>
                    <a:pt x="629691" y="172198"/>
                  </a:lnTo>
                  <a:lnTo>
                    <a:pt x="587660" y="188531"/>
                  </a:lnTo>
                  <a:lnTo>
                    <a:pt x="536711" y="202006"/>
                  </a:lnTo>
                  <a:lnTo>
                    <a:pt x="478226" y="212181"/>
                  </a:lnTo>
                  <a:lnTo>
                    <a:pt x="413585" y="218611"/>
                  </a:lnTo>
                  <a:lnTo>
                    <a:pt x="344170" y="220852"/>
                  </a:lnTo>
                  <a:lnTo>
                    <a:pt x="274796" y="218611"/>
                  </a:lnTo>
                  <a:lnTo>
                    <a:pt x="210186" y="212181"/>
                  </a:lnTo>
                  <a:lnTo>
                    <a:pt x="151724" y="202006"/>
                  </a:lnTo>
                  <a:lnTo>
                    <a:pt x="100790" y="188531"/>
                  </a:lnTo>
                  <a:lnTo>
                    <a:pt x="58768" y="172198"/>
                  </a:lnTo>
                  <a:lnTo>
                    <a:pt x="6990" y="132734"/>
                  </a:lnTo>
                  <a:lnTo>
                    <a:pt x="0" y="1104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C59219E0-F922-983D-2492-A1A553144111}"/>
                </a:ext>
              </a:extLst>
            </p:cNvPr>
            <p:cNvSpPr/>
            <p:nvPr/>
          </p:nvSpPr>
          <p:spPr>
            <a:xfrm>
              <a:off x="7315454" y="2577337"/>
              <a:ext cx="389255" cy="102235"/>
            </a:xfrm>
            <a:custGeom>
              <a:avLst/>
              <a:gdLst/>
              <a:ahLst/>
              <a:cxnLst/>
              <a:rect l="l" t="t" r="r" b="b"/>
              <a:pathLst>
                <a:path w="389254" h="102235">
                  <a:moveTo>
                    <a:pt x="0" y="102235"/>
                  </a:moveTo>
                  <a:lnTo>
                    <a:pt x="120523" y="102235"/>
                  </a:lnTo>
                  <a:lnTo>
                    <a:pt x="241046" y="0"/>
                  </a:lnTo>
                  <a:lnTo>
                    <a:pt x="389127" y="0"/>
                  </a:lnTo>
                </a:path>
                <a:path w="389254" h="102235">
                  <a:moveTo>
                    <a:pt x="17525" y="0"/>
                  </a:moveTo>
                  <a:lnTo>
                    <a:pt x="138049" y="0"/>
                  </a:lnTo>
                  <a:lnTo>
                    <a:pt x="258572" y="102235"/>
                  </a:lnTo>
                  <a:lnTo>
                    <a:pt x="371601" y="10223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F41697F8-55F6-9F47-D2C5-036E6497B7F8}"/>
                </a:ext>
              </a:extLst>
            </p:cNvPr>
            <p:cNvSpPr/>
            <p:nvPr/>
          </p:nvSpPr>
          <p:spPr>
            <a:xfrm>
              <a:off x="7180199" y="2623692"/>
              <a:ext cx="685800" cy="153035"/>
            </a:xfrm>
            <a:custGeom>
              <a:avLst/>
              <a:gdLst/>
              <a:ahLst/>
              <a:cxnLst/>
              <a:rect l="l" t="t" r="r" b="b"/>
              <a:pathLst>
                <a:path w="685800" h="153035">
                  <a:moveTo>
                    <a:pt x="0" y="0"/>
                  </a:moveTo>
                  <a:lnTo>
                    <a:pt x="0" y="148590"/>
                  </a:lnTo>
                </a:path>
                <a:path w="685800" h="153035">
                  <a:moveTo>
                    <a:pt x="685419" y="8255"/>
                  </a:moveTo>
                  <a:lnTo>
                    <a:pt x="685419" y="15278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>
            <a:extLst>
              <a:ext uri="{FF2B5EF4-FFF2-40B4-BE49-F238E27FC236}">
                <a16:creationId xmlns:a16="http://schemas.microsoft.com/office/drawing/2014/main" id="{B07AF04D-62A1-C77A-2199-8343763E7437}"/>
              </a:ext>
            </a:extLst>
          </p:cNvPr>
          <p:cNvSpPr txBox="1"/>
          <p:nvPr/>
        </p:nvSpPr>
        <p:spPr>
          <a:xfrm>
            <a:off x="7438135" y="2211070"/>
            <a:ext cx="180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163793"/>
                </a:solidFill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3734A55B-12D0-BBA6-AAD1-945DAFE6035D}"/>
              </a:ext>
            </a:extLst>
          </p:cNvPr>
          <p:cNvSpPr txBox="1"/>
          <p:nvPr/>
        </p:nvSpPr>
        <p:spPr>
          <a:xfrm>
            <a:off x="4465701" y="2198370"/>
            <a:ext cx="2095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163793"/>
                </a:solidFill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ECCB436F-D108-9EEA-60A5-23CA2143D847}"/>
              </a:ext>
            </a:extLst>
          </p:cNvPr>
          <p:cNvSpPr txBox="1"/>
          <p:nvPr/>
        </p:nvSpPr>
        <p:spPr>
          <a:xfrm>
            <a:off x="5442330" y="2201367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163793"/>
                </a:solidFill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4" name="object 74">
            <a:extLst>
              <a:ext uri="{FF2B5EF4-FFF2-40B4-BE49-F238E27FC236}">
                <a16:creationId xmlns:a16="http://schemas.microsoft.com/office/drawing/2014/main" id="{8E7133B0-2B3B-0655-150F-D7703329CE9B}"/>
              </a:ext>
            </a:extLst>
          </p:cNvPr>
          <p:cNvGrpSpPr/>
          <p:nvPr/>
        </p:nvGrpSpPr>
        <p:grpSpPr>
          <a:xfrm>
            <a:off x="3843337" y="1595437"/>
            <a:ext cx="2414905" cy="76200"/>
            <a:chOff x="3843337" y="1595437"/>
            <a:chExt cx="2414905" cy="76200"/>
          </a:xfrm>
        </p:grpSpPr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DF3DF19E-5B56-791B-727B-17DAAF4B19AB}"/>
                </a:ext>
              </a:extLst>
            </p:cNvPr>
            <p:cNvSpPr/>
            <p:nvPr/>
          </p:nvSpPr>
          <p:spPr>
            <a:xfrm>
              <a:off x="3848100" y="1600200"/>
              <a:ext cx="2405380" cy="66675"/>
            </a:xfrm>
            <a:custGeom>
              <a:avLst/>
              <a:gdLst/>
              <a:ahLst/>
              <a:cxnLst/>
              <a:rect l="l" t="t" r="r" b="b"/>
              <a:pathLst>
                <a:path w="2405379" h="66675">
                  <a:moveTo>
                    <a:pt x="2405126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2405126" y="66675"/>
                  </a:lnTo>
                  <a:lnTo>
                    <a:pt x="2405126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B54F26A4-A87C-7B45-10B8-6BF5FA9679CF}"/>
                </a:ext>
              </a:extLst>
            </p:cNvPr>
            <p:cNvSpPr/>
            <p:nvPr/>
          </p:nvSpPr>
          <p:spPr>
            <a:xfrm>
              <a:off x="3848100" y="1600200"/>
              <a:ext cx="2405380" cy="66675"/>
            </a:xfrm>
            <a:custGeom>
              <a:avLst/>
              <a:gdLst/>
              <a:ahLst/>
              <a:cxnLst/>
              <a:rect l="l" t="t" r="r" b="b"/>
              <a:pathLst>
                <a:path w="2405379" h="66675">
                  <a:moveTo>
                    <a:pt x="0" y="66675"/>
                  </a:moveTo>
                  <a:lnTo>
                    <a:pt x="2405126" y="66675"/>
                  </a:lnTo>
                  <a:lnTo>
                    <a:pt x="2405126" y="0"/>
                  </a:ln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ln w="9525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>
            <a:extLst>
              <a:ext uri="{FF2B5EF4-FFF2-40B4-BE49-F238E27FC236}">
                <a16:creationId xmlns:a16="http://schemas.microsoft.com/office/drawing/2014/main" id="{E72193C0-E904-F3A6-65AF-7C658E619094}"/>
              </a:ext>
            </a:extLst>
          </p:cNvPr>
          <p:cNvSpPr txBox="1"/>
          <p:nvPr/>
        </p:nvSpPr>
        <p:spPr>
          <a:xfrm>
            <a:off x="739241" y="1483817"/>
            <a:ext cx="11772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163793"/>
                </a:solidFill>
                <a:latin typeface="Kaiti SC Black"/>
                <a:cs typeface="Kaiti SC Black"/>
              </a:rPr>
              <a:t>逻辑视角</a:t>
            </a:r>
            <a:r>
              <a:rPr sz="2000" b="1" spc="285" dirty="0">
                <a:solidFill>
                  <a:srgbClr val="163793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8" name="object 78">
            <a:extLst>
              <a:ext uri="{FF2B5EF4-FFF2-40B4-BE49-F238E27FC236}">
                <a16:creationId xmlns:a16="http://schemas.microsoft.com/office/drawing/2014/main" id="{189BF32F-19EE-B35B-608A-1F558C8E8188}"/>
              </a:ext>
            </a:extLst>
          </p:cNvPr>
          <p:cNvSpPr txBox="1"/>
          <p:nvPr/>
        </p:nvSpPr>
        <p:spPr>
          <a:xfrm>
            <a:off x="4386453" y="1076090"/>
            <a:ext cx="1464310" cy="490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4300">
              <a:lnSpc>
                <a:spcPts val="1805"/>
              </a:lnSpc>
              <a:spcBef>
                <a:spcPts val="135"/>
              </a:spcBef>
            </a:pPr>
            <a:r>
              <a:rPr sz="1650" b="1" spc="-70" dirty="0">
                <a:solidFill>
                  <a:srgbClr val="CC0000"/>
                </a:solidFill>
                <a:latin typeface="Kaiti SC Black"/>
                <a:cs typeface="Kaiti SC Black"/>
              </a:rPr>
              <a:t>利用</a:t>
            </a:r>
            <a:r>
              <a:rPr sz="1600" b="1" i="1" spc="-10" dirty="0">
                <a:solidFill>
                  <a:srgbClr val="CC0000"/>
                </a:solidFill>
                <a:latin typeface="Arial"/>
                <a:cs typeface="Arial"/>
              </a:rPr>
              <a:t>IPv4</a:t>
            </a:r>
            <a:r>
              <a:rPr sz="1650" b="1" spc="-60" dirty="0">
                <a:solidFill>
                  <a:srgbClr val="CC0000"/>
                </a:solidFill>
                <a:latin typeface="Kaiti SC Black"/>
                <a:cs typeface="Kaiti SC Black"/>
              </a:rPr>
              <a:t>隧道</a:t>
            </a:r>
            <a:endParaRPr sz="1650">
              <a:latin typeface="Kaiti SC Black"/>
              <a:cs typeface="Kaiti SC Black"/>
            </a:endParaRPr>
          </a:p>
          <a:p>
            <a:pPr marL="12700">
              <a:lnSpc>
                <a:spcPts val="1805"/>
              </a:lnSpc>
            </a:pPr>
            <a:r>
              <a:rPr sz="1650" b="1" spc="-65" dirty="0">
                <a:solidFill>
                  <a:srgbClr val="CC0000"/>
                </a:solidFill>
                <a:latin typeface="Kaiti SC Black"/>
                <a:cs typeface="Kaiti SC Black"/>
              </a:rPr>
              <a:t>连接</a:t>
            </a:r>
            <a:r>
              <a:rPr sz="1600" b="1" i="1" spc="-10" dirty="0">
                <a:solidFill>
                  <a:srgbClr val="CC0000"/>
                </a:solidFill>
                <a:latin typeface="Arial"/>
                <a:cs typeface="Arial"/>
              </a:rPr>
              <a:t>IPv6</a:t>
            </a:r>
            <a:r>
              <a:rPr sz="1650" b="1" spc="-65" dirty="0">
                <a:solidFill>
                  <a:srgbClr val="CC0000"/>
                </a:solidFill>
                <a:latin typeface="Kaiti SC Black"/>
                <a:cs typeface="Kaiti SC Black"/>
              </a:rPr>
              <a:t>路由器</a:t>
            </a:r>
            <a:endParaRPr sz="1650">
              <a:latin typeface="Kaiti SC Black"/>
              <a:cs typeface="Kaiti SC Black"/>
            </a:endParaRPr>
          </a:p>
        </p:txBody>
      </p:sp>
      <p:sp>
        <p:nvSpPr>
          <p:cNvPr id="79" name="object 79">
            <a:extLst>
              <a:ext uri="{FF2B5EF4-FFF2-40B4-BE49-F238E27FC236}">
                <a16:creationId xmlns:a16="http://schemas.microsoft.com/office/drawing/2014/main" id="{C8892724-4468-3143-9F3E-5DE622AEF499}"/>
              </a:ext>
            </a:extLst>
          </p:cNvPr>
          <p:cNvSpPr txBox="1"/>
          <p:nvPr/>
        </p:nvSpPr>
        <p:spPr>
          <a:xfrm>
            <a:off x="6455155" y="1140078"/>
            <a:ext cx="1955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163793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80" name="object 80">
            <a:extLst>
              <a:ext uri="{FF2B5EF4-FFF2-40B4-BE49-F238E27FC236}">
                <a16:creationId xmlns:a16="http://schemas.microsoft.com/office/drawing/2014/main" id="{3ACB9BFD-AC34-6E59-EA1E-6A10E4917FAF}"/>
              </a:ext>
            </a:extLst>
          </p:cNvPr>
          <p:cNvSpPr/>
          <p:nvPr/>
        </p:nvSpPr>
        <p:spPr>
          <a:xfrm>
            <a:off x="6915150" y="1611249"/>
            <a:ext cx="323850" cy="635"/>
          </a:xfrm>
          <a:custGeom>
            <a:avLst/>
            <a:gdLst/>
            <a:ahLst/>
            <a:cxnLst/>
            <a:rect l="l" t="t" r="r" b="b"/>
            <a:pathLst>
              <a:path w="323850" h="634">
                <a:moveTo>
                  <a:pt x="0" y="126"/>
                </a:moveTo>
                <a:lnTo>
                  <a:pt x="323850" y="0"/>
                </a:lnTo>
              </a:path>
            </a:pathLst>
          </a:custGeom>
          <a:ln w="19050">
            <a:solidFill>
              <a:srgbClr val="1637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>
            <a:extLst>
              <a:ext uri="{FF2B5EF4-FFF2-40B4-BE49-F238E27FC236}">
                <a16:creationId xmlns:a16="http://schemas.microsoft.com/office/drawing/2014/main" id="{5A2E55E1-AE57-1E69-888C-F2F890CAA998}"/>
              </a:ext>
            </a:extLst>
          </p:cNvPr>
          <p:cNvSpPr txBox="1"/>
          <p:nvPr/>
        </p:nvSpPr>
        <p:spPr>
          <a:xfrm>
            <a:off x="6358254" y="1762505"/>
            <a:ext cx="4387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IPv6</a:t>
            </a:r>
            <a:endParaRPr sz="1600">
              <a:latin typeface="Arial"/>
              <a:cs typeface="Arial"/>
            </a:endParaRPr>
          </a:p>
        </p:txBody>
      </p:sp>
      <p:sp>
        <p:nvSpPr>
          <p:cNvPr id="82" name="object 82">
            <a:extLst>
              <a:ext uri="{FF2B5EF4-FFF2-40B4-BE49-F238E27FC236}">
                <a16:creationId xmlns:a16="http://schemas.microsoft.com/office/drawing/2014/main" id="{41B69F96-3C7D-0F22-790E-9A1EFF068C37}"/>
              </a:ext>
            </a:extLst>
          </p:cNvPr>
          <p:cNvSpPr txBox="1"/>
          <p:nvPr/>
        </p:nvSpPr>
        <p:spPr>
          <a:xfrm>
            <a:off x="7339710" y="1765554"/>
            <a:ext cx="4387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IPv6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3" name="object 83">
            <a:extLst>
              <a:ext uri="{FF2B5EF4-FFF2-40B4-BE49-F238E27FC236}">
                <a16:creationId xmlns:a16="http://schemas.microsoft.com/office/drawing/2014/main" id="{522CBB7B-19C7-1C1F-D7DC-80ABF8083FF0}"/>
              </a:ext>
            </a:extLst>
          </p:cNvPr>
          <p:cNvGrpSpPr/>
          <p:nvPr/>
        </p:nvGrpSpPr>
        <p:grpSpPr>
          <a:xfrm>
            <a:off x="6202426" y="1449450"/>
            <a:ext cx="1678305" cy="354330"/>
            <a:chOff x="6202426" y="1449450"/>
            <a:chExt cx="1678305" cy="354330"/>
          </a:xfrm>
        </p:grpSpPr>
        <p:pic>
          <p:nvPicPr>
            <p:cNvPr id="84" name="object 84">
              <a:extLst>
                <a:ext uri="{FF2B5EF4-FFF2-40B4-BE49-F238E27FC236}">
                  <a16:creationId xmlns:a16="http://schemas.microsoft.com/office/drawing/2014/main" id="{7D12C6C0-97B9-B45C-7EAA-DC76234401F4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11824" y="1608835"/>
              <a:ext cx="687577" cy="188213"/>
            </a:xfrm>
            <a:prstGeom prst="rect">
              <a:avLst/>
            </a:prstGeom>
          </p:spPr>
        </p:pic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3A71D625-97E0-4C5C-0A94-50A6A65AD532}"/>
                </a:ext>
              </a:extLst>
            </p:cNvPr>
            <p:cNvSpPr/>
            <p:nvPr/>
          </p:nvSpPr>
          <p:spPr>
            <a:xfrm>
              <a:off x="6211824" y="1608835"/>
              <a:ext cx="687705" cy="188595"/>
            </a:xfrm>
            <a:custGeom>
              <a:avLst/>
              <a:gdLst/>
              <a:ahLst/>
              <a:cxnLst/>
              <a:rect l="l" t="t" r="r" b="b"/>
              <a:pathLst>
                <a:path w="687704" h="188594">
                  <a:moveTo>
                    <a:pt x="0" y="94106"/>
                  </a:moveTo>
                  <a:lnTo>
                    <a:pt x="27017" y="57489"/>
                  </a:lnTo>
                  <a:lnTo>
                    <a:pt x="100695" y="27574"/>
                  </a:lnTo>
                  <a:lnTo>
                    <a:pt x="151575" y="16080"/>
                  </a:lnTo>
                  <a:lnTo>
                    <a:pt x="209972" y="7399"/>
                  </a:lnTo>
                  <a:lnTo>
                    <a:pt x="274504" y="1913"/>
                  </a:lnTo>
                  <a:lnTo>
                    <a:pt x="343789" y="0"/>
                  </a:lnTo>
                  <a:lnTo>
                    <a:pt x="413073" y="1913"/>
                  </a:lnTo>
                  <a:lnTo>
                    <a:pt x="477605" y="7399"/>
                  </a:lnTo>
                  <a:lnTo>
                    <a:pt x="536002" y="16080"/>
                  </a:lnTo>
                  <a:lnTo>
                    <a:pt x="586882" y="27574"/>
                  </a:lnTo>
                  <a:lnTo>
                    <a:pt x="628863" y="41504"/>
                  </a:lnTo>
                  <a:lnTo>
                    <a:pt x="680593" y="75150"/>
                  </a:lnTo>
                  <a:lnTo>
                    <a:pt x="687577" y="94106"/>
                  </a:lnTo>
                  <a:lnTo>
                    <a:pt x="680593" y="113063"/>
                  </a:lnTo>
                  <a:lnTo>
                    <a:pt x="628863" y="146709"/>
                  </a:lnTo>
                  <a:lnTo>
                    <a:pt x="586882" y="160639"/>
                  </a:lnTo>
                  <a:lnTo>
                    <a:pt x="536002" y="172133"/>
                  </a:lnTo>
                  <a:lnTo>
                    <a:pt x="477605" y="180814"/>
                  </a:lnTo>
                  <a:lnTo>
                    <a:pt x="413073" y="186300"/>
                  </a:lnTo>
                  <a:lnTo>
                    <a:pt x="343789" y="188213"/>
                  </a:lnTo>
                  <a:lnTo>
                    <a:pt x="274504" y="186300"/>
                  </a:lnTo>
                  <a:lnTo>
                    <a:pt x="209972" y="180814"/>
                  </a:lnTo>
                  <a:lnTo>
                    <a:pt x="151575" y="172133"/>
                  </a:lnTo>
                  <a:lnTo>
                    <a:pt x="100695" y="160639"/>
                  </a:lnTo>
                  <a:lnTo>
                    <a:pt x="58714" y="146709"/>
                  </a:lnTo>
                  <a:lnTo>
                    <a:pt x="6984" y="113063"/>
                  </a:lnTo>
                  <a:lnTo>
                    <a:pt x="0" y="941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>
              <a:extLst>
                <a:ext uri="{FF2B5EF4-FFF2-40B4-BE49-F238E27FC236}">
                  <a16:creationId xmlns:a16="http://schemas.microsoft.com/office/drawing/2014/main" id="{889C64D1-EF11-0F95-3874-5910CD03BB3C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08776" y="1458975"/>
              <a:ext cx="693686" cy="245363"/>
            </a:xfrm>
            <a:prstGeom prst="rect">
              <a:avLst/>
            </a:prstGeom>
          </p:spPr>
        </p:pic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249D4DE5-FDBF-B028-A90B-C818BDF3BAF2}"/>
                </a:ext>
              </a:extLst>
            </p:cNvPr>
            <p:cNvSpPr/>
            <p:nvPr/>
          </p:nvSpPr>
          <p:spPr>
            <a:xfrm>
              <a:off x="6208776" y="1458975"/>
              <a:ext cx="688975" cy="220979"/>
            </a:xfrm>
            <a:custGeom>
              <a:avLst/>
              <a:gdLst/>
              <a:ahLst/>
              <a:cxnLst/>
              <a:rect l="l" t="t" r="r" b="b"/>
              <a:pathLst>
                <a:path w="688975" h="220980">
                  <a:moveTo>
                    <a:pt x="0" y="110362"/>
                  </a:moveTo>
                  <a:lnTo>
                    <a:pt x="27041" y="67401"/>
                  </a:lnTo>
                  <a:lnTo>
                    <a:pt x="100790" y="32321"/>
                  </a:lnTo>
                  <a:lnTo>
                    <a:pt x="151724" y="18846"/>
                  </a:lnTo>
                  <a:lnTo>
                    <a:pt x="210186" y="8671"/>
                  </a:lnTo>
                  <a:lnTo>
                    <a:pt x="274796" y="2241"/>
                  </a:lnTo>
                  <a:lnTo>
                    <a:pt x="344170" y="0"/>
                  </a:lnTo>
                  <a:lnTo>
                    <a:pt x="413585" y="2241"/>
                  </a:lnTo>
                  <a:lnTo>
                    <a:pt x="478226" y="8671"/>
                  </a:lnTo>
                  <a:lnTo>
                    <a:pt x="536711" y="18846"/>
                  </a:lnTo>
                  <a:lnTo>
                    <a:pt x="587660" y="32321"/>
                  </a:lnTo>
                  <a:lnTo>
                    <a:pt x="629691" y="48654"/>
                  </a:lnTo>
                  <a:lnTo>
                    <a:pt x="681476" y="88118"/>
                  </a:lnTo>
                  <a:lnTo>
                    <a:pt x="688467" y="110362"/>
                  </a:lnTo>
                  <a:lnTo>
                    <a:pt x="681476" y="132612"/>
                  </a:lnTo>
                  <a:lnTo>
                    <a:pt x="629691" y="172111"/>
                  </a:lnTo>
                  <a:lnTo>
                    <a:pt x="587660" y="188467"/>
                  </a:lnTo>
                  <a:lnTo>
                    <a:pt x="536711" y="201966"/>
                  </a:lnTo>
                  <a:lnTo>
                    <a:pt x="478226" y="212161"/>
                  </a:lnTo>
                  <a:lnTo>
                    <a:pt x="413585" y="218605"/>
                  </a:lnTo>
                  <a:lnTo>
                    <a:pt x="344170" y="220852"/>
                  </a:lnTo>
                  <a:lnTo>
                    <a:pt x="274796" y="218605"/>
                  </a:lnTo>
                  <a:lnTo>
                    <a:pt x="210186" y="212161"/>
                  </a:lnTo>
                  <a:lnTo>
                    <a:pt x="151724" y="201966"/>
                  </a:lnTo>
                  <a:lnTo>
                    <a:pt x="100790" y="188467"/>
                  </a:lnTo>
                  <a:lnTo>
                    <a:pt x="58768" y="172111"/>
                  </a:lnTo>
                  <a:lnTo>
                    <a:pt x="6990" y="132612"/>
                  </a:lnTo>
                  <a:lnTo>
                    <a:pt x="0" y="1103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BB1C046D-8D5B-F9F3-20A4-E5079C7A32A1}"/>
                </a:ext>
              </a:extLst>
            </p:cNvPr>
            <p:cNvSpPr/>
            <p:nvPr/>
          </p:nvSpPr>
          <p:spPr>
            <a:xfrm>
              <a:off x="6347079" y="1516125"/>
              <a:ext cx="389255" cy="102870"/>
            </a:xfrm>
            <a:custGeom>
              <a:avLst/>
              <a:gdLst/>
              <a:ahLst/>
              <a:cxnLst/>
              <a:rect l="l" t="t" r="r" b="b"/>
              <a:pathLst>
                <a:path w="389254" h="102869">
                  <a:moveTo>
                    <a:pt x="0" y="102362"/>
                  </a:moveTo>
                  <a:lnTo>
                    <a:pt x="120523" y="102362"/>
                  </a:lnTo>
                  <a:lnTo>
                    <a:pt x="241046" y="0"/>
                  </a:lnTo>
                  <a:lnTo>
                    <a:pt x="389127" y="0"/>
                  </a:lnTo>
                </a:path>
                <a:path w="389254" h="102869">
                  <a:moveTo>
                    <a:pt x="17525" y="0"/>
                  </a:moveTo>
                  <a:lnTo>
                    <a:pt x="138049" y="0"/>
                  </a:lnTo>
                  <a:lnTo>
                    <a:pt x="258572" y="102362"/>
                  </a:lnTo>
                  <a:lnTo>
                    <a:pt x="371601" y="10236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35C25383-39B9-3783-82F1-19221892DBC1}"/>
                </a:ext>
              </a:extLst>
            </p:cNvPr>
            <p:cNvSpPr/>
            <p:nvPr/>
          </p:nvSpPr>
          <p:spPr>
            <a:xfrm>
              <a:off x="6211824" y="1562480"/>
              <a:ext cx="685800" cy="153035"/>
            </a:xfrm>
            <a:custGeom>
              <a:avLst/>
              <a:gdLst/>
              <a:ahLst/>
              <a:cxnLst/>
              <a:rect l="l" t="t" r="r" b="b"/>
              <a:pathLst>
                <a:path w="685800" h="153035">
                  <a:moveTo>
                    <a:pt x="0" y="0"/>
                  </a:moveTo>
                  <a:lnTo>
                    <a:pt x="0" y="148717"/>
                  </a:lnTo>
                </a:path>
                <a:path w="685800" h="153035">
                  <a:moveTo>
                    <a:pt x="685419" y="8255"/>
                  </a:moveTo>
                  <a:lnTo>
                    <a:pt x="685419" y="15278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>
              <a:extLst>
                <a:ext uri="{FF2B5EF4-FFF2-40B4-BE49-F238E27FC236}">
                  <a16:creationId xmlns:a16="http://schemas.microsoft.com/office/drawing/2014/main" id="{A7849CC6-D632-331E-2E25-F54FD188B720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86549" y="1605660"/>
              <a:ext cx="687577" cy="188213"/>
            </a:xfrm>
            <a:prstGeom prst="rect">
              <a:avLst/>
            </a:prstGeom>
          </p:spPr>
        </p:pic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C22252F2-90C1-F811-6B97-648909B398F4}"/>
                </a:ext>
              </a:extLst>
            </p:cNvPr>
            <p:cNvSpPr/>
            <p:nvPr/>
          </p:nvSpPr>
          <p:spPr>
            <a:xfrm>
              <a:off x="7186549" y="1605660"/>
              <a:ext cx="687705" cy="188595"/>
            </a:xfrm>
            <a:custGeom>
              <a:avLst/>
              <a:gdLst/>
              <a:ahLst/>
              <a:cxnLst/>
              <a:rect l="l" t="t" r="r" b="b"/>
              <a:pathLst>
                <a:path w="687704" h="188594">
                  <a:moveTo>
                    <a:pt x="0" y="94106"/>
                  </a:moveTo>
                  <a:lnTo>
                    <a:pt x="27017" y="57489"/>
                  </a:lnTo>
                  <a:lnTo>
                    <a:pt x="100695" y="27574"/>
                  </a:lnTo>
                  <a:lnTo>
                    <a:pt x="151575" y="16080"/>
                  </a:lnTo>
                  <a:lnTo>
                    <a:pt x="209972" y="7399"/>
                  </a:lnTo>
                  <a:lnTo>
                    <a:pt x="274504" y="1913"/>
                  </a:lnTo>
                  <a:lnTo>
                    <a:pt x="343789" y="0"/>
                  </a:lnTo>
                  <a:lnTo>
                    <a:pt x="413073" y="1913"/>
                  </a:lnTo>
                  <a:lnTo>
                    <a:pt x="477605" y="7399"/>
                  </a:lnTo>
                  <a:lnTo>
                    <a:pt x="536002" y="16080"/>
                  </a:lnTo>
                  <a:lnTo>
                    <a:pt x="586882" y="27574"/>
                  </a:lnTo>
                  <a:lnTo>
                    <a:pt x="628863" y="41504"/>
                  </a:lnTo>
                  <a:lnTo>
                    <a:pt x="680593" y="75150"/>
                  </a:lnTo>
                  <a:lnTo>
                    <a:pt x="687577" y="94106"/>
                  </a:lnTo>
                  <a:lnTo>
                    <a:pt x="680593" y="113063"/>
                  </a:lnTo>
                  <a:lnTo>
                    <a:pt x="628863" y="146709"/>
                  </a:lnTo>
                  <a:lnTo>
                    <a:pt x="586882" y="160639"/>
                  </a:lnTo>
                  <a:lnTo>
                    <a:pt x="536002" y="172133"/>
                  </a:lnTo>
                  <a:lnTo>
                    <a:pt x="477605" y="180814"/>
                  </a:lnTo>
                  <a:lnTo>
                    <a:pt x="413073" y="186300"/>
                  </a:lnTo>
                  <a:lnTo>
                    <a:pt x="343789" y="188213"/>
                  </a:lnTo>
                  <a:lnTo>
                    <a:pt x="274504" y="186300"/>
                  </a:lnTo>
                  <a:lnTo>
                    <a:pt x="209972" y="180814"/>
                  </a:lnTo>
                  <a:lnTo>
                    <a:pt x="151575" y="172133"/>
                  </a:lnTo>
                  <a:lnTo>
                    <a:pt x="100695" y="160639"/>
                  </a:lnTo>
                  <a:lnTo>
                    <a:pt x="58714" y="146709"/>
                  </a:lnTo>
                  <a:lnTo>
                    <a:pt x="6984" y="113063"/>
                  </a:lnTo>
                  <a:lnTo>
                    <a:pt x="0" y="941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>
              <a:extLst>
                <a:ext uri="{FF2B5EF4-FFF2-40B4-BE49-F238E27FC236}">
                  <a16:creationId xmlns:a16="http://schemas.microsoft.com/office/drawing/2014/main" id="{892D073B-82D7-9665-112F-F6E373114622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83501" y="1455800"/>
              <a:ext cx="693686" cy="245363"/>
            </a:xfrm>
            <a:prstGeom prst="rect">
              <a:avLst/>
            </a:prstGeom>
          </p:spPr>
        </p:pic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5D55ABE7-709A-C677-85A1-6F83D4990349}"/>
                </a:ext>
              </a:extLst>
            </p:cNvPr>
            <p:cNvSpPr/>
            <p:nvPr/>
          </p:nvSpPr>
          <p:spPr>
            <a:xfrm>
              <a:off x="7183501" y="1455800"/>
              <a:ext cx="688975" cy="220979"/>
            </a:xfrm>
            <a:custGeom>
              <a:avLst/>
              <a:gdLst/>
              <a:ahLst/>
              <a:cxnLst/>
              <a:rect l="l" t="t" r="r" b="b"/>
              <a:pathLst>
                <a:path w="688975" h="220980">
                  <a:moveTo>
                    <a:pt x="0" y="110362"/>
                  </a:moveTo>
                  <a:lnTo>
                    <a:pt x="27041" y="67401"/>
                  </a:lnTo>
                  <a:lnTo>
                    <a:pt x="100790" y="32321"/>
                  </a:lnTo>
                  <a:lnTo>
                    <a:pt x="151724" y="18846"/>
                  </a:lnTo>
                  <a:lnTo>
                    <a:pt x="210186" y="8671"/>
                  </a:lnTo>
                  <a:lnTo>
                    <a:pt x="274796" y="2241"/>
                  </a:lnTo>
                  <a:lnTo>
                    <a:pt x="344170" y="0"/>
                  </a:lnTo>
                  <a:lnTo>
                    <a:pt x="413585" y="2241"/>
                  </a:lnTo>
                  <a:lnTo>
                    <a:pt x="478226" y="8671"/>
                  </a:lnTo>
                  <a:lnTo>
                    <a:pt x="536711" y="18846"/>
                  </a:lnTo>
                  <a:lnTo>
                    <a:pt x="587660" y="32321"/>
                  </a:lnTo>
                  <a:lnTo>
                    <a:pt x="629691" y="48654"/>
                  </a:lnTo>
                  <a:lnTo>
                    <a:pt x="681476" y="88118"/>
                  </a:lnTo>
                  <a:lnTo>
                    <a:pt x="688467" y="110362"/>
                  </a:lnTo>
                  <a:lnTo>
                    <a:pt x="681476" y="132612"/>
                  </a:lnTo>
                  <a:lnTo>
                    <a:pt x="629691" y="172111"/>
                  </a:lnTo>
                  <a:lnTo>
                    <a:pt x="587660" y="188467"/>
                  </a:lnTo>
                  <a:lnTo>
                    <a:pt x="536711" y="201966"/>
                  </a:lnTo>
                  <a:lnTo>
                    <a:pt x="478226" y="212161"/>
                  </a:lnTo>
                  <a:lnTo>
                    <a:pt x="413585" y="218605"/>
                  </a:lnTo>
                  <a:lnTo>
                    <a:pt x="344170" y="220852"/>
                  </a:lnTo>
                  <a:lnTo>
                    <a:pt x="274796" y="218605"/>
                  </a:lnTo>
                  <a:lnTo>
                    <a:pt x="210186" y="212161"/>
                  </a:lnTo>
                  <a:lnTo>
                    <a:pt x="151724" y="201966"/>
                  </a:lnTo>
                  <a:lnTo>
                    <a:pt x="100790" y="188467"/>
                  </a:lnTo>
                  <a:lnTo>
                    <a:pt x="58768" y="172111"/>
                  </a:lnTo>
                  <a:lnTo>
                    <a:pt x="6990" y="132612"/>
                  </a:lnTo>
                  <a:lnTo>
                    <a:pt x="0" y="1103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10EA234E-CB59-48A7-0533-E61B0D58EAAF}"/>
                </a:ext>
              </a:extLst>
            </p:cNvPr>
            <p:cNvSpPr/>
            <p:nvPr/>
          </p:nvSpPr>
          <p:spPr>
            <a:xfrm>
              <a:off x="7321804" y="1512950"/>
              <a:ext cx="389255" cy="102870"/>
            </a:xfrm>
            <a:custGeom>
              <a:avLst/>
              <a:gdLst/>
              <a:ahLst/>
              <a:cxnLst/>
              <a:rect l="l" t="t" r="r" b="b"/>
              <a:pathLst>
                <a:path w="389254" h="102869">
                  <a:moveTo>
                    <a:pt x="0" y="102362"/>
                  </a:moveTo>
                  <a:lnTo>
                    <a:pt x="120523" y="102362"/>
                  </a:lnTo>
                  <a:lnTo>
                    <a:pt x="241046" y="0"/>
                  </a:lnTo>
                  <a:lnTo>
                    <a:pt x="389127" y="0"/>
                  </a:lnTo>
                </a:path>
                <a:path w="389254" h="102869">
                  <a:moveTo>
                    <a:pt x="17525" y="0"/>
                  </a:moveTo>
                  <a:lnTo>
                    <a:pt x="138049" y="0"/>
                  </a:lnTo>
                  <a:lnTo>
                    <a:pt x="258572" y="102362"/>
                  </a:lnTo>
                  <a:lnTo>
                    <a:pt x="371601" y="10236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2429820C-CE4C-82DE-CDD0-13464868AE86}"/>
                </a:ext>
              </a:extLst>
            </p:cNvPr>
            <p:cNvSpPr/>
            <p:nvPr/>
          </p:nvSpPr>
          <p:spPr>
            <a:xfrm>
              <a:off x="7186549" y="1559305"/>
              <a:ext cx="685800" cy="153035"/>
            </a:xfrm>
            <a:custGeom>
              <a:avLst/>
              <a:gdLst/>
              <a:ahLst/>
              <a:cxnLst/>
              <a:rect l="l" t="t" r="r" b="b"/>
              <a:pathLst>
                <a:path w="685800" h="153035">
                  <a:moveTo>
                    <a:pt x="0" y="0"/>
                  </a:moveTo>
                  <a:lnTo>
                    <a:pt x="0" y="148717"/>
                  </a:lnTo>
                </a:path>
                <a:path w="685800" h="153035">
                  <a:moveTo>
                    <a:pt x="685419" y="8255"/>
                  </a:moveTo>
                  <a:lnTo>
                    <a:pt x="685419" y="15278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>
            <a:extLst>
              <a:ext uri="{FF2B5EF4-FFF2-40B4-BE49-F238E27FC236}">
                <a16:creationId xmlns:a16="http://schemas.microsoft.com/office/drawing/2014/main" id="{BCE103A7-B345-986E-3190-FF2CE1FF3890}"/>
              </a:ext>
            </a:extLst>
          </p:cNvPr>
          <p:cNvSpPr txBox="1"/>
          <p:nvPr/>
        </p:nvSpPr>
        <p:spPr>
          <a:xfrm>
            <a:off x="7444231" y="1146428"/>
            <a:ext cx="180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163793"/>
                </a:solidFill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97" name="object 97">
            <a:extLst>
              <a:ext uri="{FF2B5EF4-FFF2-40B4-BE49-F238E27FC236}">
                <a16:creationId xmlns:a16="http://schemas.microsoft.com/office/drawing/2014/main" id="{0E52B33B-79F9-2AA9-3DCC-145C74B01D48}"/>
              </a:ext>
            </a:extLst>
          </p:cNvPr>
          <p:cNvSpPr/>
          <p:nvPr/>
        </p:nvSpPr>
        <p:spPr>
          <a:xfrm>
            <a:off x="2859151" y="1619250"/>
            <a:ext cx="323850" cy="0"/>
          </a:xfrm>
          <a:custGeom>
            <a:avLst/>
            <a:gdLst/>
            <a:ahLst/>
            <a:cxnLst/>
            <a:rect l="l" t="t" r="r" b="b"/>
            <a:pathLst>
              <a:path w="323850">
                <a:moveTo>
                  <a:pt x="0" y="0"/>
                </a:moveTo>
                <a:lnTo>
                  <a:pt x="323850" y="0"/>
                </a:lnTo>
              </a:path>
            </a:pathLst>
          </a:custGeom>
          <a:ln w="19050">
            <a:solidFill>
              <a:srgbClr val="1637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>
            <a:extLst>
              <a:ext uri="{FF2B5EF4-FFF2-40B4-BE49-F238E27FC236}">
                <a16:creationId xmlns:a16="http://schemas.microsoft.com/office/drawing/2014/main" id="{4F860463-A9E9-B03F-BAC0-9920DFEF4A8D}"/>
              </a:ext>
            </a:extLst>
          </p:cNvPr>
          <p:cNvSpPr txBox="1"/>
          <p:nvPr/>
        </p:nvSpPr>
        <p:spPr>
          <a:xfrm>
            <a:off x="2276348" y="1131773"/>
            <a:ext cx="1487805" cy="1972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05"/>
              </a:spcBef>
              <a:tabLst>
                <a:tab pos="1054735" algn="l"/>
              </a:tabLst>
            </a:pPr>
            <a:r>
              <a:rPr sz="3000" b="1" spc="-75" baseline="1388" dirty="0">
                <a:solidFill>
                  <a:srgbClr val="163793"/>
                </a:solidFill>
                <a:latin typeface="Arial"/>
                <a:cs typeface="Arial"/>
              </a:rPr>
              <a:t>A</a:t>
            </a:r>
            <a:r>
              <a:rPr sz="3000" b="1" baseline="1388" dirty="0">
                <a:solidFill>
                  <a:srgbClr val="163793"/>
                </a:solidFill>
                <a:latin typeface="Arial"/>
                <a:cs typeface="Arial"/>
              </a:rPr>
              <a:t>	</a:t>
            </a:r>
            <a:r>
              <a:rPr sz="2000" b="1" spc="-50" dirty="0">
                <a:solidFill>
                  <a:srgbClr val="163793"/>
                </a:solidFill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tabLst>
                <a:tab pos="1045844" algn="l"/>
              </a:tabLst>
            </a:pP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IPv6</a:t>
            </a:r>
            <a:r>
              <a:rPr sz="1600" b="1" dirty="0">
                <a:solidFill>
                  <a:srgbClr val="163793"/>
                </a:solidFill>
                <a:latin typeface="Arial"/>
                <a:cs typeface="Arial"/>
              </a:rPr>
              <a:t>	</a:t>
            </a: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IPv6</a:t>
            </a:r>
            <a:endParaRPr sz="1600">
              <a:latin typeface="Arial"/>
              <a:cs typeface="Arial"/>
            </a:endParaRPr>
          </a:p>
          <a:p>
            <a:pPr marL="15240" algn="ctr">
              <a:lnSpc>
                <a:spcPct val="100000"/>
              </a:lnSpc>
              <a:spcBef>
                <a:spcPts val="1620"/>
              </a:spcBef>
              <a:tabLst>
                <a:tab pos="1061720" algn="l"/>
              </a:tabLst>
            </a:pPr>
            <a:r>
              <a:rPr sz="3000" b="1" spc="-75" baseline="1388" dirty="0">
                <a:solidFill>
                  <a:srgbClr val="163793"/>
                </a:solidFill>
                <a:latin typeface="Arial"/>
                <a:cs typeface="Arial"/>
              </a:rPr>
              <a:t>A</a:t>
            </a:r>
            <a:r>
              <a:rPr sz="3000" b="1" baseline="1388" dirty="0">
                <a:solidFill>
                  <a:srgbClr val="163793"/>
                </a:solidFill>
                <a:latin typeface="Arial"/>
                <a:cs typeface="Arial"/>
              </a:rPr>
              <a:t>	</a:t>
            </a:r>
            <a:r>
              <a:rPr sz="2000" b="1" spc="-50" dirty="0">
                <a:solidFill>
                  <a:srgbClr val="163793"/>
                </a:solidFill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000">
              <a:latin typeface="Arial"/>
              <a:cs typeface="Arial"/>
            </a:endParaRPr>
          </a:p>
          <a:p>
            <a:pPr marL="2540" algn="ctr">
              <a:lnSpc>
                <a:spcPct val="100000"/>
              </a:lnSpc>
              <a:tabLst>
                <a:tab pos="1049020" algn="l"/>
              </a:tabLst>
            </a:pP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IPv6</a:t>
            </a:r>
            <a:r>
              <a:rPr sz="1600" b="1" dirty="0">
                <a:solidFill>
                  <a:srgbClr val="163793"/>
                </a:solidFill>
                <a:latin typeface="Arial"/>
                <a:cs typeface="Arial"/>
              </a:rPr>
              <a:t>	</a:t>
            </a:r>
            <a:r>
              <a:rPr sz="1600" b="1" spc="-20" dirty="0">
                <a:solidFill>
                  <a:srgbClr val="163793"/>
                </a:solidFill>
                <a:latin typeface="Arial"/>
                <a:cs typeface="Arial"/>
              </a:rPr>
              <a:t>IPv6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9" name="object 99">
            <a:extLst>
              <a:ext uri="{FF2B5EF4-FFF2-40B4-BE49-F238E27FC236}">
                <a16:creationId xmlns:a16="http://schemas.microsoft.com/office/drawing/2014/main" id="{F40C1DCE-78EE-1266-561A-76B1C7846F28}"/>
              </a:ext>
            </a:extLst>
          </p:cNvPr>
          <p:cNvGrpSpPr/>
          <p:nvPr/>
        </p:nvGrpSpPr>
        <p:grpSpPr>
          <a:xfrm>
            <a:off x="2154301" y="1435100"/>
            <a:ext cx="1738630" cy="357505"/>
            <a:chOff x="2154301" y="1435100"/>
            <a:chExt cx="1738630" cy="357505"/>
          </a:xfrm>
        </p:grpSpPr>
        <p:pic>
          <p:nvPicPr>
            <p:cNvPr id="100" name="object 100">
              <a:extLst>
                <a:ext uri="{FF2B5EF4-FFF2-40B4-BE49-F238E27FC236}">
                  <a16:creationId xmlns:a16="http://schemas.microsoft.com/office/drawing/2014/main" id="{7FC04E7B-CF1E-F865-1678-13C109131DEB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63699" y="1597787"/>
              <a:ext cx="687577" cy="188213"/>
            </a:xfrm>
            <a:prstGeom prst="rect">
              <a:avLst/>
            </a:prstGeom>
          </p:spPr>
        </p:pic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B5415EEB-B8B6-F909-1E4C-584FE437084D}"/>
                </a:ext>
              </a:extLst>
            </p:cNvPr>
            <p:cNvSpPr/>
            <p:nvPr/>
          </p:nvSpPr>
          <p:spPr>
            <a:xfrm>
              <a:off x="2163699" y="1597787"/>
              <a:ext cx="687705" cy="188595"/>
            </a:xfrm>
            <a:custGeom>
              <a:avLst/>
              <a:gdLst/>
              <a:ahLst/>
              <a:cxnLst/>
              <a:rect l="l" t="t" r="r" b="b"/>
              <a:pathLst>
                <a:path w="687705" h="188594">
                  <a:moveTo>
                    <a:pt x="0" y="94107"/>
                  </a:moveTo>
                  <a:lnTo>
                    <a:pt x="27017" y="57489"/>
                  </a:lnTo>
                  <a:lnTo>
                    <a:pt x="100695" y="27574"/>
                  </a:lnTo>
                  <a:lnTo>
                    <a:pt x="151575" y="16080"/>
                  </a:lnTo>
                  <a:lnTo>
                    <a:pt x="209972" y="7399"/>
                  </a:lnTo>
                  <a:lnTo>
                    <a:pt x="274504" y="1913"/>
                  </a:lnTo>
                  <a:lnTo>
                    <a:pt x="343788" y="0"/>
                  </a:lnTo>
                  <a:lnTo>
                    <a:pt x="413073" y="1913"/>
                  </a:lnTo>
                  <a:lnTo>
                    <a:pt x="477605" y="7399"/>
                  </a:lnTo>
                  <a:lnTo>
                    <a:pt x="536002" y="16080"/>
                  </a:lnTo>
                  <a:lnTo>
                    <a:pt x="586882" y="27574"/>
                  </a:lnTo>
                  <a:lnTo>
                    <a:pt x="628863" y="41504"/>
                  </a:lnTo>
                  <a:lnTo>
                    <a:pt x="680593" y="75150"/>
                  </a:lnTo>
                  <a:lnTo>
                    <a:pt x="687577" y="94107"/>
                  </a:lnTo>
                  <a:lnTo>
                    <a:pt x="680593" y="113063"/>
                  </a:lnTo>
                  <a:lnTo>
                    <a:pt x="628863" y="146709"/>
                  </a:lnTo>
                  <a:lnTo>
                    <a:pt x="586882" y="160639"/>
                  </a:lnTo>
                  <a:lnTo>
                    <a:pt x="536002" y="172133"/>
                  </a:lnTo>
                  <a:lnTo>
                    <a:pt x="477605" y="180814"/>
                  </a:lnTo>
                  <a:lnTo>
                    <a:pt x="413073" y="186300"/>
                  </a:lnTo>
                  <a:lnTo>
                    <a:pt x="343788" y="188213"/>
                  </a:lnTo>
                  <a:lnTo>
                    <a:pt x="274504" y="186300"/>
                  </a:lnTo>
                  <a:lnTo>
                    <a:pt x="209972" y="180814"/>
                  </a:lnTo>
                  <a:lnTo>
                    <a:pt x="151575" y="172133"/>
                  </a:lnTo>
                  <a:lnTo>
                    <a:pt x="100695" y="160639"/>
                  </a:lnTo>
                  <a:lnTo>
                    <a:pt x="58714" y="146709"/>
                  </a:lnTo>
                  <a:lnTo>
                    <a:pt x="6984" y="113063"/>
                  </a:lnTo>
                  <a:lnTo>
                    <a:pt x="0" y="9410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>
              <a:extLst>
                <a:ext uri="{FF2B5EF4-FFF2-40B4-BE49-F238E27FC236}">
                  <a16:creationId xmlns:a16="http://schemas.microsoft.com/office/drawing/2014/main" id="{82B2BC31-D0EF-06EB-6A70-FCDCDFA7D3D0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60651" y="1447800"/>
              <a:ext cx="693686" cy="245363"/>
            </a:xfrm>
            <a:prstGeom prst="rect">
              <a:avLst/>
            </a:prstGeom>
          </p:spPr>
        </p:pic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16584739-C86C-7247-6CBC-81797AF9B6D0}"/>
                </a:ext>
              </a:extLst>
            </p:cNvPr>
            <p:cNvSpPr/>
            <p:nvPr/>
          </p:nvSpPr>
          <p:spPr>
            <a:xfrm>
              <a:off x="2160651" y="1447800"/>
              <a:ext cx="688975" cy="220979"/>
            </a:xfrm>
            <a:custGeom>
              <a:avLst/>
              <a:gdLst/>
              <a:ahLst/>
              <a:cxnLst/>
              <a:rect l="l" t="t" r="r" b="b"/>
              <a:pathLst>
                <a:path w="688975" h="220980">
                  <a:moveTo>
                    <a:pt x="0" y="110489"/>
                  </a:moveTo>
                  <a:lnTo>
                    <a:pt x="27041" y="67454"/>
                  </a:lnTo>
                  <a:lnTo>
                    <a:pt x="100790" y="32337"/>
                  </a:lnTo>
                  <a:lnTo>
                    <a:pt x="151724" y="18852"/>
                  </a:lnTo>
                  <a:lnTo>
                    <a:pt x="210186" y="8673"/>
                  </a:lnTo>
                  <a:lnTo>
                    <a:pt x="274796" y="2242"/>
                  </a:lnTo>
                  <a:lnTo>
                    <a:pt x="344169" y="0"/>
                  </a:lnTo>
                  <a:lnTo>
                    <a:pt x="413585" y="2242"/>
                  </a:lnTo>
                  <a:lnTo>
                    <a:pt x="478226" y="8673"/>
                  </a:lnTo>
                  <a:lnTo>
                    <a:pt x="536711" y="18852"/>
                  </a:lnTo>
                  <a:lnTo>
                    <a:pt x="587660" y="32337"/>
                  </a:lnTo>
                  <a:lnTo>
                    <a:pt x="629691" y="48685"/>
                  </a:lnTo>
                  <a:lnTo>
                    <a:pt x="681476" y="88203"/>
                  </a:lnTo>
                  <a:lnTo>
                    <a:pt x="688467" y="110489"/>
                  </a:lnTo>
                  <a:lnTo>
                    <a:pt x="681476" y="132734"/>
                  </a:lnTo>
                  <a:lnTo>
                    <a:pt x="629691" y="172198"/>
                  </a:lnTo>
                  <a:lnTo>
                    <a:pt x="587660" y="188531"/>
                  </a:lnTo>
                  <a:lnTo>
                    <a:pt x="536711" y="202006"/>
                  </a:lnTo>
                  <a:lnTo>
                    <a:pt x="478226" y="212181"/>
                  </a:lnTo>
                  <a:lnTo>
                    <a:pt x="413585" y="218611"/>
                  </a:lnTo>
                  <a:lnTo>
                    <a:pt x="344169" y="220852"/>
                  </a:lnTo>
                  <a:lnTo>
                    <a:pt x="274796" y="218611"/>
                  </a:lnTo>
                  <a:lnTo>
                    <a:pt x="210186" y="212181"/>
                  </a:lnTo>
                  <a:lnTo>
                    <a:pt x="151724" y="202006"/>
                  </a:lnTo>
                  <a:lnTo>
                    <a:pt x="100790" y="188531"/>
                  </a:lnTo>
                  <a:lnTo>
                    <a:pt x="58768" y="172198"/>
                  </a:lnTo>
                  <a:lnTo>
                    <a:pt x="6990" y="132734"/>
                  </a:lnTo>
                  <a:lnTo>
                    <a:pt x="0" y="1104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>
              <a:extLst>
                <a:ext uri="{FF2B5EF4-FFF2-40B4-BE49-F238E27FC236}">
                  <a16:creationId xmlns:a16="http://schemas.microsoft.com/office/drawing/2014/main" id="{69F530BF-70CB-1AD2-8BAF-A022AED0E474}"/>
                </a:ext>
              </a:extLst>
            </p:cNvPr>
            <p:cNvSpPr/>
            <p:nvPr/>
          </p:nvSpPr>
          <p:spPr>
            <a:xfrm>
              <a:off x="2298954" y="1505077"/>
              <a:ext cx="389255" cy="102235"/>
            </a:xfrm>
            <a:custGeom>
              <a:avLst/>
              <a:gdLst/>
              <a:ahLst/>
              <a:cxnLst/>
              <a:rect l="l" t="t" r="r" b="b"/>
              <a:pathLst>
                <a:path w="389255" h="102234">
                  <a:moveTo>
                    <a:pt x="0" y="102235"/>
                  </a:moveTo>
                  <a:lnTo>
                    <a:pt x="120522" y="102235"/>
                  </a:lnTo>
                  <a:lnTo>
                    <a:pt x="241045" y="0"/>
                  </a:lnTo>
                  <a:lnTo>
                    <a:pt x="389127" y="0"/>
                  </a:lnTo>
                </a:path>
                <a:path w="389255" h="102234">
                  <a:moveTo>
                    <a:pt x="17525" y="0"/>
                  </a:moveTo>
                  <a:lnTo>
                    <a:pt x="138048" y="0"/>
                  </a:lnTo>
                  <a:lnTo>
                    <a:pt x="258571" y="102235"/>
                  </a:lnTo>
                  <a:lnTo>
                    <a:pt x="371601" y="10223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>
              <a:extLst>
                <a:ext uri="{FF2B5EF4-FFF2-40B4-BE49-F238E27FC236}">
                  <a16:creationId xmlns:a16="http://schemas.microsoft.com/office/drawing/2014/main" id="{072E178F-261B-B0BD-45D4-28A261E03A9B}"/>
                </a:ext>
              </a:extLst>
            </p:cNvPr>
            <p:cNvSpPr/>
            <p:nvPr/>
          </p:nvSpPr>
          <p:spPr>
            <a:xfrm>
              <a:off x="2163699" y="1551431"/>
              <a:ext cx="685800" cy="153035"/>
            </a:xfrm>
            <a:custGeom>
              <a:avLst/>
              <a:gdLst/>
              <a:ahLst/>
              <a:cxnLst/>
              <a:rect l="l" t="t" r="r" b="b"/>
              <a:pathLst>
                <a:path w="685800" h="153035">
                  <a:moveTo>
                    <a:pt x="0" y="0"/>
                  </a:moveTo>
                  <a:lnTo>
                    <a:pt x="0" y="148589"/>
                  </a:lnTo>
                </a:path>
                <a:path w="685800" h="153035">
                  <a:moveTo>
                    <a:pt x="685419" y="8127"/>
                  </a:moveTo>
                  <a:lnTo>
                    <a:pt x="685419" y="15265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>
              <a:extLst>
                <a:ext uri="{FF2B5EF4-FFF2-40B4-BE49-F238E27FC236}">
                  <a16:creationId xmlns:a16="http://schemas.microsoft.com/office/drawing/2014/main" id="{AEB6E7D4-2885-C54A-00D2-29C66B6DC784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98749" y="1591437"/>
              <a:ext cx="687577" cy="188213"/>
            </a:xfrm>
            <a:prstGeom prst="rect">
              <a:avLst/>
            </a:prstGeom>
          </p:spPr>
        </p:pic>
        <p:sp>
          <p:nvSpPr>
            <p:cNvPr id="107" name="object 107">
              <a:extLst>
                <a:ext uri="{FF2B5EF4-FFF2-40B4-BE49-F238E27FC236}">
                  <a16:creationId xmlns:a16="http://schemas.microsoft.com/office/drawing/2014/main" id="{5AF33900-EAD1-B2D6-9434-F38346C023AF}"/>
                </a:ext>
              </a:extLst>
            </p:cNvPr>
            <p:cNvSpPr/>
            <p:nvPr/>
          </p:nvSpPr>
          <p:spPr>
            <a:xfrm>
              <a:off x="3198749" y="1591437"/>
              <a:ext cx="687705" cy="188595"/>
            </a:xfrm>
            <a:custGeom>
              <a:avLst/>
              <a:gdLst/>
              <a:ahLst/>
              <a:cxnLst/>
              <a:rect l="l" t="t" r="r" b="b"/>
              <a:pathLst>
                <a:path w="687704" h="188594">
                  <a:moveTo>
                    <a:pt x="0" y="94107"/>
                  </a:moveTo>
                  <a:lnTo>
                    <a:pt x="27017" y="57489"/>
                  </a:lnTo>
                  <a:lnTo>
                    <a:pt x="100695" y="27574"/>
                  </a:lnTo>
                  <a:lnTo>
                    <a:pt x="151575" y="16080"/>
                  </a:lnTo>
                  <a:lnTo>
                    <a:pt x="209972" y="7399"/>
                  </a:lnTo>
                  <a:lnTo>
                    <a:pt x="274504" y="1913"/>
                  </a:lnTo>
                  <a:lnTo>
                    <a:pt x="343788" y="0"/>
                  </a:lnTo>
                  <a:lnTo>
                    <a:pt x="413073" y="1913"/>
                  </a:lnTo>
                  <a:lnTo>
                    <a:pt x="477605" y="7399"/>
                  </a:lnTo>
                  <a:lnTo>
                    <a:pt x="536002" y="16080"/>
                  </a:lnTo>
                  <a:lnTo>
                    <a:pt x="586882" y="27574"/>
                  </a:lnTo>
                  <a:lnTo>
                    <a:pt x="628863" y="41504"/>
                  </a:lnTo>
                  <a:lnTo>
                    <a:pt x="680593" y="75150"/>
                  </a:lnTo>
                  <a:lnTo>
                    <a:pt x="687577" y="94107"/>
                  </a:lnTo>
                  <a:lnTo>
                    <a:pt x="680593" y="113063"/>
                  </a:lnTo>
                  <a:lnTo>
                    <a:pt x="628863" y="146709"/>
                  </a:lnTo>
                  <a:lnTo>
                    <a:pt x="586882" y="160639"/>
                  </a:lnTo>
                  <a:lnTo>
                    <a:pt x="536002" y="172133"/>
                  </a:lnTo>
                  <a:lnTo>
                    <a:pt x="477605" y="180814"/>
                  </a:lnTo>
                  <a:lnTo>
                    <a:pt x="413073" y="186300"/>
                  </a:lnTo>
                  <a:lnTo>
                    <a:pt x="343788" y="188213"/>
                  </a:lnTo>
                  <a:lnTo>
                    <a:pt x="274504" y="186300"/>
                  </a:lnTo>
                  <a:lnTo>
                    <a:pt x="209972" y="180814"/>
                  </a:lnTo>
                  <a:lnTo>
                    <a:pt x="151575" y="172133"/>
                  </a:lnTo>
                  <a:lnTo>
                    <a:pt x="100695" y="160639"/>
                  </a:lnTo>
                  <a:lnTo>
                    <a:pt x="58714" y="146709"/>
                  </a:lnTo>
                  <a:lnTo>
                    <a:pt x="6984" y="113063"/>
                  </a:lnTo>
                  <a:lnTo>
                    <a:pt x="0" y="9410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>
              <a:extLst>
                <a:ext uri="{FF2B5EF4-FFF2-40B4-BE49-F238E27FC236}">
                  <a16:creationId xmlns:a16="http://schemas.microsoft.com/office/drawing/2014/main" id="{D27465BB-62CA-E27D-6FAB-F8215C0F01E7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195701" y="1441450"/>
              <a:ext cx="693686" cy="245363"/>
            </a:xfrm>
            <a:prstGeom prst="rect">
              <a:avLst/>
            </a:prstGeom>
          </p:spPr>
        </p:pic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6D652BA2-DDA0-6839-D4CE-66E185C84EAC}"/>
                </a:ext>
              </a:extLst>
            </p:cNvPr>
            <p:cNvSpPr/>
            <p:nvPr/>
          </p:nvSpPr>
          <p:spPr>
            <a:xfrm>
              <a:off x="3195701" y="1441450"/>
              <a:ext cx="688975" cy="220979"/>
            </a:xfrm>
            <a:custGeom>
              <a:avLst/>
              <a:gdLst/>
              <a:ahLst/>
              <a:cxnLst/>
              <a:rect l="l" t="t" r="r" b="b"/>
              <a:pathLst>
                <a:path w="688975" h="220980">
                  <a:moveTo>
                    <a:pt x="0" y="110489"/>
                  </a:moveTo>
                  <a:lnTo>
                    <a:pt x="27041" y="67454"/>
                  </a:lnTo>
                  <a:lnTo>
                    <a:pt x="100790" y="32337"/>
                  </a:lnTo>
                  <a:lnTo>
                    <a:pt x="151724" y="18852"/>
                  </a:lnTo>
                  <a:lnTo>
                    <a:pt x="210186" y="8673"/>
                  </a:lnTo>
                  <a:lnTo>
                    <a:pt x="274796" y="2242"/>
                  </a:lnTo>
                  <a:lnTo>
                    <a:pt x="344170" y="0"/>
                  </a:lnTo>
                  <a:lnTo>
                    <a:pt x="413585" y="2242"/>
                  </a:lnTo>
                  <a:lnTo>
                    <a:pt x="478226" y="8673"/>
                  </a:lnTo>
                  <a:lnTo>
                    <a:pt x="536711" y="18852"/>
                  </a:lnTo>
                  <a:lnTo>
                    <a:pt x="587660" y="32337"/>
                  </a:lnTo>
                  <a:lnTo>
                    <a:pt x="629691" y="48685"/>
                  </a:lnTo>
                  <a:lnTo>
                    <a:pt x="681476" y="88203"/>
                  </a:lnTo>
                  <a:lnTo>
                    <a:pt x="688466" y="110489"/>
                  </a:lnTo>
                  <a:lnTo>
                    <a:pt x="681476" y="132734"/>
                  </a:lnTo>
                  <a:lnTo>
                    <a:pt x="629691" y="172198"/>
                  </a:lnTo>
                  <a:lnTo>
                    <a:pt x="587660" y="188531"/>
                  </a:lnTo>
                  <a:lnTo>
                    <a:pt x="536711" y="202006"/>
                  </a:lnTo>
                  <a:lnTo>
                    <a:pt x="478226" y="212181"/>
                  </a:lnTo>
                  <a:lnTo>
                    <a:pt x="413585" y="218611"/>
                  </a:lnTo>
                  <a:lnTo>
                    <a:pt x="344170" y="220852"/>
                  </a:lnTo>
                  <a:lnTo>
                    <a:pt x="274796" y="218611"/>
                  </a:lnTo>
                  <a:lnTo>
                    <a:pt x="210186" y="212181"/>
                  </a:lnTo>
                  <a:lnTo>
                    <a:pt x="151724" y="202006"/>
                  </a:lnTo>
                  <a:lnTo>
                    <a:pt x="100790" y="188531"/>
                  </a:lnTo>
                  <a:lnTo>
                    <a:pt x="58768" y="172198"/>
                  </a:lnTo>
                  <a:lnTo>
                    <a:pt x="6990" y="132734"/>
                  </a:lnTo>
                  <a:lnTo>
                    <a:pt x="0" y="11048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>
              <a:extLst>
                <a:ext uri="{FF2B5EF4-FFF2-40B4-BE49-F238E27FC236}">
                  <a16:creationId xmlns:a16="http://schemas.microsoft.com/office/drawing/2014/main" id="{792313F8-DCEE-927E-A0E0-1261B19B0973}"/>
                </a:ext>
              </a:extLst>
            </p:cNvPr>
            <p:cNvSpPr/>
            <p:nvPr/>
          </p:nvSpPr>
          <p:spPr>
            <a:xfrm>
              <a:off x="3334004" y="1498727"/>
              <a:ext cx="389255" cy="102235"/>
            </a:xfrm>
            <a:custGeom>
              <a:avLst/>
              <a:gdLst/>
              <a:ahLst/>
              <a:cxnLst/>
              <a:rect l="l" t="t" r="r" b="b"/>
              <a:pathLst>
                <a:path w="389254" h="102234">
                  <a:moveTo>
                    <a:pt x="0" y="102235"/>
                  </a:moveTo>
                  <a:lnTo>
                    <a:pt x="120523" y="102235"/>
                  </a:lnTo>
                  <a:lnTo>
                    <a:pt x="241046" y="0"/>
                  </a:lnTo>
                  <a:lnTo>
                    <a:pt x="389128" y="0"/>
                  </a:lnTo>
                </a:path>
                <a:path w="389254" h="102234">
                  <a:moveTo>
                    <a:pt x="17525" y="0"/>
                  </a:moveTo>
                  <a:lnTo>
                    <a:pt x="138049" y="0"/>
                  </a:lnTo>
                  <a:lnTo>
                    <a:pt x="258572" y="102235"/>
                  </a:lnTo>
                  <a:lnTo>
                    <a:pt x="371601" y="10223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60B9F66B-BD26-EDEA-3FF2-05B091AE8483}"/>
                </a:ext>
              </a:extLst>
            </p:cNvPr>
            <p:cNvSpPr/>
            <p:nvPr/>
          </p:nvSpPr>
          <p:spPr>
            <a:xfrm>
              <a:off x="3198749" y="1545081"/>
              <a:ext cx="685800" cy="153035"/>
            </a:xfrm>
            <a:custGeom>
              <a:avLst/>
              <a:gdLst/>
              <a:ahLst/>
              <a:cxnLst/>
              <a:rect l="l" t="t" r="r" b="b"/>
              <a:pathLst>
                <a:path w="685800" h="153035">
                  <a:moveTo>
                    <a:pt x="0" y="0"/>
                  </a:moveTo>
                  <a:lnTo>
                    <a:pt x="0" y="148589"/>
                  </a:lnTo>
                </a:path>
                <a:path w="685800" h="153035">
                  <a:moveTo>
                    <a:pt x="685418" y="8127"/>
                  </a:moveTo>
                  <a:lnTo>
                    <a:pt x="685418" y="15265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>
            <a:extLst>
              <a:ext uri="{FF2B5EF4-FFF2-40B4-BE49-F238E27FC236}">
                <a16:creationId xmlns:a16="http://schemas.microsoft.com/office/drawing/2014/main" id="{4B63E22E-8C76-A121-8AF1-AAA2D063060F}"/>
              </a:ext>
            </a:extLst>
          </p:cNvPr>
          <p:cNvSpPr txBox="1"/>
          <p:nvPr/>
        </p:nvSpPr>
        <p:spPr>
          <a:xfrm>
            <a:off x="4306951" y="2838068"/>
            <a:ext cx="4387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CC0000"/>
                </a:solidFill>
                <a:latin typeface="Arial"/>
                <a:cs typeface="Arial"/>
              </a:rPr>
              <a:t>IPv4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6" name="object 113">
            <a:extLst>
              <a:ext uri="{FF2B5EF4-FFF2-40B4-BE49-F238E27FC236}">
                <a16:creationId xmlns:a16="http://schemas.microsoft.com/office/drawing/2014/main" id="{239ACCBC-AE61-BD89-0EE7-42FDC9055991}"/>
              </a:ext>
            </a:extLst>
          </p:cNvPr>
          <p:cNvSpPr txBox="1"/>
          <p:nvPr/>
        </p:nvSpPr>
        <p:spPr>
          <a:xfrm>
            <a:off x="5300853" y="2839592"/>
            <a:ext cx="4387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CC0000"/>
                </a:solidFill>
                <a:latin typeface="Arial"/>
                <a:cs typeface="Arial"/>
              </a:rPr>
              <a:t>IPv4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7" name="object 114" descr="$PPTXTitle">
            <a:extLst>
              <a:ext uri="{FF2B5EF4-FFF2-40B4-BE49-F238E27FC236}">
                <a16:creationId xmlns:a16="http://schemas.microsoft.com/office/drawing/2014/main" id="{33F65716-CE9D-AA3E-0C01-167957B882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1819" y="142428"/>
            <a:ext cx="4420361" cy="552074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Kaiti SC Black"/>
                <a:cs typeface="Kaiti SC Black"/>
              </a:rPr>
              <a:t>隧道</a:t>
            </a:r>
            <a:r>
              <a:rPr sz="3200" spc="-10" dirty="0">
                <a:latin typeface="Kaiti SC Black"/>
                <a:cs typeface="Kaiti SC Black"/>
              </a:rPr>
              <a:t>（</a:t>
            </a:r>
            <a:r>
              <a:rPr sz="3200" spc="-10" dirty="0"/>
              <a:t>tunneling</a:t>
            </a:r>
            <a:r>
              <a:rPr sz="3200" spc="-10" dirty="0">
                <a:latin typeface="Kaiti SC Black"/>
                <a:cs typeface="Kaiti SC Black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472236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AEE2-97D3-66C2-D87F-279D7B2ED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5EE90B26-D36A-619F-3B4C-E2AA16C6B7E5}"/>
              </a:ext>
            </a:extLst>
          </p:cNvPr>
          <p:cNvSpPr txBox="1"/>
          <p:nvPr/>
        </p:nvSpPr>
        <p:spPr>
          <a:xfrm>
            <a:off x="4572000" y="539719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震荡现象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73A6F76-BD19-3191-4B8D-CEA217772267}"/>
              </a:ext>
            </a:extLst>
          </p:cNvPr>
          <p:cNvGrpSpPr/>
          <p:nvPr/>
        </p:nvGrpSpPr>
        <p:grpSpPr>
          <a:xfrm>
            <a:off x="2124617" y="1271626"/>
            <a:ext cx="3804735" cy="3026242"/>
            <a:chOff x="2124617" y="1271626"/>
            <a:chExt cx="3804735" cy="3026242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C06B9DA9-4B5D-A351-CF0C-A00757CEDDEF}"/>
                </a:ext>
              </a:extLst>
            </p:cNvPr>
            <p:cNvGrpSpPr/>
            <p:nvPr/>
          </p:nvGrpSpPr>
          <p:grpSpPr>
            <a:xfrm>
              <a:off x="2124617" y="1271626"/>
              <a:ext cx="3804735" cy="3026242"/>
              <a:chOff x="2124617" y="1271626"/>
              <a:chExt cx="3804735" cy="3026242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58D4896C-85DC-A891-D9AF-9493A9BB2A23}"/>
                  </a:ext>
                </a:extLst>
              </p:cNvPr>
              <p:cNvGrpSpPr/>
              <p:nvPr/>
            </p:nvGrpSpPr>
            <p:grpSpPr>
              <a:xfrm>
                <a:off x="2124617" y="1271626"/>
                <a:ext cx="3804735" cy="3026242"/>
                <a:chOff x="2592968" y="1661918"/>
                <a:chExt cx="3804735" cy="3026242"/>
              </a:xfrm>
            </p:grpSpPr>
            <p:sp>
              <p:nvSpPr>
                <p:cNvPr id="2" name="圆柱体 1">
                  <a:extLst>
                    <a:ext uri="{FF2B5EF4-FFF2-40B4-BE49-F238E27FC236}">
                      <a16:creationId xmlns:a16="http://schemas.microsoft.com/office/drawing/2014/main" id="{095977DC-B84A-CE00-3D02-9BB0EC07912C}"/>
                    </a:ext>
                  </a:extLst>
                </p:cNvPr>
                <p:cNvSpPr/>
                <p:nvPr/>
              </p:nvSpPr>
              <p:spPr>
                <a:xfrm>
                  <a:off x="3786768" y="1661918"/>
                  <a:ext cx="1193800" cy="685800"/>
                </a:xfrm>
                <a:prstGeom prst="ca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dirty="0"/>
                    <a:t>A</a:t>
                  </a:r>
                  <a:endParaRPr kumimoji="1" lang="zh-CN" altLang="en-US" dirty="0"/>
                </a:p>
              </p:txBody>
            </p:sp>
            <p:sp>
              <p:nvSpPr>
                <p:cNvPr id="3" name="圆柱体 2">
                  <a:extLst>
                    <a:ext uri="{FF2B5EF4-FFF2-40B4-BE49-F238E27FC236}">
                      <a16:creationId xmlns:a16="http://schemas.microsoft.com/office/drawing/2014/main" id="{661791F5-0F86-25A2-421D-0270C8DB0630}"/>
                    </a:ext>
                  </a:extLst>
                </p:cNvPr>
                <p:cNvSpPr/>
                <p:nvPr/>
              </p:nvSpPr>
              <p:spPr>
                <a:xfrm>
                  <a:off x="2592968" y="2659567"/>
                  <a:ext cx="1193800" cy="685800"/>
                </a:xfrm>
                <a:prstGeom prst="ca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dirty="0"/>
                    <a:t>D</a:t>
                  </a:r>
                  <a:endParaRPr kumimoji="1" lang="zh-CN" altLang="en-US" dirty="0"/>
                </a:p>
              </p:txBody>
            </p:sp>
            <p:sp>
              <p:nvSpPr>
                <p:cNvPr id="4" name="圆柱体 3">
                  <a:extLst>
                    <a:ext uri="{FF2B5EF4-FFF2-40B4-BE49-F238E27FC236}">
                      <a16:creationId xmlns:a16="http://schemas.microsoft.com/office/drawing/2014/main" id="{BE86C6BF-43DC-A5C7-0BB1-18DC36286C68}"/>
                    </a:ext>
                  </a:extLst>
                </p:cNvPr>
                <p:cNvSpPr/>
                <p:nvPr/>
              </p:nvSpPr>
              <p:spPr>
                <a:xfrm>
                  <a:off x="5203903" y="2659567"/>
                  <a:ext cx="1193800" cy="685800"/>
                </a:xfrm>
                <a:prstGeom prst="ca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dirty="0"/>
                    <a:t>B</a:t>
                  </a:r>
                  <a:endParaRPr kumimoji="1" lang="zh-CN" altLang="en-US" dirty="0"/>
                </a:p>
              </p:txBody>
            </p:sp>
            <p:sp>
              <p:nvSpPr>
                <p:cNvPr id="5" name="圆柱体 4">
                  <a:extLst>
                    <a:ext uri="{FF2B5EF4-FFF2-40B4-BE49-F238E27FC236}">
                      <a16:creationId xmlns:a16="http://schemas.microsoft.com/office/drawing/2014/main" id="{239C188A-DDE0-9D5F-6A87-6915C5490D70}"/>
                    </a:ext>
                  </a:extLst>
                </p:cNvPr>
                <p:cNvSpPr/>
                <p:nvPr/>
              </p:nvSpPr>
              <p:spPr>
                <a:xfrm>
                  <a:off x="3898435" y="4002360"/>
                  <a:ext cx="1193800" cy="685800"/>
                </a:xfrm>
                <a:prstGeom prst="ca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dirty="0"/>
                    <a:t>C</a:t>
                  </a:r>
                  <a:endParaRPr kumimoji="1" lang="zh-CN" altLang="en-US" dirty="0"/>
                </a:p>
              </p:txBody>
            </p:sp>
            <p:cxnSp>
              <p:nvCxnSpPr>
                <p:cNvPr id="7" name="直线箭头连接符 6">
                  <a:extLst>
                    <a:ext uri="{FF2B5EF4-FFF2-40B4-BE49-F238E27FC236}">
                      <a16:creationId xmlns:a16="http://schemas.microsoft.com/office/drawing/2014/main" id="{24F3EE7C-B73F-126E-5B79-E3BBD3789E3B}"/>
                    </a:ext>
                  </a:extLst>
                </p:cNvPr>
                <p:cNvCxnSpPr>
                  <a:stCxn id="5" idx="4"/>
                  <a:endCxn id="4" idx="3"/>
                </p:cNvCxnSpPr>
                <p:nvPr/>
              </p:nvCxnSpPr>
              <p:spPr>
                <a:xfrm flipV="1">
                  <a:off x="5092235" y="3345367"/>
                  <a:ext cx="708568" cy="999893"/>
                </a:xfrm>
                <a:prstGeom prst="straightConnector1">
                  <a:avLst/>
                </a:prstGeom>
                <a:ln w="57150">
                  <a:solidFill>
                    <a:srgbClr val="00206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线箭头连接符 7">
                  <a:extLst>
                    <a:ext uri="{FF2B5EF4-FFF2-40B4-BE49-F238E27FC236}">
                      <a16:creationId xmlns:a16="http://schemas.microsoft.com/office/drawing/2014/main" id="{8CD04067-A6AE-12FE-CDFB-7ADD30A4824B}"/>
                    </a:ext>
                  </a:extLst>
                </p:cNvPr>
                <p:cNvCxnSpPr>
                  <a:cxnSpLocks/>
                  <a:stCxn id="5" idx="2"/>
                  <a:endCxn id="3" idx="3"/>
                </p:cNvCxnSpPr>
                <p:nvPr/>
              </p:nvCxnSpPr>
              <p:spPr>
                <a:xfrm flipH="1" flipV="1">
                  <a:off x="3189868" y="3345367"/>
                  <a:ext cx="708567" cy="999893"/>
                </a:xfrm>
                <a:prstGeom prst="straightConnector1">
                  <a:avLst/>
                </a:prstGeom>
                <a:ln w="57150">
                  <a:solidFill>
                    <a:srgbClr val="00206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线箭头连接符 10">
                  <a:extLst>
                    <a:ext uri="{FF2B5EF4-FFF2-40B4-BE49-F238E27FC236}">
                      <a16:creationId xmlns:a16="http://schemas.microsoft.com/office/drawing/2014/main" id="{3E17C734-EF3E-39C3-4C23-439B9BF6CA8E}"/>
                    </a:ext>
                  </a:extLst>
                </p:cNvPr>
                <p:cNvCxnSpPr>
                  <a:cxnSpLocks/>
                  <a:stCxn id="3" idx="1"/>
                  <a:endCxn id="2" idx="3"/>
                </p:cNvCxnSpPr>
                <p:nvPr/>
              </p:nvCxnSpPr>
              <p:spPr>
                <a:xfrm flipV="1">
                  <a:off x="3189868" y="2347718"/>
                  <a:ext cx="1193800" cy="311849"/>
                </a:xfrm>
                <a:prstGeom prst="straightConnector1">
                  <a:avLst/>
                </a:prstGeom>
                <a:ln w="57150">
                  <a:solidFill>
                    <a:srgbClr val="00206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箭头连接符 13">
                  <a:extLst>
                    <a:ext uri="{FF2B5EF4-FFF2-40B4-BE49-F238E27FC236}">
                      <a16:creationId xmlns:a16="http://schemas.microsoft.com/office/drawing/2014/main" id="{6184EBA9-5EB5-3236-D258-F0459CC9F6C8}"/>
                    </a:ext>
                  </a:extLst>
                </p:cNvPr>
                <p:cNvCxnSpPr>
                  <a:cxnSpLocks/>
                  <a:stCxn id="4" idx="1"/>
                  <a:endCxn id="2" idx="3"/>
                </p:cNvCxnSpPr>
                <p:nvPr/>
              </p:nvCxnSpPr>
              <p:spPr>
                <a:xfrm flipH="1" flipV="1">
                  <a:off x="4383668" y="2347718"/>
                  <a:ext cx="1417135" cy="311849"/>
                </a:xfrm>
                <a:prstGeom prst="straightConnector1">
                  <a:avLst/>
                </a:prstGeom>
                <a:ln w="57150">
                  <a:solidFill>
                    <a:srgbClr val="00206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任意形状 25">
                <a:extLst>
                  <a:ext uri="{FF2B5EF4-FFF2-40B4-BE49-F238E27FC236}">
                    <a16:creationId xmlns:a16="http://schemas.microsoft.com/office/drawing/2014/main" id="{EF93B650-534C-5BAB-CC24-05D477C9A563}"/>
                  </a:ext>
                </a:extLst>
              </p:cNvPr>
              <p:cNvSpPr/>
              <p:nvPr/>
            </p:nvSpPr>
            <p:spPr>
              <a:xfrm>
                <a:off x="2987007" y="2888166"/>
                <a:ext cx="1964264" cy="669116"/>
              </a:xfrm>
              <a:custGeom>
                <a:avLst/>
                <a:gdLst>
                  <a:gd name="csX0" fmla="*/ 469871 w 1964264"/>
                  <a:gd name="csY0" fmla="*/ 657922 h 669116"/>
                  <a:gd name="csX1" fmla="*/ 12671 w 1964264"/>
                  <a:gd name="csY1" fmla="*/ 78058 h 669116"/>
                  <a:gd name="csX2" fmla="*/ 915920 w 1964264"/>
                  <a:gd name="csY2" fmla="*/ 669073 h 669116"/>
                  <a:gd name="csX3" fmla="*/ 1964134 w 1964264"/>
                  <a:gd name="csY3" fmla="*/ 111512 h 669116"/>
                  <a:gd name="csX4" fmla="*/ 982827 w 1964264"/>
                  <a:gd name="csY4" fmla="*/ 479502 h 669116"/>
                  <a:gd name="csX5" fmla="*/ 246847 w 1964264"/>
                  <a:gd name="csY5" fmla="*/ 89210 h 669116"/>
                  <a:gd name="csX6" fmla="*/ 927071 w 1964264"/>
                  <a:gd name="csY6" fmla="*/ 334536 h 669116"/>
                  <a:gd name="csX7" fmla="*/ 1696505 w 1964264"/>
                  <a:gd name="csY7" fmla="*/ 0 h 669116"/>
                  <a:gd name="csX8" fmla="*/ 1696505 w 1964264"/>
                  <a:gd name="csY8" fmla="*/ 0 h 6691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964264" h="669116">
                    <a:moveTo>
                      <a:pt x="469871" y="657922"/>
                    </a:moveTo>
                    <a:cubicBezTo>
                      <a:pt x="204100" y="367061"/>
                      <a:pt x="-61670" y="76200"/>
                      <a:pt x="12671" y="78058"/>
                    </a:cubicBezTo>
                    <a:cubicBezTo>
                      <a:pt x="87012" y="79916"/>
                      <a:pt x="590676" y="663497"/>
                      <a:pt x="915920" y="669073"/>
                    </a:cubicBezTo>
                    <a:cubicBezTo>
                      <a:pt x="1241164" y="674649"/>
                      <a:pt x="1952983" y="143107"/>
                      <a:pt x="1964134" y="111512"/>
                    </a:cubicBezTo>
                    <a:cubicBezTo>
                      <a:pt x="1975285" y="79917"/>
                      <a:pt x="1269042" y="483219"/>
                      <a:pt x="982827" y="479502"/>
                    </a:cubicBezTo>
                    <a:cubicBezTo>
                      <a:pt x="696613" y="475785"/>
                      <a:pt x="256140" y="113371"/>
                      <a:pt x="246847" y="89210"/>
                    </a:cubicBezTo>
                    <a:cubicBezTo>
                      <a:pt x="237554" y="65049"/>
                      <a:pt x="685461" y="349404"/>
                      <a:pt x="927071" y="334536"/>
                    </a:cubicBezTo>
                    <a:cubicBezTo>
                      <a:pt x="1168681" y="319668"/>
                      <a:pt x="1696505" y="0"/>
                      <a:pt x="1696505" y="0"/>
                    </a:cubicBezTo>
                    <a:lnTo>
                      <a:pt x="1696505" y="0"/>
                    </a:lnTo>
                  </a:path>
                </a:pathLst>
              </a:custGeom>
              <a:noFill/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F187E3A-E48A-D0F3-39D8-315671C2D94B}"/>
                </a:ext>
              </a:extLst>
            </p:cNvPr>
            <p:cNvSpPr txBox="1"/>
            <p:nvPr/>
          </p:nvSpPr>
          <p:spPr>
            <a:xfrm>
              <a:off x="5216761" y="3651297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震荡</a:t>
              </a:r>
            </a:p>
          </p:txBody>
        </p:sp>
        <p:cxnSp>
          <p:nvCxnSpPr>
            <p:cNvPr id="30" name="直线箭头连接符 29">
              <a:extLst>
                <a:ext uri="{FF2B5EF4-FFF2-40B4-BE49-F238E27FC236}">
                  <a16:creationId xmlns:a16="http://schemas.microsoft.com/office/drawing/2014/main" id="{AF51E3BE-0BC7-8B8A-0B8E-C4F40A56246A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 flipV="1">
              <a:off x="4512217" y="3399648"/>
              <a:ext cx="704544" cy="4363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41701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C077C-ABF8-89C3-7C6F-F080EFE6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A6FDD6D4-A24F-DDF1-C490-2EAD7C7DAE18}"/>
              </a:ext>
            </a:extLst>
          </p:cNvPr>
          <p:cNvGrpSpPr/>
          <p:nvPr/>
        </p:nvGrpSpPr>
        <p:grpSpPr>
          <a:xfrm>
            <a:off x="752816" y="985183"/>
            <a:ext cx="2106295" cy="1394865"/>
            <a:chOff x="752816" y="985183"/>
            <a:chExt cx="2106295" cy="1394865"/>
          </a:xfrm>
        </p:grpSpPr>
        <p:grpSp>
          <p:nvGrpSpPr>
            <p:cNvPr id="2" name="object 4">
              <a:extLst>
                <a:ext uri="{FF2B5EF4-FFF2-40B4-BE49-F238E27FC236}">
                  <a16:creationId xmlns:a16="http://schemas.microsoft.com/office/drawing/2014/main" id="{5DFEE07A-3346-8C90-6545-1BFA52B1E13A}"/>
                </a:ext>
              </a:extLst>
            </p:cNvPr>
            <p:cNvGrpSpPr/>
            <p:nvPr/>
          </p:nvGrpSpPr>
          <p:grpSpPr>
            <a:xfrm>
              <a:off x="752816" y="1199583"/>
              <a:ext cx="2106295" cy="1180465"/>
              <a:chOff x="6328426" y="1801748"/>
              <a:chExt cx="2106295" cy="1180465"/>
            </a:xfrm>
          </p:grpSpPr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963C1518-386D-5452-6349-0CE956408FC3}"/>
                  </a:ext>
                </a:extLst>
              </p:cNvPr>
              <p:cNvSpPr/>
              <p:nvPr/>
            </p:nvSpPr>
            <p:spPr>
              <a:xfrm>
                <a:off x="6328426" y="1801748"/>
                <a:ext cx="2106295" cy="1180465"/>
              </a:xfrm>
              <a:custGeom>
                <a:avLst/>
                <a:gdLst/>
                <a:ahLst/>
                <a:cxnLst/>
                <a:rect l="l" t="t" r="r" b="b"/>
                <a:pathLst>
                  <a:path w="2106295" h="1180464">
                    <a:moveTo>
                      <a:pt x="1062972" y="0"/>
                    </a:moveTo>
                    <a:lnTo>
                      <a:pt x="1013769" y="94"/>
                    </a:lnTo>
                    <a:lnTo>
                      <a:pt x="966818" y="6883"/>
                    </a:lnTo>
                    <a:lnTo>
                      <a:pt x="921856" y="19458"/>
                    </a:lnTo>
                    <a:lnTo>
                      <a:pt x="878615" y="36909"/>
                    </a:lnTo>
                    <a:lnTo>
                      <a:pt x="836832" y="58328"/>
                    </a:lnTo>
                    <a:lnTo>
                      <a:pt x="796241" y="82804"/>
                    </a:lnTo>
                    <a:lnTo>
                      <a:pt x="756575" y="109428"/>
                    </a:lnTo>
                    <a:lnTo>
                      <a:pt x="717570" y="137291"/>
                    </a:lnTo>
                    <a:lnTo>
                      <a:pt x="678960" y="165484"/>
                    </a:lnTo>
                    <a:lnTo>
                      <a:pt x="640480" y="193098"/>
                    </a:lnTo>
                    <a:lnTo>
                      <a:pt x="601864" y="219223"/>
                    </a:lnTo>
                    <a:lnTo>
                      <a:pt x="562846" y="242950"/>
                    </a:lnTo>
                    <a:lnTo>
                      <a:pt x="518908" y="267074"/>
                    </a:lnTo>
                    <a:lnTo>
                      <a:pt x="473300" y="291098"/>
                    </a:lnTo>
                    <a:lnTo>
                      <a:pt x="380162" y="339703"/>
                    </a:lnTo>
                    <a:lnTo>
                      <a:pt x="334179" y="364714"/>
                    </a:lnTo>
                    <a:lnTo>
                      <a:pt x="289617" y="390484"/>
                    </a:lnTo>
                    <a:lnTo>
                      <a:pt x="247249" y="417227"/>
                    </a:lnTo>
                    <a:lnTo>
                      <a:pt x="207847" y="445158"/>
                    </a:lnTo>
                    <a:lnTo>
                      <a:pt x="172185" y="474492"/>
                    </a:lnTo>
                    <a:lnTo>
                      <a:pt x="141036" y="505443"/>
                    </a:lnTo>
                    <a:lnTo>
                      <a:pt x="115171" y="538226"/>
                    </a:lnTo>
                    <a:lnTo>
                      <a:pt x="92137" y="574234"/>
                    </a:lnTo>
                    <a:lnTo>
                      <a:pt x="69579" y="614077"/>
                    </a:lnTo>
                    <a:lnTo>
                      <a:pt x="48527" y="656787"/>
                    </a:lnTo>
                    <a:lnTo>
                      <a:pt x="30013" y="701401"/>
                    </a:lnTo>
                    <a:lnTo>
                      <a:pt x="15067" y="746953"/>
                    </a:lnTo>
                    <a:lnTo>
                      <a:pt x="4719" y="792476"/>
                    </a:lnTo>
                    <a:lnTo>
                      <a:pt x="0" y="837008"/>
                    </a:lnTo>
                    <a:lnTo>
                      <a:pt x="1940" y="879581"/>
                    </a:lnTo>
                    <a:lnTo>
                      <a:pt x="11570" y="919231"/>
                    </a:lnTo>
                    <a:lnTo>
                      <a:pt x="29920" y="954993"/>
                    </a:lnTo>
                    <a:lnTo>
                      <a:pt x="58021" y="985901"/>
                    </a:lnTo>
                    <a:lnTo>
                      <a:pt x="116176" y="1021834"/>
                    </a:lnTo>
                    <a:lnTo>
                      <a:pt x="153572" y="1037840"/>
                    </a:lnTo>
                    <a:lnTo>
                      <a:pt x="195715" y="1052623"/>
                    </a:lnTo>
                    <a:lnTo>
                      <a:pt x="242005" y="1066245"/>
                    </a:lnTo>
                    <a:lnTo>
                      <a:pt x="291843" y="1078769"/>
                    </a:lnTo>
                    <a:lnTo>
                      <a:pt x="344629" y="1090257"/>
                    </a:lnTo>
                    <a:lnTo>
                      <a:pt x="399763" y="1100772"/>
                    </a:lnTo>
                    <a:lnTo>
                      <a:pt x="456645" y="1110376"/>
                    </a:lnTo>
                    <a:lnTo>
                      <a:pt x="514677" y="1119131"/>
                    </a:lnTo>
                    <a:lnTo>
                      <a:pt x="573258" y="1127101"/>
                    </a:lnTo>
                    <a:lnTo>
                      <a:pt x="631790" y="1134348"/>
                    </a:lnTo>
                    <a:lnTo>
                      <a:pt x="689671" y="1140933"/>
                    </a:lnTo>
                    <a:lnTo>
                      <a:pt x="746304" y="1146921"/>
                    </a:lnTo>
                    <a:lnTo>
                      <a:pt x="853422" y="1157351"/>
                    </a:lnTo>
                    <a:lnTo>
                      <a:pt x="902128" y="1161720"/>
                    </a:lnTo>
                    <a:lnTo>
                      <a:pt x="952271" y="1165811"/>
                    </a:lnTo>
                    <a:lnTo>
                      <a:pt x="1003571" y="1169541"/>
                    </a:lnTo>
                    <a:lnTo>
                      <a:pt x="1055749" y="1172829"/>
                    </a:lnTo>
                    <a:lnTo>
                      <a:pt x="1108525" y="1175594"/>
                    </a:lnTo>
                    <a:lnTo>
                      <a:pt x="1161621" y="1177754"/>
                    </a:lnTo>
                    <a:lnTo>
                      <a:pt x="1214756" y="1179227"/>
                    </a:lnTo>
                    <a:lnTo>
                      <a:pt x="1267652" y="1179933"/>
                    </a:lnTo>
                    <a:lnTo>
                      <a:pt x="1320027" y="1179789"/>
                    </a:lnTo>
                    <a:lnTo>
                      <a:pt x="1371604" y="1178715"/>
                    </a:lnTo>
                    <a:lnTo>
                      <a:pt x="1422103" y="1176629"/>
                    </a:lnTo>
                    <a:lnTo>
                      <a:pt x="1471244" y="1173450"/>
                    </a:lnTo>
                    <a:lnTo>
                      <a:pt x="1518747" y="1169095"/>
                    </a:lnTo>
                    <a:lnTo>
                      <a:pt x="1564333" y="1163485"/>
                    </a:lnTo>
                    <a:lnTo>
                      <a:pt x="1607723" y="1156536"/>
                    </a:lnTo>
                    <a:lnTo>
                      <a:pt x="1648638" y="1148169"/>
                    </a:lnTo>
                    <a:lnTo>
                      <a:pt x="1686796" y="1138301"/>
                    </a:lnTo>
                    <a:lnTo>
                      <a:pt x="1738471" y="1121428"/>
                    </a:lnTo>
                    <a:lnTo>
                      <a:pt x="1789084" y="1101215"/>
                    </a:lnTo>
                    <a:lnTo>
                      <a:pt x="1838042" y="1078025"/>
                    </a:lnTo>
                    <a:lnTo>
                      <a:pt x="1884747" y="1052223"/>
                    </a:lnTo>
                    <a:lnTo>
                      <a:pt x="1928606" y="1024171"/>
                    </a:lnTo>
                    <a:lnTo>
                      <a:pt x="1969022" y="994235"/>
                    </a:lnTo>
                    <a:lnTo>
                      <a:pt x="2005401" y="962777"/>
                    </a:lnTo>
                    <a:lnTo>
                      <a:pt x="2037147" y="930162"/>
                    </a:lnTo>
                    <a:lnTo>
                      <a:pt x="2063665" y="896752"/>
                    </a:lnTo>
                    <a:lnTo>
                      <a:pt x="2084359" y="862913"/>
                    </a:lnTo>
                    <a:lnTo>
                      <a:pt x="2105896" y="795401"/>
                    </a:lnTo>
                    <a:lnTo>
                      <a:pt x="2105750" y="760814"/>
                    </a:lnTo>
                    <a:lnTo>
                      <a:pt x="2084939" y="685490"/>
                    </a:lnTo>
                    <a:lnTo>
                      <a:pt x="2065534" y="645644"/>
                    </a:lnTo>
                    <a:lnTo>
                      <a:pt x="2040967" y="604937"/>
                    </a:lnTo>
                    <a:lnTo>
                      <a:pt x="2011869" y="563816"/>
                    </a:lnTo>
                    <a:lnTo>
                      <a:pt x="1978868" y="522727"/>
                    </a:lnTo>
                    <a:lnTo>
                      <a:pt x="1942593" y="482115"/>
                    </a:lnTo>
                    <a:lnTo>
                      <a:pt x="1903675" y="442428"/>
                    </a:lnTo>
                    <a:lnTo>
                      <a:pt x="1862741" y="404111"/>
                    </a:lnTo>
                    <a:lnTo>
                      <a:pt x="1820423" y="367611"/>
                    </a:lnTo>
                    <a:lnTo>
                      <a:pt x="1777347" y="333375"/>
                    </a:lnTo>
                    <a:lnTo>
                      <a:pt x="1743013" y="308085"/>
                    </a:lnTo>
                    <a:lnTo>
                      <a:pt x="1705219" y="281826"/>
                    </a:lnTo>
                    <a:lnTo>
                      <a:pt x="1664414" y="254934"/>
                    </a:lnTo>
                    <a:lnTo>
                      <a:pt x="1621042" y="227742"/>
                    </a:lnTo>
                    <a:lnTo>
                      <a:pt x="1575551" y="200586"/>
                    </a:lnTo>
                    <a:lnTo>
                      <a:pt x="1528388" y="173801"/>
                    </a:lnTo>
                    <a:lnTo>
                      <a:pt x="1479998" y="147721"/>
                    </a:lnTo>
                    <a:lnTo>
                      <a:pt x="1430828" y="122681"/>
                    </a:lnTo>
                    <a:lnTo>
                      <a:pt x="1381325" y="99017"/>
                    </a:lnTo>
                    <a:lnTo>
                      <a:pt x="1331935" y="77063"/>
                    </a:lnTo>
                    <a:lnTo>
                      <a:pt x="1283104" y="57153"/>
                    </a:lnTo>
                    <a:lnTo>
                      <a:pt x="1235280" y="39624"/>
                    </a:lnTo>
                    <a:lnTo>
                      <a:pt x="1188908" y="24808"/>
                    </a:lnTo>
                    <a:lnTo>
                      <a:pt x="1144435" y="13043"/>
                    </a:lnTo>
                    <a:lnTo>
                      <a:pt x="1102308" y="4662"/>
                    </a:lnTo>
                    <a:lnTo>
                      <a:pt x="1062972" y="0"/>
                    </a:lnTo>
                    <a:close/>
                  </a:path>
                </a:pathLst>
              </a:custGeom>
              <a:solidFill>
                <a:srgbClr val="66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" name="object 6">
                <a:extLst>
                  <a:ext uri="{FF2B5EF4-FFF2-40B4-BE49-F238E27FC236}">
                    <a16:creationId xmlns:a16="http://schemas.microsoft.com/office/drawing/2014/main" id="{A21ACA33-1C30-EF44-04A2-219AEDA94F25}"/>
                  </a:ext>
                </a:extLst>
              </p:cNvPr>
              <p:cNvSpPr/>
              <p:nvPr/>
            </p:nvSpPr>
            <p:spPr>
              <a:xfrm>
                <a:off x="6834250" y="2206624"/>
                <a:ext cx="3524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285750">
                    <a:moveTo>
                      <a:pt x="0" y="285750"/>
                    </a:moveTo>
                    <a:lnTo>
                      <a:pt x="352425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F02AFD84-C316-C488-E8C2-DD3524B2A06F}"/>
                  </a:ext>
                </a:extLst>
              </p:cNvPr>
              <p:cNvSpPr/>
              <p:nvPr/>
            </p:nvSpPr>
            <p:spPr>
              <a:xfrm>
                <a:off x="6421500" y="2581274"/>
                <a:ext cx="497205" cy="128905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28905">
                    <a:moveTo>
                      <a:pt x="248412" y="0"/>
                    </a:moveTo>
                    <a:lnTo>
                      <a:pt x="182342" y="2299"/>
                    </a:lnTo>
                    <a:lnTo>
                      <a:pt x="122992" y="8786"/>
                    </a:lnTo>
                    <a:lnTo>
                      <a:pt x="72723" y="18843"/>
                    </a:lnTo>
                    <a:lnTo>
                      <a:pt x="33894" y="31853"/>
                    </a:lnTo>
                    <a:lnTo>
                      <a:pt x="0" y="64262"/>
                    </a:lnTo>
                    <a:lnTo>
                      <a:pt x="8867" y="81378"/>
                    </a:lnTo>
                    <a:lnTo>
                      <a:pt x="72723" y="109791"/>
                    </a:lnTo>
                    <a:lnTo>
                      <a:pt x="122992" y="119859"/>
                    </a:lnTo>
                    <a:lnTo>
                      <a:pt x="182342" y="126350"/>
                    </a:lnTo>
                    <a:lnTo>
                      <a:pt x="248412" y="128650"/>
                    </a:lnTo>
                    <a:lnTo>
                      <a:pt x="314437" y="126350"/>
                    </a:lnTo>
                    <a:lnTo>
                      <a:pt x="373775" y="119859"/>
                    </a:lnTo>
                    <a:lnTo>
                      <a:pt x="424053" y="109791"/>
                    </a:lnTo>
                    <a:lnTo>
                      <a:pt x="462900" y="96759"/>
                    </a:lnTo>
                    <a:lnTo>
                      <a:pt x="496824" y="64262"/>
                    </a:lnTo>
                    <a:lnTo>
                      <a:pt x="487948" y="47198"/>
                    </a:lnTo>
                    <a:lnTo>
                      <a:pt x="424052" y="18843"/>
                    </a:lnTo>
                    <a:lnTo>
                      <a:pt x="373775" y="8786"/>
                    </a:lnTo>
                    <a:lnTo>
                      <a:pt x="314437" y="2299"/>
                    </a:lnTo>
                    <a:lnTo>
                      <a:pt x="248412" y="0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DCF66CE4-A5E7-BF74-5B3E-3120AA368C74}"/>
                  </a:ext>
                </a:extLst>
              </p:cNvPr>
              <p:cNvSpPr/>
              <p:nvPr/>
            </p:nvSpPr>
            <p:spPr>
              <a:xfrm>
                <a:off x="6421500" y="2570098"/>
                <a:ext cx="498475" cy="140335"/>
              </a:xfrm>
              <a:custGeom>
                <a:avLst/>
                <a:gdLst/>
                <a:ahLst/>
                <a:cxnLst/>
                <a:rect l="l" t="t" r="r" b="b"/>
                <a:pathLst>
                  <a:path w="498475" h="140335">
                    <a:moveTo>
                      <a:pt x="0" y="75437"/>
                    </a:moveTo>
                    <a:lnTo>
                      <a:pt x="33894" y="43029"/>
                    </a:lnTo>
                    <a:lnTo>
                      <a:pt x="72723" y="30019"/>
                    </a:lnTo>
                    <a:lnTo>
                      <a:pt x="122992" y="19962"/>
                    </a:lnTo>
                    <a:lnTo>
                      <a:pt x="182342" y="13475"/>
                    </a:lnTo>
                    <a:lnTo>
                      <a:pt x="248412" y="11175"/>
                    </a:lnTo>
                    <a:lnTo>
                      <a:pt x="314437" y="13475"/>
                    </a:lnTo>
                    <a:lnTo>
                      <a:pt x="373775" y="19962"/>
                    </a:lnTo>
                    <a:lnTo>
                      <a:pt x="424052" y="30019"/>
                    </a:lnTo>
                    <a:lnTo>
                      <a:pt x="462900" y="43029"/>
                    </a:lnTo>
                    <a:lnTo>
                      <a:pt x="496824" y="75437"/>
                    </a:lnTo>
                    <a:lnTo>
                      <a:pt x="487948" y="92554"/>
                    </a:lnTo>
                    <a:lnTo>
                      <a:pt x="424053" y="120967"/>
                    </a:lnTo>
                    <a:lnTo>
                      <a:pt x="373775" y="131035"/>
                    </a:lnTo>
                    <a:lnTo>
                      <a:pt x="314437" y="137526"/>
                    </a:lnTo>
                    <a:lnTo>
                      <a:pt x="248412" y="139826"/>
                    </a:lnTo>
                    <a:lnTo>
                      <a:pt x="182342" y="137526"/>
                    </a:lnTo>
                    <a:lnTo>
                      <a:pt x="122992" y="131035"/>
                    </a:lnTo>
                    <a:lnTo>
                      <a:pt x="72723" y="120967"/>
                    </a:lnTo>
                    <a:lnTo>
                      <a:pt x="33894" y="107935"/>
                    </a:lnTo>
                    <a:lnTo>
                      <a:pt x="0" y="75437"/>
                    </a:lnTo>
                    <a:close/>
                  </a:path>
                  <a:path w="498475" h="140335">
                    <a:moveTo>
                      <a:pt x="0" y="0"/>
                    </a:moveTo>
                    <a:lnTo>
                      <a:pt x="1524" y="79375"/>
                    </a:lnTo>
                  </a:path>
                  <a:path w="498475" h="140335">
                    <a:moveTo>
                      <a:pt x="496824" y="0"/>
                    </a:moveTo>
                    <a:lnTo>
                      <a:pt x="498475" y="79375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9">
                <a:extLst>
                  <a:ext uri="{FF2B5EF4-FFF2-40B4-BE49-F238E27FC236}">
                    <a16:creationId xmlns:a16="http://schemas.microsoft.com/office/drawing/2014/main" id="{9A6FDD7C-FF67-28AA-1622-63FFDD405447}"/>
                  </a:ext>
                </a:extLst>
              </p:cNvPr>
              <p:cNvSpPr/>
              <p:nvPr/>
            </p:nvSpPr>
            <p:spPr>
              <a:xfrm>
                <a:off x="6416675" y="2476499"/>
                <a:ext cx="49720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71450">
                    <a:moveTo>
                      <a:pt x="496951" y="75438"/>
                    </a:moveTo>
                    <a:lnTo>
                      <a:pt x="463016" y="37376"/>
                    </a:lnTo>
                    <a:lnTo>
                      <a:pt x="424154" y="22098"/>
                    </a:lnTo>
                    <a:lnTo>
                      <a:pt x="373862" y="10312"/>
                    </a:lnTo>
                    <a:lnTo>
                      <a:pt x="314490" y="2705"/>
                    </a:lnTo>
                    <a:lnTo>
                      <a:pt x="248412" y="0"/>
                    </a:lnTo>
                    <a:lnTo>
                      <a:pt x="182384" y="2705"/>
                    </a:lnTo>
                    <a:lnTo>
                      <a:pt x="123037" y="10312"/>
                    </a:lnTo>
                    <a:lnTo>
                      <a:pt x="72758" y="22098"/>
                    </a:lnTo>
                    <a:lnTo>
                      <a:pt x="33921" y="37376"/>
                    </a:lnTo>
                    <a:lnTo>
                      <a:pt x="0" y="75438"/>
                    </a:lnTo>
                    <a:lnTo>
                      <a:pt x="8051" y="93662"/>
                    </a:lnTo>
                    <a:lnTo>
                      <a:pt x="4826" y="93662"/>
                    </a:lnTo>
                    <a:lnTo>
                      <a:pt x="4826" y="171450"/>
                    </a:lnTo>
                    <a:lnTo>
                      <a:pt x="496951" y="171450"/>
                    </a:lnTo>
                    <a:lnTo>
                      <a:pt x="496951" y="93662"/>
                    </a:lnTo>
                    <a:lnTo>
                      <a:pt x="488873" y="93662"/>
                    </a:lnTo>
                    <a:lnTo>
                      <a:pt x="496951" y="75438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10">
                <a:extLst>
                  <a:ext uri="{FF2B5EF4-FFF2-40B4-BE49-F238E27FC236}">
                    <a16:creationId xmlns:a16="http://schemas.microsoft.com/office/drawing/2014/main" id="{AB6BFF89-2F98-0CA7-7178-A702FEA1051E}"/>
                  </a:ext>
                </a:extLst>
              </p:cNvPr>
              <p:cNvSpPr/>
              <p:nvPr/>
            </p:nvSpPr>
            <p:spPr>
              <a:xfrm>
                <a:off x="6416674" y="2206624"/>
                <a:ext cx="1403350" cy="421005"/>
              </a:xfrm>
              <a:custGeom>
                <a:avLst/>
                <a:gdLst/>
                <a:ahLst/>
                <a:cxnLst/>
                <a:rect l="l" t="t" r="r" b="b"/>
                <a:pathLst>
                  <a:path w="1403350" h="421005">
                    <a:moveTo>
                      <a:pt x="0" y="345313"/>
                    </a:moveTo>
                    <a:lnTo>
                      <a:pt x="33923" y="307241"/>
                    </a:lnTo>
                    <a:lnTo>
                      <a:pt x="72770" y="291973"/>
                    </a:lnTo>
                    <a:lnTo>
                      <a:pt x="123048" y="280176"/>
                    </a:lnTo>
                    <a:lnTo>
                      <a:pt x="182386" y="272570"/>
                    </a:lnTo>
                    <a:lnTo>
                      <a:pt x="248411" y="269875"/>
                    </a:lnTo>
                    <a:lnTo>
                      <a:pt x="314491" y="272570"/>
                    </a:lnTo>
                    <a:lnTo>
                      <a:pt x="373864" y="280176"/>
                    </a:lnTo>
                    <a:lnTo>
                      <a:pt x="424164" y="291973"/>
                    </a:lnTo>
                    <a:lnTo>
                      <a:pt x="463023" y="307241"/>
                    </a:lnTo>
                    <a:lnTo>
                      <a:pt x="496950" y="345313"/>
                    </a:lnTo>
                    <a:lnTo>
                      <a:pt x="488074" y="365364"/>
                    </a:lnTo>
                    <a:lnTo>
                      <a:pt x="424164" y="398653"/>
                    </a:lnTo>
                    <a:lnTo>
                      <a:pt x="373864" y="410449"/>
                    </a:lnTo>
                    <a:lnTo>
                      <a:pt x="314491" y="418055"/>
                    </a:lnTo>
                    <a:lnTo>
                      <a:pt x="248411" y="420750"/>
                    </a:lnTo>
                    <a:lnTo>
                      <a:pt x="182386" y="418055"/>
                    </a:lnTo>
                    <a:lnTo>
                      <a:pt x="123048" y="410449"/>
                    </a:lnTo>
                    <a:lnTo>
                      <a:pt x="72771" y="398652"/>
                    </a:lnTo>
                    <a:lnTo>
                      <a:pt x="33923" y="383384"/>
                    </a:lnTo>
                    <a:lnTo>
                      <a:pt x="0" y="345313"/>
                    </a:lnTo>
                    <a:close/>
                  </a:path>
                  <a:path w="1403350" h="421005">
                    <a:moveTo>
                      <a:pt x="1060450" y="0"/>
                    </a:moveTo>
                    <a:lnTo>
                      <a:pt x="1403350" y="299974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11">
                <a:extLst>
                  <a:ext uri="{FF2B5EF4-FFF2-40B4-BE49-F238E27FC236}">
                    <a16:creationId xmlns:a16="http://schemas.microsoft.com/office/drawing/2014/main" id="{007EC3F9-E5AC-A375-55AD-72823B0CC93F}"/>
                  </a:ext>
                </a:extLst>
              </p:cNvPr>
              <p:cNvSpPr/>
              <p:nvPr/>
            </p:nvSpPr>
            <p:spPr>
              <a:xfrm>
                <a:off x="6918324" y="2628137"/>
                <a:ext cx="844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44550">
                    <a:moveTo>
                      <a:pt x="0" y="0"/>
                    </a:moveTo>
                    <a:lnTo>
                      <a:pt x="844550" y="0"/>
                    </a:lnTo>
                  </a:path>
                </a:pathLst>
              </a:custGeom>
              <a:ln w="17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2">
                <a:extLst>
                  <a:ext uri="{FF2B5EF4-FFF2-40B4-BE49-F238E27FC236}">
                    <a16:creationId xmlns:a16="http://schemas.microsoft.com/office/drawing/2014/main" id="{8ABB38FF-19B3-B6EA-FB89-739EA9ED5EE9}"/>
                  </a:ext>
                </a:extLst>
              </p:cNvPr>
              <p:cNvSpPr/>
              <p:nvPr/>
            </p:nvSpPr>
            <p:spPr>
              <a:xfrm>
                <a:off x="6543040" y="2497200"/>
                <a:ext cx="1717039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1717040" h="231775">
                    <a:moveTo>
                      <a:pt x="225374" y="0"/>
                    </a:moveTo>
                    <a:lnTo>
                      <a:pt x="0" y="0"/>
                    </a:lnTo>
                    <a:lnTo>
                      <a:pt x="0" y="209550"/>
                    </a:lnTo>
                    <a:lnTo>
                      <a:pt x="225374" y="209550"/>
                    </a:lnTo>
                    <a:lnTo>
                      <a:pt x="225374" y="0"/>
                    </a:lnTo>
                    <a:close/>
                  </a:path>
                  <a:path w="1717040" h="231775">
                    <a:moveTo>
                      <a:pt x="1716786" y="167386"/>
                    </a:moveTo>
                    <a:lnTo>
                      <a:pt x="1682851" y="134988"/>
                    </a:lnTo>
                    <a:lnTo>
                      <a:pt x="1643989" y="121970"/>
                    </a:lnTo>
                    <a:lnTo>
                      <a:pt x="1593697" y="111912"/>
                    </a:lnTo>
                    <a:lnTo>
                      <a:pt x="1534325" y="105435"/>
                    </a:lnTo>
                    <a:lnTo>
                      <a:pt x="1468247" y="103124"/>
                    </a:lnTo>
                    <a:lnTo>
                      <a:pt x="1402219" y="105435"/>
                    </a:lnTo>
                    <a:lnTo>
                      <a:pt x="1342872" y="111912"/>
                    </a:lnTo>
                    <a:lnTo>
                      <a:pt x="1292593" y="121970"/>
                    </a:lnTo>
                    <a:lnTo>
                      <a:pt x="1253756" y="134988"/>
                    </a:lnTo>
                    <a:lnTo>
                      <a:pt x="1219835" y="167386"/>
                    </a:lnTo>
                    <a:lnTo>
                      <a:pt x="1228699" y="184505"/>
                    </a:lnTo>
                    <a:lnTo>
                      <a:pt x="1292606" y="212915"/>
                    </a:lnTo>
                    <a:lnTo>
                      <a:pt x="1342872" y="222986"/>
                    </a:lnTo>
                    <a:lnTo>
                      <a:pt x="1402219" y="229476"/>
                    </a:lnTo>
                    <a:lnTo>
                      <a:pt x="1468247" y="231775"/>
                    </a:lnTo>
                    <a:lnTo>
                      <a:pt x="1534325" y="229476"/>
                    </a:lnTo>
                    <a:lnTo>
                      <a:pt x="1593697" y="222986"/>
                    </a:lnTo>
                    <a:lnTo>
                      <a:pt x="1643989" y="212915"/>
                    </a:lnTo>
                    <a:lnTo>
                      <a:pt x="1682851" y="199885"/>
                    </a:lnTo>
                    <a:lnTo>
                      <a:pt x="1716786" y="167386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3">
                <a:extLst>
                  <a:ext uri="{FF2B5EF4-FFF2-40B4-BE49-F238E27FC236}">
                    <a16:creationId xmlns:a16="http://schemas.microsoft.com/office/drawing/2014/main" id="{20C3A763-4532-A4E5-AD3C-3F9D611C10CE}"/>
                  </a:ext>
                </a:extLst>
              </p:cNvPr>
              <p:cNvSpPr/>
              <p:nvPr/>
            </p:nvSpPr>
            <p:spPr>
              <a:xfrm>
                <a:off x="7762874" y="2589148"/>
                <a:ext cx="497205" cy="140335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40335">
                    <a:moveTo>
                      <a:pt x="0" y="75437"/>
                    </a:moveTo>
                    <a:lnTo>
                      <a:pt x="33923" y="43029"/>
                    </a:lnTo>
                    <a:lnTo>
                      <a:pt x="72770" y="30019"/>
                    </a:lnTo>
                    <a:lnTo>
                      <a:pt x="123048" y="19962"/>
                    </a:lnTo>
                    <a:lnTo>
                      <a:pt x="182386" y="13475"/>
                    </a:lnTo>
                    <a:lnTo>
                      <a:pt x="248411" y="11175"/>
                    </a:lnTo>
                    <a:lnTo>
                      <a:pt x="314491" y="13475"/>
                    </a:lnTo>
                    <a:lnTo>
                      <a:pt x="373864" y="19962"/>
                    </a:lnTo>
                    <a:lnTo>
                      <a:pt x="424164" y="30019"/>
                    </a:lnTo>
                    <a:lnTo>
                      <a:pt x="463023" y="43029"/>
                    </a:lnTo>
                    <a:lnTo>
                      <a:pt x="496950" y="75437"/>
                    </a:lnTo>
                    <a:lnTo>
                      <a:pt x="488074" y="92554"/>
                    </a:lnTo>
                    <a:lnTo>
                      <a:pt x="424164" y="120967"/>
                    </a:lnTo>
                    <a:lnTo>
                      <a:pt x="373864" y="131035"/>
                    </a:lnTo>
                    <a:lnTo>
                      <a:pt x="314491" y="137526"/>
                    </a:lnTo>
                    <a:lnTo>
                      <a:pt x="248411" y="139826"/>
                    </a:lnTo>
                    <a:lnTo>
                      <a:pt x="182386" y="137526"/>
                    </a:lnTo>
                    <a:lnTo>
                      <a:pt x="123048" y="131035"/>
                    </a:lnTo>
                    <a:lnTo>
                      <a:pt x="72771" y="120967"/>
                    </a:lnTo>
                    <a:lnTo>
                      <a:pt x="33923" y="107935"/>
                    </a:lnTo>
                    <a:lnTo>
                      <a:pt x="0" y="75437"/>
                    </a:lnTo>
                    <a:close/>
                  </a:path>
                  <a:path w="497204" h="140335">
                    <a:moveTo>
                      <a:pt x="0" y="0"/>
                    </a:moveTo>
                    <a:lnTo>
                      <a:pt x="0" y="79375"/>
                    </a:lnTo>
                  </a:path>
                  <a:path w="497204" h="140335">
                    <a:moveTo>
                      <a:pt x="496950" y="0"/>
                    </a:moveTo>
                    <a:lnTo>
                      <a:pt x="496950" y="79375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DB688407-C2B8-F85E-F0C0-AC7D53C6FB22}"/>
                  </a:ext>
                </a:extLst>
              </p:cNvPr>
              <p:cNvSpPr/>
              <p:nvPr/>
            </p:nvSpPr>
            <p:spPr>
              <a:xfrm>
                <a:off x="7758176" y="2495549"/>
                <a:ext cx="49720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71450">
                    <a:moveTo>
                      <a:pt x="496824" y="75438"/>
                    </a:moveTo>
                    <a:lnTo>
                      <a:pt x="462889" y="37376"/>
                    </a:lnTo>
                    <a:lnTo>
                      <a:pt x="424053" y="22098"/>
                    </a:lnTo>
                    <a:lnTo>
                      <a:pt x="373773" y="10312"/>
                    </a:lnTo>
                    <a:lnTo>
                      <a:pt x="314426" y="2705"/>
                    </a:lnTo>
                    <a:lnTo>
                      <a:pt x="248412" y="0"/>
                    </a:lnTo>
                    <a:lnTo>
                      <a:pt x="182333" y="2705"/>
                    </a:lnTo>
                    <a:lnTo>
                      <a:pt x="122986" y="10312"/>
                    </a:lnTo>
                    <a:lnTo>
                      <a:pt x="72720" y="22098"/>
                    </a:lnTo>
                    <a:lnTo>
                      <a:pt x="33883" y="37376"/>
                    </a:lnTo>
                    <a:lnTo>
                      <a:pt x="0" y="75438"/>
                    </a:lnTo>
                    <a:lnTo>
                      <a:pt x="8051" y="93662"/>
                    </a:lnTo>
                    <a:lnTo>
                      <a:pt x="4699" y="93662"/>
                    </a:lnTo>
                    <a:lnTo>
                      <a:pt x="4699" y="171450"/>
                    </a:lnTo>
                    <a:lnTo>
                      <a:pt x="496824" y="171450"/>
                    </a:lnTo>
                    <a:lnTo>
                      <a:pt x="496824" y="93662"/>
                    </a:lnTo>
                    <a:lnTo>
                      <a:pt x="488746" y="93662"/>
                    </a:lnTo>
                    <a:lnTo>
                      <a:pt x="496824" y="75438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5">
                <a:extLst>
                  <a:ext uri="{FF2B5EF4-FFF2-40B4-BE49-F238E27FC236}">
                    <a16:creationId xmlns:a16="http://schemas.microsoft.com/office/drawing/2014/main" id="{A6ACA881-188D-D85F-C1AA-6334E38E27B8}"/>
                  </a:ext>
                </a:extLst>
              </p:cNvPr>
              <p:cNvSpPr/>
              <p:nvPr/>
            </p:nvSpPr>
            <p:spPr>
              <a:xfrm>
                <a:off x="7758175" y="2495549"/>
                <a:ext cx="497205" cy="15113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51130">
                    <a:moveTo>
                      <a:pt x="0" y="75437"/>
                    </a:moveTo>
                    <a:lnTo>
                      <a:pt x="33894" y="37366"/>
                    </a:lnTo>
                    <a:lnTo>
                      <a:pt x="72723" y="22098"/>
                    </a:lnTo>
                    <a:lnTo>
                      <a:pt x="122992" y="10301"/>
                    </a:lnTo>
                    <a:lnTo>
                      <a:pt x="182342" y="2695"/>
                    </a:lnTo>
                    <a:lnTo>
                      <a:pt x="248412" y="0"/>
                    </a:lnTo>
                    <a:lnTo>
                      <a:pt x="314437" y="2695"/>
                    </a:lnTo>
                    <a:lnTo>
                      <a:pt x="373775" y="10301"/>
                    </a:lnTo>
                    <a:lnTo>
                      <a:pt x="424052" y="22098"/>
                    </a:lnTo>
                    <a:lnTo>
                      <a:pt x="462900" y="37366"/>
                    </a:lnTo>
                    <a:lnTo>
                      <a:pt x="496824" y="75437"/>
                    </a:lnTo>
                    <a:lnTo>
                      <a:pt x="487948" y="95489"/>
                    </a:lnTo>
                    <a:lnTo>
                      <a:pt x="424053" y="128778"/>
                    </a:lnTo>
                    <a:lnTo>
                      <a:pt x="373775" y="140574"/>
                    </a:lnTo>
                    <a:lnTo>
                      <a:pt x="314437" y="148180"/>
                    </a:lnTo>
                    <a:lnTo>
                      <a:pt x="248412" y="150875"/>
                    </a:lnTo>
                    <a:lnTo>
                      <a:pt x="182342" y="148180"/>
                    </a:lnTo>
                    <a:lnTo>
                      <a:pt x="122992" y="140574"/>
                    </a:lnTo>
                    <a:lnTo>
                      <a:pt x="72723" y="128777"/>
                    </a:lnTo>
                    <a:lnTo>
                      <a:pt x="33894" y="113509"/>
                    </a:lnTo>
                    <a:lnTo>
                      <a:pt x="0" y="75437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6">
                <a:extLst>
                  <a:ext uri="{FF2B5EF4-FFF2-40B4-BE49-F238E27FC236}">
                    <a16:creationId xmlns:a16="http://schemas.microsoft.com/office/drawing/2014/main" id="{5BFF71E9-DC36-D0B7-D77E-08B2FACFFB3E}"/>
                  </a:ext>
                </a:extLst>
              </p:cNvPr>
              <p:cNvSpPr/>
              <p:nvPr/>
            </p:nvSpPr>
            <p:spPr>
              <a:xfrm>
                <a:off x="7895589" y="2516250"/>
                <a:ext cx="224154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24154" h="209550">
                    <a:moveTo>
                      <a:pt x="223685" y="0"/>
                    </a:moveTo>
                    <a:lnTo>
                      <a:pt x="0" y="0"/>
                    </a:lnTo>
                    <a:lnTo>
                      <a:pt x="0" y="209550"/>
                    </a:lnTo>
                    <a:lnTo>
                      <a:pt x="223685" y="209550"/>
                    </a:lnTo>
                    <a:lnTo>
                      <a:pt x="223685" y="0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5" name="object 17">
              <a:extLst>
                <a:ext uri="{FF2B5EF4-FFF2-40B4-BE49-F238E27FC236}">
                  <a16:creationId xmlns:a16="http://schemas.microsoft.com/office/drawing/2014/main" id="{10B3E595-5DA0-7F5A-646E-52AD38448E6A}"/>
                </a:ext>
              </a:extLst>
            </p:cNvPr>
            <p:cNvSpPr txBox="1"/>
            <p:nvPr/>
          </p:nvSpPr>
          <p:spPr>
            <a:xfrm>
              <a:off x="2358460" y="1838521"/>
              <a:ext cx="162560" cy="33083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000" spc="-50" dirty="0">
                  <a:latin typeface="Comic Sans MS"/>
                  <a:cs typeface="Comic Sans MS"/>
                </a:rPr>
                <a:t>z</a:t>
              </a:r>
              <a:endParaRPr sz="2000">
                <a:latin typeface="Comic Sans MS"/>
                <a:cs typeface="Comic Sans MS"/>
              </a:endParaRPr>
            </a:p>
          </p:txBody>
        </p:sp>
        <p:sp>
          <p:nvSpPr>
            <p:cNvPr id="16" name="object 18">
              <a:extLst>
                <a:ext uri="{FF2B5EF4-FFF2-40B4-BE49-F238E27FC236}">
                  <a16:creationId xmlns:a16="http://schemas.microsoft.com/office/drawing/2014/main" id="{11586DD9-19C5-0187-A20B-CDF9477F3EC0}"/>
                </a:ext>
              </a:extLst>
            </p:cNvPr>
            <p:cNvSpPr txBox="1"/>
            <p:nvPr/>
          </p:nvSpPr>
          <p:spPr>
            <a:xfrm>
              <a:off x="2109159" y="1506543"/>
              <a:ext cx="12890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mic Sans MS"/>
                  <a:cs typeface="Comic Sans MS"/>
                </a:rPr>
                <a:t>1</a:t>
              </a:r>
              <a:endParaRPr sz="1800">
                <a:latin typeface="Comic Sans MS"/>
                <a:cs typeface="Comic Sans MS"/>
              </a:endParaRPr>
            </a:p>
          </p:txBody>
        </p:sp>
        <p:sp>
          <p:nvSpPr>
            <p:cNvPr id="17" name="object 19">
              <a:extLst>
                <a:ext uri="{FF2B5EF4-FFF2-40B4-BE49-F238E27FC236}">
                  <a16:creationId xmlns:a16="http://schemas.microsoft.com/office/drawing/2014/main" id="{04D21826-7620-4B7A-8465-EC4058BD1FB2}"/>
                </a:ext>
              </a:extLst>
            </p:cNvPr>
            <p:cNvSpPr txBox="1"/>
            <p:nvPr/>
          </p:nvSpPr>
          <p:spPr>
            <a:xfrm>
              <a:off x="1636084" y="2030544"/>
              <a:ext cx="30607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25" dirty="0">
                  <a:latin typeface="Comic Sans MS"/>
                  <a:cs typeface="Comic Sans MS"/>
                </a:rPr>
                <a:t>50</a:t>
              </a:r>
              <a:endParaRPr sz="1800">
                <a:latin typeface="Comic Sans MS"/>
                <a:cs typeface="Comic Sans MS"/>
              </a:endParaRPr>
            </a:p>
          </p:txBody>
        </p:sp>
        <p:grpSp>
          <p:nvGrpSpPr>
            <p:cNvPr id="18" name="object 20">
              <a:extLst>
                <a:ext uri="{FF2B5EF4-FFF2-40B4-BE49-F238E27FC236}">
                  <a16:creationId xmlns:a16="http://schemas.microsoft.com/office/drawing/2014/main" id="{3A79DB17-891B-215B-C42E-CAAF1871FF33}"/>
                </a:ext>
              </a:extLst>
            </p:cNvPr>
            <p:cNvGrpSpPr/>
            <p:nvPr/>
          </p:nvGrpSpPr>
          <p:grpSpPr>
            <a:xfrm>
              <a:off x="1509466" y="1372685"/>
              <a:ext cx="514350" cy="246379"/>
              <a:chOff x="7085076" y="1974850"/>
              <a:chExt cx="514350" cy="246379"/>
            </a:xfrm>
          </p:grpSpPr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2D7AF2D3-C7DE-94DD-F960-37008036F32C}"/>
                  </a:ext>
                </a:extLst>
              </p:cNvPr>
              <p:cNvSpPr/>
              <p:nvPr/>
            </p:nvSpPr>
            <p:spPr>
              <a:xfrm>
                <a:off x="7096125" y="2085975"/>
                <a:ext cx="497205" cy="128905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28905">
                    <a:moveTo>
                      <a:pt x="248411" y="0"/>
                    </a:moveTo>
                    <a:lnTo>
                      <a:pt x="182386" y="2299"/>
                    </a:lnTo>
                    <a:lnTo>
                      <a:pt x="123048" y="8786"/>
                    </a:lnTo>
                    <a:lnTo>
                      <a:pt x="72770" y="18843"/>
                    </a:lnTo>
                    <a:lnTo>
                      <a:pt x="33923" y="31853"/>
                    </a:lnTo>
                    <a:lnTo>
                      <a:pt x="0" y="64262"/>
                    </a:lnTo>
                    <a:lnTo>
                      <a:pt x="8875" y="81378"/>
                    </a:lnTo>
                    <a:lnTo>
                      <a:pt x="72771" y="109791"/>
                    </a:lnTo>
                    <a:lnTo>
                      <a:pt x="123048" y="119859"/>
                    </a:lnTo>
                    <a:lnTo>
                      <a:pt x="182386" y="126350"/>
                    </a:lnTo>
                    <a:lnTo>
                      <a:pt x="248411" y="128650"/>
                    </a:lnTo>
                    <a:lnTo>
                      <a:pt x="314491" y="126350"/>
                    </a:lnTo>
                    <a:lnTo>
                      <a:pt x="373864" y="119859"/>
                    </a:lnTo>
                    <a:lnTo>
                      <a:pt x="424164" y="109791"/>
                    </a:lnTo>
                    <a:lnTo>
                      <a:pt x="463023" y="96759"/>
                    </a:lnTo>
                    <a:lnTo>
                      <a:pt x="496950" y="64262"/>
                    </a:lnTo>
                    <a:lnTo>
                      <a:pt x="488074" y="47198"/>
                    </a:lnTo>
                    <a:lnTo>
                      <a:pt x="424164" y="18843"/>
                    </a:lnTo>
                    <a:lnTo>
                      <a:pt x="373864" y="8786"/>
                    </a:lnTo>
                    <a:lnTo>
                      <a:pt x="314491" y="2299"/>
                    </a:lnTo>
                    <a:lnTo>
                      <a:pt x="248411" y="0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2">
                <a:extLst>
                  <a:ext uri="{FF2B5EF4-FFF2-40B4-BE49-F238E27FC236}">
                    <a16:creationId xmlns:a16="http://schemas.microsoft.com/office/drawing/2014/main" id="{8905D448-0D09-4C2C-97A6-D8502FC02267}"/>
                  </a:ext>
                </a:extLst>
              </p:cNvPr>
              <p:cNvSpPr/>
              <p:nvPr/>
            </p:nvSpPr>
            <p:spPr>
              <a:xfrm>
                <a:off x="7096125" y="2074926"/>
                <a:ext cx="49720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39700">
                    <a:moveTo>
                      <a:pt x="0" y="75311"/>
                    </a:moveTo>
                    <a:lnTo>
                      <a:pt x="33923" y="42902"/>
                    </a:lnTo>
                    <a:lnTo>
                      <a:pt x="72770" y="29892"/>
                    </a:lnTo>
                    <a:lnTo>
                      <a:pt x="123048" y="19835"/>
                    </a:lnTo>
                    <a:lnTo>
                      <a:pt x="182386" y="13348"/>
                    </a:lnTo>
                    <a:lnTo>
                      <a:pt x="248411" y="11049"/>
                    </a:lnTo>
                    <a:lnTo>
                      <a:pt x="314491" y="13348"/>
                    </a:lnTo>
                    <a:lnTo>
                      <a:pt x="373864" y="19835"/>
                    </a:lnTo>
                    <a:lnTo>
                      <a:pt x="424164" y="29892"/>
                    </a:lnTo>
                    <a:lnTo>
                      <a:pt x="463023" y="42902"/>
                    </a:lnTo>
                    <a:lnTo>
                      <a:pt x="496950" y="75311"/>
                    </a:lnTo>
                    <a:lnTo>
                      <a:pt x="488074" y="92427"/>
                    </a:lnTo>
                    <a:lnTo>
                      <a:pt x="424164" y="120840"/>
                    </a:lnTo>
                    <a:lnTo>
                      <a:pt x="373864" y="130908"/>
                    </a:lnTo>
                    <a:lnTo>
                      <a:pt x="314491" y="137399"/>
                    </a:lnTo>
                    <a:lnTo>
                      <a:pt x="248411" y="139700"/>
                    </a:lnTo>
                    <a:lnTo>
                      <a:pt x="182386" y="137399"/>
                    </a:lnTo>
                    <a:lnTo>
                      <a:pt x="123048" y="130908"/>
                    </a:lnTo>
                    <a:lnTo>
                      <a:pt x="72771" y="120840"/>
                    </a:lnTo>
                    <a:lnTo>
                      <a:pt x="33923" y="107808"/>
                    </a:lnTo>
                    <a:lnTo>
                      <a:pt x="0" y="75311"/>
                    </a:lnTo>
                    <a:close/>
                  </a:path>
                  <a:path w="497204" h="139700">
                    <a:moveTo>
                      <a:pt x="0" y="0"/>
                    </a:moveTo>
                    <a:lnTo>
                      <a:pt x="0" y="79375"/>
                    </a:lnTo>
                  </a:path>
                  <a:path w="497204" h="139700">
                    <a:moveTo>
                      <a:pt x="496950" y="0"/>
                    </a:moveTo>
                    <a:lnTo>
                      <a:pt x="496950" y="79375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3">
                <a:extLst>
                  <a:ext uri="{FF2B5EF4-FFF2-40B4-BE49-F238E27FC236}">
                    <a16:creationId xmlns:a16="http://schemas.microsoft.com/office/drawing/2014/main" id="{24B03247-03BF-C221-360C-BBBB9D5CCC5C}"/>
                  </a:ext>
                </a:extLst>
              </p:cNvPr>
              <p:cNvSpPr/>
              <p:nvPr/>
            </p:nvSpPr>
            <p:spPr>
              <a:xfrm>
                <a:off x="7091426" y="1981199"/>
                <a:ext cx="49720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71450">
                    <a:moveTo>
                      <a:pt x="496824" y="75438"/>
                    </a:moveTo>
                    <a:lnTo>
                      <a:pt x="462889" y="37376"/>
                    </a:lnTo>
                    <a:lnTo>
                      <a:pt x="424053" y="22098"/>
                    </a:lnTo>
                    <a:lnTo>
                      <a:pt x="373773" y="10312"/>
                    </a:lnTo>
                    <a:lnTo>
                      <a:pt x="314426" y="2705"/>
                    </a:lnTo>
                    <a:lnTo>
                      <a:pt x="248412" y="0"/>
                    </a:lnTo>
                    <a:lnTo>
                      <a:pt x="182333" y="2705"/>
                    </a:lnTo>
                    <a:lnTo>
                      <a:pt x="122986" y="10312"/>
                    </a:lnTo>
                    <a:lnTo>
                      <a:pt x="72720" y="22098"/>
                    </a:lnTo>
                    <a:lnTo>
                      <a:pt x="33883" y="37376"/>
                    </a:lnTo>
                    <a:lnTo>
                      <a:pt x="0" y="75438"/>
                    </a:lnTo>
                    <a:lnTo>
                      <a:pt x="8051" y="93662"/>
                    </a:lnTo>
                    <a:lnTo>
                      <a:pt x="4699" y="93662"/>
                    </a:lnTo>
                    <a:lnTo>
                      <a:pt x="4699" y="171450"/>
                    </a:lnTo>
                    <a:lnTo>
                      <a:pt x="496824" y="171450"/>
                    </a:lnTo>
                    <a:lnTo>
                      <a:pt x="496824" y="93662"/>
                    </a:lnTo>
                    <a:lnTo>
                      <a:pt x="488746" y="93662"/>
                    </a:lnTo>
                    <a:lnTo>
                      <a:pt x="496824" y="75438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4">
                <a:extLst>
                  <a:ext uri="{FF2B5EF4-FFF2-40B4-BE49-F238E27FC236}">
                    <a16:creationId xmlns:a16="http://schemas.microsoft.com/office/drawing/2014/main" id="{07E597C0-C6E3-77EF-1BD9-F8DE8F086303}"/>
                  </a:ext>
                </a:extLst>
              </p:cNvPr>
              <p:cNvSpPr/>
              <p:nvPr/>
            </p:nvSpPr>
            <p:spPr>
              <a:xfrm>
                <a:off x="7091426" y="1981200"/>
                <a:ext cx="497205" cy="15113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51130">
                    <a:moveTo>
                      <a:pt x="0" y="75437"/>
                    </a:moveTo>
                    <a:lnTo>
                      <a:pt x="33894" y="37366"/>
                    </a:lnTo>
                    <a:lnTo>
                      <a:pt x="72723" y="22098"/>
                    </a:lnTo>
                    <a:lnTo>
                      <a:pt x="122992" y="10301"/>
                    </a:lnTo>
                    <a:lnTo>
                      <a:pt x="182342" y="2695"/>
                    </a:lnTo>
                    <a:lnTo>
                      <a:pt x="248412" y="0"/>
                    </a:lnTo>
                    <a:lnTo>
                      <a:pt x="314437" y="2695"/>
                    </a:lnTo>
                    <a:lnTo>
                      <a:pt x="373775" y="10301"/>
                    </a:lnTo>
                    <a:lnTo>
                      <a:pt x="424052" y="22098"/>
                    </a:lnTo>
                    <a:lnTo>
                      <a:pt x="462900" y="37366"/>
                    </a:lnTo>
                    <a:lnTo>
                      <a:pt x="496824" y="75437"/>
                    </a:lnTo>
                    <a:lnTo>
                      <a:pt x="487948" y="95489"/>
                    </a:lnTo>
                    <a:lnTo>
                      <a:pt x="424053" y="128778"/>
                    </a:lnTo>
                    <a:lnTo>
                      <a:pt x="373775" y="140574"/>
                    </a:lnTo>
                    <a:lnTo>
                      <a:pt x="314437" y="148180"/>
                    </a:lnTo>
                    <a:lnTo>
                      <a:pt x="248412" y="150875"/>
                    </a:lnTo>
                    <a:lnTo>
                      <a:pt x="182342" y="148180"/>
                    </a:lnTo>
                    <a:lnTo>
                      <a:pt x="122992" y="140574"/>
                    </a:lnTo>
                    <a:lnTo>
                      <a:pt x="72723" y="128777"/>
                    </a:lnTo>
                    <a:lnTo>
                      <a:pt x="33894" y="113509"/>
                    </a:lnTo>
                    <a:lnTo>
                      <a:pt x="0" y="75437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64897EAF-38A0-C91C-308F-16148391F8D2}"/>
                  </a:ext>
                </a:extLst>
              </p:cNvPr>
              <p:cNvSpPr/>
              <p:nvPr/>
            </p:nvSpPr>
            <p:spPr>
              <a:xfrm>
                <a:off x="7228840" y="2001901"/>
                <a:ext cx="224154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24154" h="209550">
                    <a:moveTo>
                      <a:pt x="223634" y="0"/>
                    </a:moveTo>
                    <a:lnTo>
                      <a:pt x="0" y="0"/>
                    </a:lnTo>
                    <a:lnTo>
                      <a:pt x="0" y="209550"/>
                    </a:lnTo>
                    <a:lnTo>
                      <a:pt x="223634" y="209550"/>
                    </a:lnTo>
                    <a:lnTo>
                      <a:pt x="223634" y="0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4" name="object 26">
              <a:extLst>
                <a:ext uri="{FF2B5EF4-FFF2-40B4-BE49-F238E27FC236}">
                  <a16:creationId xmlns:a16="http://schemas.microsoft.com/office/drawing/2014/main" id="{43479B61-CE26-1F0A-8756-70BCCB44F6C5}"/>
                </a:ext>
              </a:extLst>
            </p:cNvPr>
            <p:cNvSpPr txBox="1"/>
            <p:nvPr/>
          </p:nvSpPr>
          <p:spPr>
            <a:xfrm>
              <a:off x="1694632" y="1323917"/>
              <a:ext cx="158115" cy="33083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000" spc="-50" dirty="0">
                  <a:latin typeface="Comic Sans MS"/>
                  <a:cs typeface="Comic Sans MS"/>
                </a:rPr>
                <a:t>y</a:t>
              </a:r>
              <a:endParaRPr sz="2000">
                <a:latin typeface="Comic Sans MS"/>
                <a:cs typeface="Comic Sans MS"/>
              </a:endParaRPr>
            </a:p>
          </p:txBody>
        </p:sp>
        <p:sp>
          <p:nvSpPr>
            <p:cNvPr id="25" name="object 27">
              <a:extLst>
                <a:ext uri="{FF2B5EF4-FFF2-40B4-BE49-F238E27FC236}">
                  <a16:creationId xmlns:a16="http://schemas.microsoft.com/office/drawing/2014/main" id="{7B7A46AC-F5BA-43EA-53AA-610E4702A831}"/>
                </a:ext>
              </a:extLst>
            </p:cNvPr>
            <p:cNvSpPr txBox="1"/>
            <p:nvPr/>
          </p:nvSpPr>
          <p:spPr>
            <a:xfrm>
              <a:off x="999307" y="985183"/>
              <a:ext cx="419100" cy="1165225"/>
            </a:xfrm>
            <a:prstGeom prst="rect">
              <a:avLst/>
            </a:prstGeom>
          </p:spPr>
          <p:txBody>
            <a:bodyPr vert="horz" wrap="square" lIns="0" tIns="133985" rIns="0" bIns="0" rtlCol="0">
              <a:spAutoFit/>
            </a:bodyPr>
            <a:lstStyle/>
            <a:p>
              <a:pPr marL="34925">
                <a:lnSpc>
                  <a:spcPct val="100000"/>
                </a:lnSpc>
                <a:spcBef>
                  <a:spcPts val="1055"/>
                </a:spcBef>
              </a:pPr>
              <a:r>
                <a:rPr sz="1800" spc="-25" dirty="0">
                  <a:solidFill>
                    <a:srgbClr val="FF0000"/>
                  </a:solidFill>
                  <a:latin typeface="Comic Sans MS"/>
                  <a:cs typeface="Comic Sans MS"/>
                </a:rPr>
                <a:t>60</a:t>
              </a:r>
              <a:endParaRPr sz="1800">
                <a:latin typeface="Comic Sans MS"/>
                <a:cs typeface="Comic Sans MS"/>
              </a:endParaRPr>
            </a:p>
            <a:p>
              <a:pPr marL="266065">
                <a:lnSpc>
                  <a:spcPct val="100000"/>
                </a:lnSpc>
                <a:spcBef>
                  <a:spcPts val="955"/>
                </a:spcBef>
              </a:pPr>
              <a:r>
                <a:rPr sz="1800" spc="-50" dirty="0">
                  <a:latin typeface="Comic Sans MS"/>
                  <a:cs typeface="Comic Sans MS"/>
                </a:rPr>
                <a:t>4</a:t>
              </a:r>
              <a:endParaRPr sz="1800">
                <a:latin typeface="Comic Sans MS"/>
                <a:cs typeface="Comic Sans MS"/>
              </a:endParaRPr>
            </a:p>
            <a:p>
              <a:pPr marL="12700">
                <a:lnSpc>
                  <a:spcPct val="100000"/>
                </a:lnSpc>
                <a:spcBef>
                  <a:spcPts val="345"/>
                </a:spcBef>
              </a:pPr>
              <a:r>
                <a:rPr sz="2000" spc="-50" dirty="0">
                  <a:latin typeface="Comic Sans MS"/>
                  <a:cs typeface="Comic Sans MS"/>
                </a:rPr>
                <a:t>x</a:t>
              </a:r>
              <a:endParaRPr sz="2000">
                <a:latin typeface="Comic Sans MS"/>
                <a:cs typeface="Comic Sans MS"/>
              </a:endParaRPr>
            </a:p>
          </p:txBody>
        </p:sp>
        <p:sp>
          <p:nvSpPr>
            <p:cNvPr id="26" name="object 28">
              <a:extLst>
                <a:ext uri="{FF2B5EF4-FFF2-40B4-BE49-F238E27FC236}">
                  <a16:creationId xmlns:a16="http://schemas.microsoft.com/office/drawing/2014/main" id="{9B7FE217-E25C-52A1-1977-DD3286F8E861}"/>
                </a:ext>
              </a:extLst>
            </p:cNvPr>
            <p:cNvSpPr/>
            <p:nvPr/>
          </p:nvSpPr>
          <p:spPr>
            <a:xfrm>
              <a:off x="1201363" y="1394910"/>
              <a:ext cx="217804" cy="367030"/>
            </a:xfrm>
            <a:custGeom>
              <a:avLst/>
              <a:gdLst/>
              <a:ahLst/>
              <a:cxnLst/>
              <a:rect l="l" t="t" r="r" b="b"/>
              <a:pathLst>
                <a:path w="217804" h="367030">
                  <a:moveTo>
                    <a:pt x="46509" y="61182"/>
                  </a:moveTo>
                  <a:lnTo>
                    <a:pt x="30014" y="70730"/>
                  </a:lnTo>
                  <a:lnTo>
                    <a:pt x="201422" y="366775"/>
                  </a:lnTo>
                  <a:lnTo>
                    <a:pt x="217804" y="357124"/>
                  </a:lnTo>
                  <a:lnTo>
                    <a:pt x="46509" y="61182"/>
                  </a:lnTo>
                  <a:close/>
                </a:path>
                <a:path w="217804" h="367030">
                  <a:moveTo>
                    <a:pt x="0" y="0"/>
                  </a:moveTo>
                  <a:lnTo>
                    <a:pt x="5206" y="85089"/>
                  </a:lnTo>
                  <a:lnTo>
                    <a:pt x="30014" y="70730"/>
                  </a:lnTo>
                  <a:lnTo>
                    <a:pt x="23622" y="59689"/>
                  </a:lnTo>
                  <a:lnTo>
                    <a:pt x="40131" y="50164"/>
                  </a:lnTo>
                  <a:lnTo>
                    <a:pt x="65542" y="50164"/>
                  </a:lnTo>
                  <a:lnTo>
                    <a:pt x="71247" y="46862"/>
                  </a:lnTo>
                  <a:lnTo>
                    <a:pt x="0" y="0"/>
                  </a:lnTo>
                  <a:close/>
                </a:path>
                <a:path w="217804" h="367030">
                  <a:moveTo>
                    <a:pt x="40131" y="50164"/>
                  </a:moveTo>
                  <a:lnTo>
                    <a:pt x="23622" y="59689"/>
                  </a:lnTo>
                  <a:lnTo>
                    <a:pt x="30014" y="70730"/>
                  </a:lnTo>
                  <a:lnTo>
                    <a:pt x="46509" y="61182"/>
                  </a:lnTo>
                  <a:lnTo>
                    <a:pt x="40131" y="50164"/>
                  </a:lnTo>
                  <a:close/>
                </a:path>
                <a:path w="217804" h="367030">
                  <a:moveTo>
                    <a:pt x="65542" y="50164"/>
                  </a:moveTo>
                  <a:lnTo>
                    <a:pt x="40131" y="50164"/>
                  </a:lnTo>
                  <a:lnTo>
                    <a:pt x="46509" y="61182"/>
                  </a:lnTo>
                  <a:lnTo>
                    <a:pt x="65542" y="5016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9007B856-81CF-A23C-3D00-F7A8EF1BF8E8}"/>
              </a:ext>
            </a:extLst>
          </p:cNvPr>
          <p:cNvSpPr txBox="1"/>
          <p:nvPr/>
        </p:nvSpPr>
        <p:spPr>
          <a:xfrm>
            <a:off x="794385" y="32443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毒性逆转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587314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AB0D1-1AF7-8EA4-3290-95669992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5F5EEBA2-EABF-E463-8FA8-3E7859D4C76C}"/>
              </a:ext>
            </a:extLst>
          </p:cNvPr>
          <p:cNvGrpSpPr/>
          <p:nvPr/>
        </p:nvGrpSpPr>
        <p:grpSpPr>
          <a:xfrm>
            <a:off x="980434" y="1031857"/>
            <a:ext cx="8028778" cy="2432050"/>
            <a:chOff x="980434" y="1031857"/>
            <a:chExt cx="8028778" cy="2432050"/>
          </a:xfrm>
        </p:grpSpPr>
        <p:grpSp>
          <p:nvGrpSpPr>
            <p:cNvPr id="2" name="object 2">
              <a:extLst>
                <a:ext uri="{FF2B5EF4-FFF2-40B4-BE49-F238E27FC236}">
                  <a16:creationId xmlns:a16="http://schemas.microsoft.com/office/drawing/2014/main" id="{1ECAD9DB-C52B-0F9D-FFCE-76A4CA497A2C}"/>
                </a:ext>
              </a:extLst>
            </p:cNvPr>
            <p:cNvGrpSpPr/>
            <p:nvPr/>
          </p:nvGrpSpPr>
          <p:grpSpPr>
            <a:xfrm>
              <a:off x="2139658" y="1227611"/>
              <a:ext cx="6869554" cy="2109704"/>
              <a:chOff x="1515190" y="4216138"/>
              <a:chExt cx="6869554" cy="2109704"/>
            </a:xfrm>
          </p:grpSpPr>
          <p:pic>
            <p:nvPicPr>
              <p:cNvPr id="3" name="object 3">
                <a:extLst>
                  <a:ext uri="{FF2B5EF4-FFF2-40B4-BE49-F238E27FC236}">
                    <a16:creationId xmlns:a16="http://schemas.microsoft.com/office/drawing/2014/main" id="{3ABF6871-4F55-1B47-4C9D-C47917F66AD2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314389" y="4627739"/>
                <a:ext cx="1070355" cy="1614656"/>
              </a:xfrm>
              <a:prstGeom prst="rect">
                <a:avLst/>
              </a:prstGeom>
            </p:spPr>
          </p:pic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A67ABCDD-280F-B128-2412-1176457B050E}"/>
                  </a:ext>
                </a:extLst>
              </p:cNvPr>
              <p:cNvSpPr/>
              <p:nvPr/>
            </p:nvSpPr>
            <p:spPr>
              <a:xfrm>
                <a:off x="5298898" y="4898963"/>
                <a:ext cx="1856105" cy="1261110"/>
              </a:xfrm>
              <a:custGeom>
                <a:avLst/>
                <a:gdLst/>
                <a:ahLst/>
                <a:cxnLst/>
                <a:rect l="l" t="t" r="r" b="b"/>
                <a:pathLst>
                  <a:path w="1856104" h="1261110">
                    <a:moveTo>
                      <a:pt x="680899" y="0"/>
                    </a:moveTo>
                    <a:lnTo>
                      <a:pt x="633158" y="130"/>
                    </a:lnTo>
                    <a:lnTo>
                      <a:pt x="588637" y="2225"/>
                    </a:lnTo>
                    <a:lnTo>
                      <a:pt x="547800" y="6411"/>
                    </a:lnTo>
                    <a:lnTo>
                      <a:pt x="492253" y="16466"/>
                    </a:lnTo>
                    <a:lnTo>
                      <a:pt x="439168" y="30981"/>
                    </a:lnTo>
                    <a:lnTo>
                      <a:pt x="388573" y="49513"/>
                    </a:lnTo>
                    <a:lnTo>
                      <a:pt x="340494" y="71621"/>
                    </a:lnTo>
                    <a:lnTo>
                      <a:pt x="294960" y="96863"/>
                    </a:lnTo>
                    <a:lnTo>
                      <a:pt x="251998" y="124796"/>
                    </a:lnTo>
                    <a:lnTo>
                      <a:pt x="211636" y="154979"/>
                    </a:lnTo>
                    <a:lnTo>
                      <a:pt x="173899" y="186970"/>
                    </a:lnTo>
                    <a:lnTo>
                      <a:pt x="138817" y="220328"/>
                    </a:lnTo>
                    <a:lnTo>
                      <a:pt x="106416" y="254609"/>
                    </a:lnTo>
                    <a:lnTo>
                      <a:pt x="76724" y="289374"/>
                    </a:lnTo>
                    <a:lnTo>
                      <a:pt x="49768" y="324178"/>
                    </a:lnTo>
                    <a:lnTo>
                      <a:pt x="25576" y="358582"/>
                    </a:lnTo>
                    <a:lnTo>
                      <a:pt x="26447" y="391568"/>
                    </a:lnTo>
                    <a:lnTo>
                      <a:pt x="24539" y="430698"/>
                    </a:lnTo>
                    <a:lnTo>
                      <a:pt x="20660" y="474979"/>
                    </a:lnTo>
                    <a:lnTo>
                      <a:pt x="10222" y="575020"/>
                    </a:lnTo>
                    <a:lnTo>
                      <a:pt x="5282" y="628791"/>
                    </a:lnTo>
                    <a:lnTo>
                      <a:pt x="1604" y="683738"/>
                    </a:lnTo>
                    <a:lnTo>
                      <a:pt x="0" y="738867"/>
                    </a:lnTo>
                    <a:lnTo>
                      <a:pt x="1275" y="793184"/>
                    </a:lnTo>
                    <a:lnTo>
                      <a:pt x="6241" y="845694"/>
                    </a:lnTo>
                    <a:lnTo>
                      <a:pt x="15704" y="895405"/>
                    </a:lnTo>
                    <a:lnTo>
                      <a:pt x="30474" y="941323"/>
                    </a:lnTo>
                    <a:lnTo>
                      <a:pt x="51360" y="982452"/>
                    </a:lnTo>
                    <a:lnTo>
                      <a:pt x="79170" y="1017801"/>
                    </a:lnTo>
                    <a:lnTo>
                      <a:pt x="137736" y="1065454"/>
                    </a:lnTo>
                    <a:lnTo>
                      <a:pt x="173463" y="1087507"/>
                    </a:lnTo>
                    <a:lnTo>
                      <a:pt x="212908" y="1108348"/>
                    </a:lnTo>
                    <a:lnTo>
                      <a:pt x="255638" y="1127955"/>
                    </a:lnTo>
                    <a:lnTo>
                      <a:pt x="301217" y="1146306"/>
                    </a:lnTo>
                    <a:lnTo>
                      <a:pt x="349214" y="1163380"/>
                    </a:lnTo>
                    <a:lnTo>
                      <a:pt x="399194" y="1179153"/>
                    </a:lnTo>
                    <a:lnTo>
                      <a:pt x="450724" y="1193604"/>
                    </a:lnTo>
                    <a:lnTo>
                      <a:pt x="503370" y="1206711"/>
                    </a:lnTo>
                    <a:lnTo>
                      <a:pt x="556698" y="1218452"/>
                    </a:lnTo>
                    <a:lnTo>
                      <a:pt x="610274" y="1228804"/>
                    </a:lnTo>
                    <a:lnTo>
                      <a:pt x="663666" y="1237747"/>
                    </a:lnTo>
                    <a:lnTo>
                      <a:pt x="716439" y="1245257"/>
                    </a:lnTo>
                    <a:lnTo>
                      <a:pt x="768159" y="1251313"/>
                    </a:lnTo>
                    <a:lnTo>
                      <a:pt x="818394" y="1255893"/>
                    </a:lnTo>
                    <a:lnTo>
                      <a:pt x="866709" y="1258975"/>
                    </a:lnTo>
                    <a:lnTo>
                      <a:pt x="912671" y="1260536"/>
                    </a:lnTo>
                    <a:lnTo>
                      <a:pt x="963762" y="1260223"/>
                    </a:lnTo>
                    <a:lnTo>
                      <a:pt x="1016371" y="1257581"/>
                    </a:lnTo>
                    <a:lnTo>
                      <a:pt x="1070094" y="1252736"/>
                    </a:lnTo>
                    <a:lnTo>
                      <a:pt x="1124527" y="1245813"/>
                    </a:lnTo>
                    <a:lnTo>
                      <a:pt x="1179264" y="1236938"/>
                    </a:lnTo>
                    <a:lnTo>
                      <a:pt x="1233903" y="1226237"/>
                    </a:lnTo>
                    <a:lnTo>
                      <a:pt x="1288038" y="1213834"/>
                    </a:lnTo>
                    <a:lnTo>
                      <a:pt x="1341264" y="1199855"/>
                    </a:lnTo>
                    <a:lnTo>
                      <a:pt x="1393178" y="1184427"/>
                    </a:lnTo>
                    <a:lnTo>
                      <a:pt x="1443374" y="1167673"/>
                    </a:lnTo>
                    <a:lnTo>
                      <a:pt x="1491450" y="1149721"/>
                    </a:lnTo>
                    <a:lnTo>
                      <a:pt x="1536999" y="1130695"/>
                    </a:lnTo>
                    <a:lnTo>
                      <a:pt x="1579618" y="1110720"/>
                    </a:lnTo>
                    <a:lnTo>
                      <a:pt x="1618901" y="1089923"/>
                    </a:lnTo>
                    <a:lnTo>
                      <a:pt x="1654446" y="1068429"/>
                    </a:lnTo>
                    <a:lnTo>
                      <a:pt x="1685847" y="1046363"/>
                    </a:lnTo>
                    <a:lnTo>
                      <a:pt x="1722264" y="1014256"/>
                    </a:lnTo>
                    <a:lnTo>
                      <a:pt x="1753856" y="977919"/>
                    </a:lnTo>
                    <a:lnTo>
                      <a:pt x="1780815" y="938078"/>
                    </a:lnTo>
                    <a:lnTo>
                      <a:pt x="1803331" y="895462"/>
                    </a:lnTo>
                    <a:lnTo>
                      <a:pt x="1821596" y="850796"/>
                    </a:lnTo>
                    <a:lnTo>
                      <a:pt x="1835802" y="804809"/>
                    </a:lnTo>
                    <a:lnTo>
                      <a:pt x="1846139" y="758227"/>
                    </a:lnTo>
                    <a:lnTo>
                      <a:pt x="1852800" y="711777"/>
                    </a:lnTo>
                    <a:lnTo>
                      <a:pt x="1855975" y="666187"/>
                    </a:lnTo>
                    <a:lnTo>
                      <a:pt x="1855856" y="622183"/>
                    </a:lnTo>
                    <a:lnTo>
                      <a:pt x="1852635" y="580493"/>
                    </a:lnTo>
                    <a:lnTo>
                      <a:pt x="1846502" y="541843"/>
                    </a:lnTo>
                    <a:lnTo>
                      <a:pt x="1836630" y="501696"/>
                    </a:lnTo>
                    <a:lnTo>
                      <a:pt x="1823268" y="461916"/>
                    </a:lnTo>
                    <a:lnTo>
                      <a:pt x="1806168" y="422749"/>
                    </a:lnTo>
                    <a:lnTo>
                      <a:pt x="1785083" y="384442"/>
                    </a:lnTo>
                    <a:lnTo>
                      <a:pt x="1759765" y="347242"/>
                    </a:lnTo>
                    <a:lnTo>
                      <a:pt x="1729967" y="311395"/>
                    </a:lnTo>
                    <a:lnTo>
                      <a:pt x="1695443" y="277148"/>
                    </a:lnTo>
                    <a:lnTo>
                      <a:pt x="1655943" y="244748"/>
                    </a:lnTo>
                    <a:lnTo>
                      <a:pt x="1611222" y="214442"/>
                    </a:lnTo>
                    <a:lnTo>
                      <a:pt x="1561032" y="186476"/>
                    </a:lnTo>
                    <a:lnTo>
                      <a:pt x="1505126" y="161097"/>
                    </a:lnTo>
                    <a:lnTo>
                      <a:pt x="1468790" y="147121"/>
                    </a:lnTo>
                    <a:lnTo>
                      <a:pt x="1428272" y="133073"/>
                    </a:lnTo>
                    <a:lnTo>
                      <a:pt x="1384033" y="119078"/>
                    </a:lnTo>
                    <a:lnTo>
                      <a:pt x="1336536" y="105265"/>
                    </a:lnTo>
                    <a:lnTo>
                      <a:pt x="1286245" y="91760"/>
                    </a:lnTo>
                    <a:lnTo>
                      <a:pt x="1233621" y="78692"/>
                    </a:lnTo>
                    <a:lnTo>
                      <a:pt x="1179127" y="66187"/>
                    </a:lnTo>
                    <a:lnTo>
                      <a:pt x="1123226" y="54372"/>
                    </a:lnTo>
                    <a:lnTo>
                      <a:pt x="1066382" y="43376"/>
                    </a:lnTo>
                    <a:lnTo>
                      <a:pt x="1009055" y="33325"/>
                    </a:lnTo>
                    <a:lnTo>
                      <a:pt x="951710" y="24347"/>
                    </a:lnTo>
                    <a:lnTo>
                      <a:pt x="894809" y="16568"/>
                    </a:lnTo>
                    <a:lnTo>
                      <a:pt x="838815" y="10117"/>
                    </a:lnTo>
                    <a:lnTo>
                      <a:pt x="784190" y="5120"/>
                    </a:lnTo>
                    <a:lnTo>
                      <a:pt x="731397" y="1705"/>
                    </a:lnTo>
                    <a:lnTo>
                      <a:pt x="680899" y="0"/>
                    </a:lnTo>
                    <a:close/>
                  </a:path>
                </a:pathLst>
              </a:custGeom>
              <a:solidFill>
                <a:srgbClr val="66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" name="object 5">
                <a:extLst>
                  <a:ext uri="{FF2B5EF4-FFF2-40B4-BE49-F238E27FC236}">
                    <a16:creationId xmlns:a16="http://schemas.microsoft.com/office/drawing/2014/main" id="{25BFBDAF-0E9B-A9BC-249D-9C927EAD5026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515190" y="4216138"/>
                <a:ext cx="3611331" cy="2109704"/>
              </a:xfrm>
              <a:prstGeom prst="rect">
                <a:avLst/>
              </a:prstGeom>
            </p:spPr>
          </p:pic>
        </p:grp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ADB6B8E8-6941-A6E6-699D-C2D596CF489D}"/>
                </a:ext>
              </a:extLst>
            </p:cNvPr>
            <p:cNvSpPr txBox="1"/>
            <p:nvPr/>
          </p:nvSpPr>
          <p:spPr>
            <a:xfrm>
              <a:off x="6571496" y="2834169"/>
              <a:ext cx="457834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25" dirty="0">
                  <a:latin typeface="Arial"/>
                  <a:cs typeface="Arial"/>
                </a:rPr>
                <a:t>AS2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7FB33EBC-E14B-5BE6-17C1-7633339D6BC8}"/>
                </a:ext>
              </a:extLst>
            </p:cNvPr>
            <p:cNvSpPr/>
            <p:nvPr/>
          </p:nvSpPr>
          <p:spPr>
            <a:xfrm>
              <a:off x="6371218" y="2294673"/>
              <a:ext cx="434975" cy="192405"/>
            </a:xfrm>
            <a:custGeom>
              <a:avLst/>
              <a:gdLst/>
              <a:ahLst/>
              <a:cxnLst/>
              <a:rect l="l" t="t" r="r" b="b"/>
              <a:pathLst>
                <a:path w="434975" h="192404">
                  <a:moveTo>
                    <a:pt x="0" y="192150"/>
                  </a:moveTo>
                  <a:lnTo>
                    <a:pt x="4349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739C42EF-6714-A7CC-9CB9-7AA94E5EDFEA}"/>
                </a:ext>
              </a:extLst>
            </p:cNvPr>
            <p:cNvSpPr txBox="1"/>
            <p:nvPr/>
          </p:nvSpPr>
          <p:spPr>
            <a:xfrm>
              <a:off x="2345444" y="1941739"/>
              <a:ext cx="915669" cy="5568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2090"/>
                </a:lnSpc>
                <a:spcBef>
                  <a:spcPts val="100"/>
                </a:spcBef>
              </a:pPr>
              <a:r>
                <a:rPr sz="2000" spc="-25" dirty="0">
                  <a:latin typeface="Arial"/>
                  <a:cs typeface="Arial"/>
                </a:rPr>
                <a:t>3b</a:t>
              </a:r>
              <a:endParaRPr sz="2000">
                <a:latin typeface="Arial"/>
                <a:cs typeface="Arial"/>
              </a:endParaRPr>
            </a:p>
            <a:p>
              <a:pPr marL="423545">
                <a:lnSpc>
                  <a:spcPts val="2090"/>
                </a:lnSpc>
              </a:pPr>
              <a:r>
                <a:rPr sz="2000" spc="-25" dirty="0">
                  <a:latin typeface="Arial"/>
                  <a:cs typeface="Arial"/>
                </a:rPr>
                <a:t>AS3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EF896B1E-63BE-A0AA-09D3-9A3F284F426F}"/>
                </a:ext>
              </a:extLst>
            </p:cNvPr>
            <p:cNvSpPr txBox="1"/>
            <p:nvPr/>
          </p:nvSpPr>
          <p:spPr>
            <a:xfrm>
              <a:off x="2618622" y="1365287"/>
              <a:ext cx="294640" cy="3308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spc="-25" dirty="0">
                  <a:latin typeface="Arial"/>
                  <a:cs typeface="Arial"/>
                </a:rPr>
                <a:t>3c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A68CA4D0-5140-C963-4AE7-BDE4300399C6}"/>
                </a:ext>
              </a:extLst>
            </p:cNvPr>
            <p:cNvSpPr txBox="1"/>
            <p:nvPr/>
          </p:nvSpPr>
          <p:spPr>
            <a:xfrm>
              <a:off x="3193423" y="1740190"/>
              <a:ext cx="309245" cy="3308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spc="-25" dirty="0">
                  <a:latin typeface="Arial"/>
                  <a:cs typeface="Arial"/>
                </a:rPr>
                <a:t>3a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DCC3931D-CC0A-9C0C-837D-9E50A12D47E3}"/>
                </a:ext>
              </a:extLst>
            </p:cNvPr>
            <p:cNvSpPr txBox="1"/>
            <p:nvPr/>
          </p:nvSpPr>
          <p:spPr>
            <a:xfrm>
              <a:off x="4226950" y="2265717"/>
              <a:ext cx="294640" cy="3308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spc="-25" dirty="0">
                  <a:latin typeface="Arial"/>
                  <a:cs typeface="Arial"/>
                </a:rPr>
                <a:t>1c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7A87F694-8323-7804-C672-43B2EB388DD6}"/>
                </a:ext>
              </a:extLst>
            </p:cNvPr>
            <p:cNvSpPr txBox="1"/>
            <p:nvPr/>
          </p:nvSpPr>
          <p:spPr>
            <a:xfrm>
              <a:off x="3432691" y="2566554"/>
              <a:ext cx="615950" cy="7143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indent="306705">
                <a:lnSpc>
                  <a:spcPct val="112999"/>
                </a:lnSpc>
                <a:spcBef>
                  <a:spcPts val="100"/>
                </a:spcBef>
              </a:pPr>
              <a:r>
                <a:rPr sz="2000" spc="-25" dirty="0">
                  <a:latin typeface="Arial"/>
                  <a:cs typeface="Arial"/>
                </a:rPr>
                <a:t>1a AS1</a:t>
              </a:r>
              <a:endParaRPr sz="2000" dirty="0">
                <a:latin typeface="Arial"/>
                <a:cs typeface="Arial"/>
              </a:endParaRPr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65FFD7B2-F024-4733-F46D-FD64A277C33E}"/>
                </a:ext>
              </a:extLst>
            </p:cNvPr>
            <p:cNvSpPr txBox="1"/>
            <p:nvPr/>
          </p:nvSpPr>
          <p:spPr>
            <a:xfrm>
              <a:off x="5135253" y="2710115"/>
              <a:ext cx="309245" cy="33147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000" spc="-25" dirty="0">
                  <a:latin typeface="Arial"/>
                  <a:cs typeface="Arial"/>
                </a:rPr>
                <a:t>1b</a:t>
              </a:r>
              <a:endParaRPr sz="2000">
                <a:latin typeface="Arial"/>
                <a:cs typeface="Arial"/>
              </a:endParaRPr>
            </a:p>
          </p:txBody>
        </p:sp>
        <p:grpSp>
          <p:nvGrpSpPr>
            <p:cNvPr id="14" name="object 16">
              <a:extLst>
                <a:ext uri="{FF2B5EF4-FFF2-40B4-BE49-F238E27FC236}">
                  <a16:creationId xmlns:a16="http://schemas.microsoft.com/office/drawing/2014/main" id="{4D88B60F-5C80-08C9-83C4-0A8AF99762A8}"/>
                </a:ext>
              </a:extLst>
            </p:cNvPr>
            <p:cNvGrpSpPr/>
            <p:nvPr/>
          </p:nvGrpSpPr>
          <p:grpSpPr>
            <a:xfrm>
              <a:off x="6033144" y="2423324"/>
              <a:ext cx="514350" cy="246379"/>
              <a:chOff x="5408676" y="5411851"/>
              <a:chExt cx="514350" cy="246379"/>
            </a:xfrm>
          </p:grpSpPr>
          <p:sp>
            <p:nvSpPr>
              <p:cNvPr id="15" name="object 17">
                <a:extLst>
                  <a:ext uri="{FF2B5EF4-FFF2-40B4-BE49-F238E27FC236}">
                    <a16:creationId xmlns:a16="http://schemas.microsoft.com/office/drawing/2014/main" id="{59CC1DBA-64C8-57B2-4C4C-619202F49673}"/>
                  </a:ext>
                </a:extLst>
              </p:cNvPr>
              <p:cNvSpPr/>
              <p:nvPr/>
            </p:nvSpPr>
            <p:spPr>
              <a:xfrm>
                <a:off x="5419725" y="5522976"/>
                <a:ext cx="497205" cy="128905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28904">
                    <a:moveTo>
                      <a:pt x="248412" y="0"/>
                    </a:moveTo>
                    <a:lnTo>
                      <a:pt x="182386" y="2290"/>
                    </a:lnTo>
                    <a:lnTo>
                      <a:pt x="123048" y="8758"/>
                    </a:lnTo>
                    <a:lnTo>
                      <a:pt x="72771" y="18796"/>
                    </a:lnTo>
                    <a:lnTo>
                      <a:pt x="33923" y="31797"/>
                    </a:lnTo>
                    <a:lnTo>
                      <a:pt x="0" y="64262"/>
                    </a:lnTo>
                    <a:lnTo>
                      <a:pt x="8875" y="81338"/>
                    </a:lnTo>
                    <a:lnTo>
                      <a:pt x="72770" y="109694"/>
                    </a:lnTo>
                    <a:lnTo>
                      <a:pt x="123048" y="119745"/>
                    </a:lnTo>
                    <a:lnTo>
                      <a:pt x="182386" y="126227"/>
                    </a:lnTo>
                    <a:lnTo>
                      <a:pt x="248412" y="128524"/>
                    </a:lnTo>
                    <a:lnTo>
                      <a:pt x="314491" y="126227"/>
                    </a:lnTo>
                    <a:lnTo>
                      <a:pt x="373864" y="119745"/>
                    </a:lnTo>
                    <a:lnTo>
                      <a:pt x="424164" y="109694"/>
                    </a:lnTo>
                    <a:lnTo>
                      <a:pt x="463023" y="96687"/>
                    </a:lnTo>
                    <a:lnTo>
                      <a:pt x="496950" y="64262"/>
                    </a:lnTo>
                    <a:lnTo>
                      <a:pt x="488074" y="47154"/>
                    </a:lnTo>
                    <a:lnTo>
                      <a:pt x="424164" y="18796"/>
                    </a:lnTo>
                    <a:lnTo>
                      <a:pt x="373864" y="8758"/>
                    </a:lnTo>
                    <a:lnTo>
                      <a:pt x="314491" y="2290"/>
                    </a:lnTo>
                    <a:lnTo>
                      <a:pt x="248412" y="0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8">
                <a:extLst>
                  <a:ext uri="{FF2B5EF4-FFF2-40B4-BE49-F238E27FC236}">
                    <a16:creationId xmlns:a16="http://schemas.microsoft.com/office/drawing/2014/main" id="{E2566388-C413-256C-A9F1-F59C5C9D5D71}"/>
                  </a:ext>
                </a:extLst>
              </p:cNvPr>
              <p:cNvSpPr/>
              <p:nvPr/>
            </p:nvSpPr>
            <p:spPr>
              <a:xfrm>
                <a:off x="5419725" y="5511800"/>
                <a:ext cx="49720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39700">
                    <a:moveTo>
                      <a:pt x="0" y="75437"/>
                    </a:moveTo>
                    <a:lnTo>
                      <a:pt x="33923" y="42973"/>
                    </a:lnTo>
                    <a:lnTo>
                      <a:pt x="72771" y="29971"/>
                    </a:lnTo>
                    <a:lnTo>
                      <a:pt x="123048" y="19934"/>
                    </a:lnTo>
                    <a:lnTo>
                      <a:pt x="182386" y="13466"/>
                    </a:lnTo>
                    <a:lnTo>
                      <a:pt x="248412" y="11175"/>
                    </a:lnTo>
                    <a:lnTo>
                      <a:pt x="314491" y="13466"/>
                    </a:lnTo>
                    <a:lnTo>
                      <a:pt x="373864" y="19934"/>
                    </a:lnTo>
                    <a:lnTo>
                      <a:pt x="424164" y="29971"/>
                    </a:lnTo>
                    <a:lnTo>
                      <a:pt x="463023" y="42973"/>
                    </a:lnTo>
                    <a:lnTo>
                      <a:pt x="496950" y="75437"/>
                    </a:lnTo>
                    <a:lnTo>
                      <a:pt x="488074" y="92514"/>
                    </a:lnTo>
                    <a:lnTo>
                      <a:pt x="424164" y="120870"/>
                    </a:lnTo>
                    <a:lnTo>
                      <a:pt x="373864" y="130921"/>
                    </a:lnTo>
                    <a:lnTo>
                      <a:pt x="314491" y="137403"/>
                    </a:lnTo>
                    <a:lnTo>
                      <a:pt x="248412" y="139700"/>
                    </a:lnTo>
                    <a:lnTo>
                      <a:pt x="182386" y="137403"/>
                    </a:lnTo>
                    <a:lnTo>
                      <a:pt x="123048" y="130921"/>
                    </a:lnTo>
                    <a:lnTo>
                      <a:pt x="72770" y="120870"/>
                    </a:lnTo>
                    <a:lnTo>
                      <a:pt x="33923" y="107863"/>
                    </a:lnTo>
                    <a:lnTo>
                      <a:pt x="0" y="75437"/>
                    </a:lnTo>
                    <a:close/>
                  </a:path>
                  <a:path w="497204" h="139700">
                    <a:moveTo>
                      <a:pt x="0" y="0"/>
                    </a:moveTo>
                    <a:lnTo>
                      <a:pt x="0" y="79375"/>
                    </a:lnTo>
                  </a:path>
                  <a:path w="497204" h="139700">
                    <a:moveTo>
                      <a:pt x="496950" y="0"/>
                    </a:moveTo>
                    <a:lnTo>
                      <a:pt x="496950" y="79375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9">
                <a:extLst>
                  <a:ext uri="{FF2B5EF4-FFF2-40B4-BE49-F238E27FC236}">
                    <a16:creationId xmlns:a16="http://schemas.microsoft.com/office/drawing/2014/main" id="{5E004082-0FA7-2400-A11F-97BF7DF66570}"/>
                  </a:ext>
                </a:extLst>
              </p:cNvPr>
              <p:cNvSpPr/>
              <p:nvPr/>
            </p:nvSpPr>
            <p:spPr>
              <a:xfrm>
                <a:off x="5415026" y="5418200"/>
                <a:ext cx="49720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71450">
                    <a:moveTo>
                      <a:pt x="496824" y="75311"/>
                    </a:moveTo>
                    <a:lnTo>
                      <a:pt x="462889" y="37274"/>
                    </a:lnTo>
                    <a:lnTo>
                      <a:pt x="424053" y="22047"/>
                    </a:lnTo>
                    <a:lnTo>
                      <a:pt x="373773" y="10274"/>
                    </a:lnTo>
                    <a:lnTo>
                      <a:pt x="314426" y="2692"/>
                    </a:lnTo>
                    <a:lnTo>
                      <a:pt x="248412" y="0"/>
                    </a:lnTo>
                    <a:lnTo>
                      <a:pt x="182333" y="2692"/>
                    </a:lnTo>
                    <a:lnTo>
                      <a:pt x="122986" y="10274"/>
                    </a:lnTo>
                    <a:lnTo>
                      <a:pt x="72720" y="22047"/>
                    </a:lnTo>
                    <a:lnTo>
                      <a:pt x="33883" y="37274"/>
                    </a:lnTo>
                    <a:lnTo>
                      <a:pt x="0" y="75311"/>
                    </a:lnTo>
                    <a:lnTo>
                      <a:pt x="8077" y="93599"/>
                    </a:lnTo>
                    <a:lnTo>
                      <a:pt x="4699" y="93599"/>
                    </a:lnTo>
                    <a:lnTo>
                      <a:pt x="4699" y="171386"/>
                    </a:lnTo>
                    <a:lnTo>
                      <a:pt x="496824" y="171386"/>
                    </a:lnTo>
                    <a:lnTo>
                      <a:pt x="496824" y="93599"/>
                    </a:lnTo>
                    <a:lnTo>
                      <a:pt x="488721" y="93599"/>
                    </a:lnTo>
                    <a:lnTo>
                      <a:pt x="496824" y="75311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20">
                <a:extLst>
                  <a:ext uri="{FF2B5EF4-FFF2-40B4-BE49-F238E27FC236}">
                    <a16:creationId xmlns:a16="http://schemas.microsoft.com/office/drawing/2014/main" id="{9F8ECBF2-AFA0-28A2-ED99-C1E7AE9C541F}"/>
                  </a:ext>
                </a:extLst>
              </p:cNvPr>
              <p:cNvSpPr/>
              <p:nvPr/>
            </p:nvSpPr>
            <p:spPr>
              <a:xfrm>
                <a:off x="5415026" y="5418201"/>
                <a:ext cx="497205" cy="15113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51129">
                    <a:moveTo>
                      <a:pt x="0" y="75311"/>
                    </a:moveTo>
                    <a:lnTo>
                      <a:pt x="33894" y="37272"/>
                    </a:lnTo>
                    <a:lnTo>
                      <a:pt x="72723" y="22034"/>
                    </a:lnTo>
                    <a:lnTo>
                      <a:pt x="122992" y="10268"/>
                    </a:lnTo>
                    <a:lnTo>
                      <a:pt x="182342" y="2685"/>
                    </a:lnTo>
                    <a:lnTo>
                      <a:pt x="248412" y="0"/>
                    </a:lnTo>
                    <a:lnTo>
                      <a:pt x="314437" y="2685"/>
                    </a:lnTo>
                    <a:lnTo>
                      <a:pt x="373775" y="10268"/>
                    </a:lnTo>
                    <a:lnTo>
                      <a:pt x="424053" y="22034"/>
                    </a:lnTo>
                    <a:lnTo>
                      <a:pt x="462900" y="37272"/>
                    </a:lnTo>
                    <a:lnTo>
                      <a:pt x="496824" y="75311"/>
                    </a:lnTo>
                    <a:lnTo>
                      <a:pt x="487948" y="95362"/>
                    </a:lnTo>
                    <a:lnTo>
                      <a:pt x="424052" y="128650"/>
                    </a:lnTo>
                    <a:lnTo>
                      <a:pt x="373775" y="140447"/>
                    </a:lnTo>
                    <a:lnTo>
                      <a:pt x="314437" y="148053"/>
                    </a:lnTo>
                    <a:lnTo>
                      <a:pt x="248412" y="150749"/>
                    </a:lnTo>
                    <a:lnTo>
                      <a:pt x="182342" y="148053"/>
                    </a:lnTo>
                    <a:lnTo>
                      <a:pt x="122992" y="140447"/>
                    </a:lnTo>
                    <a:lnTo>
                      <a:pt x="72723" y="128650"/>
                    </a:lnTo>
                    <a:lnTo>
                      <a:pt x="33894" y="113382"/>
                    </a:lnTo>
                    <a:lnTo>
                      <a:pt x="0" y="75311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652CECF8-4D55-F105-5654-EDAAE4EAD8F1}"/>
                  </a:ext>
                </a:extLst>
              </p:cNvPr>
              <p:cNvSpPr/>
              <p:nvPr/>
            </p:nvSpPr>
            <p:spPr>
              <a:xfrm>
                <a:off x="5553075" y="5438775"/>
                <a:ext cx="224154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24154" h="190500">
                    <a:moveTo>
                      <a:pt x="223837" y="0"/>
                    </a:moveTo>
                    <a:lnTo>
                      <a:pt x="0" y="0"/>
                    </a:lnTo>
                    <a:lnTo>
                      <a:pt x="0" y="190500"/>
                    </a:lnTo>
                    <a:lnTo>
                      <a:pt x="223837" y="190500"/>
                    </a:lnTo>
                    <a:lnTo>
                      <a:pt x="223837" y="0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" name="object 22">
              <a:extLst>
                <a:ext uri="{FF2B5EF4-FFF2-40B4-BE49-F238E27FC236}">
                  <a16:creationId xmlns:a16="http://schemas.microsoft.com/office/drawing/2014/main" id="{1877DE85-4F28-B461-529B-5399B888B502}"/>
                </a:ext>
              </a:extLst>
            </p:cNvPr>
            <p:cNvSpPr txBox="1"/>
            <p:nvPr/>
          </p:nvSpPr>
          <p:spPr>
            <a:xfrm>
              <a:off x="6142109" y="2362643"/>
              <a:ext cx="309245" cy="3308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spc="-25" dirty="0">
                  <a:latin typeface="Arial"/>
                  <a:cs typeface="Arial"/>
                </a:rPr>
                <a:t>2a</a:t>
              </a:r>
              <a:endParaRPr sz="2000">
                <a:latin typeface="Arial"/>
                <a:cs typeface="Arial"/>
              </a:endParaRPr>
            </a:p>
          </p:txBody>
        </p:sp>
        <p:grpSp>
          <p:nvGrpSpPr>
            <p:cNvPr id="21" name="object 23">
              <a:extLst>
                <a:ext uri="{FF2B5EF4-FFF2-40B4-BE49-F238E27FC236}">
                  <a16:creationId xmlns:a16="http://schemas.microsoft.com/office/drawing/2014/main" id="{7795DC93-C2F5-A473-6D78-4F89BC2DB174}"/>
                </a:ext>
              </a:extLst>
            </p:cNvPr>
            <p:cNvGrpSpPr/>
            <p:nvPr/>
          </p:nvGrpSpPr>
          <p:grpSpPr>
            <a:xfrm>
              <a:off x="6539493" y="2134271"/>
              <a:ext cx="1715135" cy="589280"/>
              <a:chOff x="5915025" y="5122798"/>
              <a:chExt cx="1715135" cy="589280"/>
            </a:xfrm>
          </p:grpSpPr>
          <p:sp>
            <p:nvSpPr>
              <p:cNvPr id="22" name="object 24">
                <a:extLst>
                  <a:ext uri="{FF2B5EF4-FFF2-40B4-BE49-F238E27FC236}">
                    <a16:creationId xmlns:a16="http://schemas.microsoft.com/office/drawing/2014/main" id="{D05BABB1-0C67-85BC-08C3-97130CB03961}"/>
                  </a:ext>
                </a:extLst>
              </p:cNvPr>
              <p:cNvSpPr/>
              <p:nvPr/>
            </p:nvSpPr>
            <p:spPr>
              <a:xfrm>
                <a:off x="6635750" y="5241924"/>
                <a:ext cx="989330" cy="465455"/>
              </a:xfrm>
              <a:custGeom>
                <a:avLst/>
                <a:gdLst/>
                <a:ahLst/>
                <a:cxnLst/>
                <a:rect l="l" t="t" r="r" b="b"/>
                <a:pathLst>
                  <a:path w="989329" h="465454">
                    <a:moveTo>
                      <a:pt x="0" y="0"/>
                    </a:moveTo>
                    <a:lnTo>
                      <a:pt x="857250" y="0"/>
                    </a:lnTo>
                  </a:path>
                  <a:path w="989329" h="465454">
                    <a:moveTo>
                      <a:pt x="266700" y="465137"/>
                    </a:moveTo>
                    <a:lnTo>
                      <a:pt x="989076" y="465137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185F66A0-CBF3-4F0F-896B-6DE3087FF345}"/>
                  </a:ext>
                </a:extLst>
              </p:cNvPr>
              <p:cNvSpPr/>
              <p:nvPr/>
            </p:nvSpPr>
            <p:spPr>
              <a:xfrm>
                <a:off x="5921375" y="5351525"/>
                <a:ext cx="678180" cy="354330"/>
              </a:xfrm>
              <a:custGeom>
                <a:avLst/>
                <a:gdLst/>
                <a:ahLst/>
                <a:cxnLst/>
                <a:rect l="l" t="t" r="r" b="b"/>
                <a:pathLst>
                  <a:path w="678179" h="354329">
                    <a:moveTo>
                      <a:pt x="0" y="201549"/>
                    </a:moveTo>
                    <a:lnTo>
                      <a:pt x="488950" y="353949"/>
                    </a:lnTo>
                  </a:path>
                  <a:path w="678179" h="354329">
                    <a:moveTo>
                      <a:pt x="609600" y="0"/>
                    </a:moveTo>
                    <a:lnTo>
                      <a:pt x="677926" y="2286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6">
                <a:extLst>
                  <a:ext uri="{FF2B5EF4-FFF2-40B4-BE49-F238E27FC236}">
                    <a16:creationId xmlns:a16="http://schemas.microsoft.com/office/drawing/2014/main" id="{CF622519-F5AE-E529-DDF0-E1E5D94F5576}"/>
                  </a:ext>
                </a:extLst>
              </p:cNvPr>
              <p:cNvSpPr/>
              <p:nvPr/>
            </p:nvSpPr>
            <p:spPr>
              <a:xfrm>
                <a:off x="6146800" y="5234050"/>
                <a:ext cx="497205" cy="128905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28904">
                    <a:moveTo>
                      <a:pt x="248412" y="0"/>
                    </a:moveTo>
                    <a:lnTo>
                      <a:pt x="182386" y="2290"/>
                    </a:lnTo>
                    <a:lnTo>
                      <a:pt x="123048" y="8758"/>
                    </a:lnTo>
                    <a:lnTo>
                      <a:pt x="72771" y="18796"/>
                    </a:lnTo>
                    <a:lnTo>
                      <a:pt x="33923" y="31797"/>
                    </a:lnTo>
                    <a:lnTo>
                      <a:pt x="0" y="64262"/>
                    </a:lnTo>
                    <a:lnTo>
                      <a:pt x="8875" y="81325"/>
                    </a:lnTo>
                    <a:lnTo>
                      <a:pt x="72770" y="109680"/>
                    </a:lnTo>
                    <a:lnTo>
                      <a:pt x="123048" y="119737"/>
                    </a:lnTo>
                    <a:lnTo>
                      <a:pt x="182386" y="126224"/>
                    </a:lnTo>
                    <a:lnTo>
                      <a:pt x="248412" y="128524"/>
                    </a:lnTo>
                    <a:lnTo>
                      <a:pt x="314491" y="126224"/>
                    </a:lnTo>
                    <a:lnTo>
                      <a:pt x="373864" y="119737"/>
                    </a:lnTo>
                    <a:lnTo>
                      <a:pt x="424164" y="109680"/>
                    </a:lnTo>
                    <a:lnTo>
                      <a:pt x="463023" y="96670"/>
                    </a:lnTo>
                    <a:lnTo>
                      <a:pt x="496950" y="64262"/>
                    </a:lnTo>
                    <a:lnTo>
                      <a:pt x="488074" y="47154"/>
                    </a:lnTo>
                    <a:lnTo>
                      <a:pt x="424164" y="18796"/>
                    </a:lnTo>
                    <a:lnTo>
                      <a:pt x="373864" y="8758"/>
                    </a:lnTo>
                    <a:lnTo>
                      <a:pt x="314491" y="2290"/>
                    </a:lnTo>
                    <a:lnTo>
                      <a:pt x="248412" y="0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7">
                <a:extLst>
                  <a:ext uri="{FF2B5EF4-FFF2-40B4-BE49-F238E27FC236}">
                    <a16:creationId xmlns:a16="http://schemas.microsoft.com/office/drawing/2014/main" id="{84310206-2099-4ADE-2CAB-ACB81B3BBED1}"/>
                  </a:ext>
                </a:extLst>
              </p:cNvPr>
              <p:cNvSpPr/>
              <p:nvPr/>
            </p:nvSpPr>
            <p:spPr>
              <a:xfrm>
                <a:off x="6146800" y="5222874"/>
                <a:ext cx="49720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39700">
                    <a:moveTo>
                      <a:pt x="0" y="75437"/>
                    </a:moveTo>
                    <a:lnTo>
                      <a:pt x="33923" y="42973"/>
                    </a:lnTo>
                    <a:lnTo>
                      <a:pt x="72771" y="29971"/>
                    </a:lnTo>
                    <a:lnTo>
                      <a:pt x="123048" y="19934"/>
                    </a:lnTo>
                    <a:lnTo>
                      <a:pt x="182386" y="13466"/>
                    </a:lnTo>
                    <a:lnTo>
                      <a:pt x="248412" y="11175"/>
                    </a:lnTo>
                    <a:lnTo>
                      <a:pt x="314491" y="13466"/>
                    </a:lnTo>
                    <a:lnTo>
                      <a:pt x="373864" y="19934"/>
                    </a:lnTo>
                    <a:lnTo>
                      <a:pt x="424164" y="29971"/>
                    </a:lnTo>
                    <a:lnTo>
                      <a:pt x="463023" y="42973"/>
                    </a:lnTo>
                    <a:lnTo>
                      <a:pt x="496950" y="75437"/>
                    </a:lnTo>
                    <a:lnTo>
                      <a:pt x="488074" y="92501"/>
                    </a:lnTo>
                    <a:lnTo>
                      <a:pt x="424164" y="120856"/>
                    </a:lnTo>
                    <a:lnTo>
                      <a:pt x="373864" y="130913"/>
                    </a:lnTo>
                    <a:lnTo>
                      <a:pt x="314491" y="137400"/>
                    </a:lnTo>
                    <a:lnTo>
                      <a:pt x="248412" y="139700"/>
                    </a:lnTo>
                    <a:lnTo>
                      <a:pt x="182386" y="137400"/>
                    </a:lnTo>
                    <a:lnTo>
                      <a:pt x="123048" y="130913"/>
                    </a:lnTo>
                    <a:lnTo>
                      <a:pt x="72770" y="120856"/>
                    </a:lnTo>
                    <a:lnTo>
                      <a:pt x="33923" y="107846"/>
                    </a:lnTo>
                    <a:lnTo>
                      <a:pt x="0" y="75437"/>
                    </a:lnTo>
                    <a:close/>
                  </a:path>
                  <a:path w="497204" h="139700">
                    <a:moveTo>
                      <a:pt x="0" y="0"/>
                    </a:moveTo>
                    <a:lnTo>
                      <a:pt x="0" y="79375"/>
                    </a:lnTo>
                  </a:path>
                  <a:path w="497204" h="139700">
                    <a:moveTo>
                      <a:pt x="496950" y="0"/>
                    </a:moveTo>
                    <a:lnTo>
                      <a:pt x="496950" y="79375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8">
                <a:extLst>
                  <a:ext uri="{FF2B5EF4-FFF2-40B4-BE49-F238E27FC236}">
                    <a16:creationId xmlns:a16="http://schemas.microsoft.com/office/drawing/2014/main" id="{4CED7D34-4B8B-8DF9-C439-E32EEC468E3C}"/>
                  </a:ext>
                </a:extLst>
              </p:cNvPr>
              <p:cNvSpPr/>
              <p:nvPr/>
            </p:nvSpPr>
            <p:spPr>
              <a:xfrm>
                <a:off x="6142101" y="5129148"/>
                <a:ext cx="497205" cy="172085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72085">
                    <a:moveTo>
                      <a:pt x="496824" y="75438"/>
                    </a:moveTo>
                    <a:lnTo>
                      <a:pt x="462889" y="37376"/>
                    </a:lnTo>
                    <a:lnTo>
                      <a:pt x="424053" y="22098"/>
                    </a:lnTo>
                    <a:lnTo>
                      <a:pt x="373773" y="10312"/>
                    </a:lnTo>
                    <a:lnTo>
                      <a:pt x="314426" y="2705"/>
                    </a:lnTo>
                    <a:lnTo>
                      <a:pt x="248412" y="0"/>
                    </a:lnTo>
                    <a:lnTo>
                      <a:pt x="182333" y="2705"/>
                    </a:lnTo>
                    <a:lnTo>
                      <a:pt x="122986" y="10312"/>
                    </a:lnTo>
                    <a:lnTo>
                      <a:pt x="72720" y="22098"/>
                    </a:lnTo>
                    <a:lnTo>
                      <a:pt x="33883" y="37376"/>
                    </a:lnTo>
                    <a:lnTo>
                      <a:pt x="0" y="75438"/>
                    </a:lnTo>
                    <a:lnTo>
                      <a:pt x="8102" y="93789"/>
                    </a:lnTo>
                    <a:lnTo>
                      <a:pt x="4699" y="93789"/>
                    </a:lnTo>
                    <a:lnTo>
                      <a:pt x="4699" y="171577"/>
                    </a:lnTo>
                    <a:lnTo>
                      <a:pt x="496824" y="171577"/>
                    </a:lnTo>
                    <a:lnTo>
                      <a:pt x="496824" y="93789"/>
                    </a:lnTo>
                    <a:lnTo>
                      <a:pt x="488696" y="93789"/>
                    </a:lnTo>
                    <a:lnTo>
                      <a:pt x="496824" y="75438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9">
                <a:extLst>
                  <a:ext uri="{FF2B5EF4-FFF2-40B4-BE49-F238E27FC236}">
                    <a16:creationId xmlns:a16="http://schemas.microsoft.com/office/drawing/2014/main" id="{68597A6D-C747-D1FA-4999-447B7786C10F}"/>
                  </a:ext>
                </a:extLst>
              </p:cNvPr>
              <p:cNvSpPr/>
              <p:nvPr/>
            </p:nvSpPr>
            <p:spPr>
              <a:xfrm>
                <a:off x="6142100" y="5129148"/>
                <a:ext cx="497205" cy="15113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51129">
                    <a:moveTo>
                      <a:pt x="0" y="75437"/>
                    </a:moveTo>
                    <a:lnTo>
                      <a:pt x="33894" y="37366"/>
                    </a:lnTo>
                    <a:lnTo>
                      <a:pt x="72723" y="22098"/>
                    </a:lnTo>
                    <a:lnTo>
                      <a:pt x="122992" y="10301"/>
                    </a:lnTo>
                    <a:lnTo>
                      <a:pt x="182342" y="2695"/>
                    </a:lnTo>
                    <a:lnTo>
                      <a:pt x="248412" y="0"/>
                    </a:lnTo>
                    <a:lnTo>
                      <a:pt x="314437" y="2695"/>
                    </a:lnTo>
                    <a:lnTo>
                      <a:pt x="373775" y="10301"/>
                    </a:lnTo>
                    <a:lnTo>
                      <a:pt x="424052" y="22097"/>
                    </a:lnTo>
                    <a:lnTo>
                      <a:pt x="462900" y="37366"/>
                    </a:lnTo>
                    <a:lnTo>
                      <a:pt x="496824" y="75437"/>
                    </a:lnTo>
                    <a:lnTo>
                      <a:pt x="487948" y="95489"/>
                    </a:lnTo>
                    <a:lnTo>
                      <a:pt x="424053" y="128777"/>
                    </a:lnTo>
                    <a:lnTo>
                      <a:pt x="373775" y="140574"/>
                    </a:lnTo>
                    <a:lnTo>
                      <a:pt x="314437" y="148180"/>
                    </a:lnTo>
                    <a:lnTo>
                      <a:pt x="248412" y="150875"/>
                    </a:lnTo>
                    <a:lnTo>
                      <a:pt x="182342" y="148180"/>
                    </a:lnTo>
                    <a:lnTo>
                      <a:pt x="122992" y="140574"/>
                    </a:lnTo>
                    <a:lnTo>
                      <a:pt x="72723" y="128777"/>
                    </a:lnTo>
                    <a:lnTo>
                      <a:pt x="33894" y="113509"/>
                    </a:lnTo>
                    <a:lnTo>
                      <a:pt x="0" y="75437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30">
                <a:extLst>
                  <a:ext uri="{FF2B5EF4-FFF2-40B4-BE49-F238E27FC236}">
                    <a16:creationId xmlns:a16="http://schemas.microsoft.com/office/drawing/2014/main" id="{31BA1AA4-CBF1-ECB1-8B59-5713DEDDEDD2}"/>
                  </a:ext>
                </a:extLst>
              </p:cNvPr>
              <p:cNvSpPr/>
              <p:nvPr/>
            </p:nvSpPr>
            <p:spPr>
              <a:xfrm>
                <a:off x="6280150" y="5149849"/>
                <a:ext cx="224154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224154" h="187325">
                    <a:moveTo>
                      <a:pt x="223837" y="0"/>
                    </a:moveTo>
                    <a:lnTo>
                      <a:pt x="0" y="0"/>
                    </a:lnTo>
                    <a:lnTo>
                      <a:pt x="0" y="187325"/>
                    </a:lnTo>
                    <a:lnTo>
                      <a:pt x="223837" y="187325"/>
                    </a:lnTo>
                    <a:lnTo>
                      <a:pt x="223837" y="0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9" name="object 31">
              <a:extLst>
                <a:ext uri="{FF2B5EF4-FFF2-40B4-BE49-F238E27FC236}">
                  <a16:creationId xmlns:a16="http://schemas.microsoft.com/office/drawing/2014/main" id="{9360E9A1-9617-348F-B590-ACEFD08F855B}"/>
                </a:ext>
              </a:extLst>
            </p:cNvPr>
            <p:cNvSpPr txBox="1"/>
            <p:nvPr/>
          </p:nvSpPr>
          <p:spPr>
            <a:xfrm>
              <a:off x="6875408" y="2084614"/>
              <a:ext cx="294640" cy="3308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spc="-25" dirty="0">
                  <a:latin typeface="Arial"/>
                  <a:cs typeface="Arial"/>
                </a:rPr>
                <a:t>2c</a:t>
              </a:r>
              <a:endParaRPr sz="2000">
                <a:latin typeface="Arial"/>
                <a:cs typeface="Arial"/>
              </a:endParaRPr>
            </a:p>
          </p:txBody>
        </p:sp>
        <p:grpSp>
          <p:nvGrpSpPr>
            <p:cNvPr id="30" name="object 32">
              <a:extLst>
                <a:ext uri="{FF2B5EF4-FFF2-40B4-BE49-F238E27FC236}">
                  <a16:creationId xmlns:a16="http://schemas.microsoft.com/office/drawing/2014/main" id="{7847C5F4-3C5A-FD1B-E339-9D5F977FAE3E}"/>
                </a:ext>
              </a:extLst>
            </p:cNvPr>
            <p:cNvGrpSpPr/>
            <p:nvPr/>
          </p:nvGrpSpPr>
          <p:grpSpPr>
            <a:xfrm>
              <a:off x="7023744" y="2589948"/>
              <a:ext cx="514350" cy="246379"/>
              <a:chOff x="6399276" y="5578475"/>
              <a:chExt cx="514350" cy="246379"/>
            </a:xfrm>
          </p:grpSpPr>
          <p:sp>
            <p:nvSpPr>
              <p:cNvPr id="31" name="object 33">
                <a:extLst>
                  <a:ext uri="{FF2B5EF4-FFF2-40B4-BE49-F238E27FC236}">
                    <a16:creationId xmlns:a16="http://schemas.microsoft.com/office/drawing/2014/main" id="{B3338FE1-EA05-8B61-34B3-614FC7820EAB}"/>
                  </a:ext>
                </a:extLst>
              </p:cNvPr>
              <p:cNvSpPr/>
              <p:nvPr/>
            </p:nvSpPr>
            <p:spPr>
              <a:xfrm>
                <a:off x="6410325" y="5689600"/>
                <a:ext cx="497205" cy="128905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28904">
                    <a:moveTo>
                      <a:pt x="248411" y="0"/>
                    </a:moveTo>
                    <a:lnTo>
                      <a:pt x="182386" y="2296"/>
                    </a:lnTo>
                    <a:lnTo>
                      <a:pt x="123048" y="8778"/>
                    </a:lnTo>
                    <a:lnTo>
                      <a:pt x="72770" y="18832"/>
                    </a:lnTo>
                    <a:lnTo>
                      <a:pt x="33923" y="31844"/>
                    </a:lnTo>
                    <a:lnTo>
                      <a:pt x="0" y="64287"/>
                    </a:lnTo>
                    <a:lnTo>
                      <a:pt x="8875" y="81379"/>
                    </a:lnTo>
                    <a:lnTo>
                      <a:pt x="72771" y="109753"/>
                    </a:lnTo>
                    <a:lnTo>
                      <a:pt x="123048" y="119808"/>
                    </a:lnTo>
                    <a:lnTo>
                      <a:pt x="182386" y="126290"/>
                    </a:lnTo>
                    <a:lnTo>
                      <a:pt x="248411" y="128587"/>
                    </a:lnTo>
                    <a:lnTo>
                      <a:pt x="314491" y="126290"/>
                    </a:lnTo>
                    <a:lnTo>
                      <a:pt x="373864" y="119808"/>
                    </a:lnTo>
                    <a:lnTo>
                      <a:pt x="424164" y="109753"/>
                    </a:lnTo>
                    <a:lnTo>
                      <a:pt x="463023" y="96739"/>
                    </a:lnTo>
                    <a:lnTo>
                      <a:pt x="496950" y="64287"/>
                    </a:lnTo>
                    <a:lnTo>
                      <a:pt x="488074" y="47200"/>
                    </a:lnTo>
                    <a:lnTo>
                      <a:pt x="424164" y="18832"/>
                    </a:lnTo>
                    <a:lnTo>
                      <a:pt x="373864" y="8778"/>
                    </a:lnTo>
                    <a:lnTo>
                      <a:pt x="314491" y="2296"/>
                    </a:lnTo>
                    <a:lnTo>
                      <a:pt x="248411" y="0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34">
                <a:extLst>
                  <a:ext uri="{FF2B5EF4-FFF2-40B4-BE49-F238E27FC236}">
                    <a16:creationId xmlns:a16="http://schemas.microsoft.com/office/drawing/2014/main" id="{E8E465F1-A981-A0C6-7404-7A8840389D9A}"/>
                  </a:ext>
                </a:extLst>
              </p:cNvPr>
              <p:cNvSpPr/>
              <p:nvPr/>
            </p:nvSpPr>
            <p:spPr>
              <a:xfrm>
                <a:off x="6410325" y="5678487"/>
                <a:ext cx="49720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39700">
                    <a:moveTo>
                      <a:pt x="0" y="75399"/>
                    </a:moveTo>
                    <a:lnTo>
                      <a:pt x="33923" y="42956"/>
                    </a:lnTo>
                    <a:lnTo>
                      <a:pt x="72770" y="29945"/>
                    </a:lnTo>
                    <a:lnTo>
                      <a:pt x="123048" y="19891"/>
                    </a:lnTo>
                    <a:lnTo>
                      <a:pt x="182386" y="13409"/>
                    </a:lnTo>
                    <a:lnTo>
                      <a:pt x="248411" y="11112"/>
                    </a:lnTo>
                    <a:lnTo>
                      <a:pt x="314491" y="13409"/>
                    </a:lnTo>
                    <a:lnTo>
                      <a:pt x="373864" y="19891"/>
                    </a:lnTo>
                    <a:lnTo>
                      <a:pt x="424164" y="29945"/>
                    </a:lnTo>
                    <a:lnTo>
                      <a:pt x="463023" y="42956"/>
                    </a:lnTo>
                    <a:lnTo>
                      <a:pt x="496950" y="75399"/>
                    </a:lnTo>
                    <a:lnTo>
                      <a:pt x="488074" y="92492"/>
                    </a:lnTo>
                    <a:lnTo>
                      <a:pt x="424164" y="120865"/>
                    </a:lnTo>
                    <a:lnTo>
                      <a:pt x="373864" y="130920"/>
                    </a:lnTo>
                    <a:lnTo>
                      <a:pt x="314491" y="137402"/>
                    </a:lnTo>
                    <a:lnTo>
                      <a:pt x="248411" y="139700"/>
                    </a:lnTo>
                    <a:lnTo>
                      <a:pt x="182386" y="137402"/>
                    </a:lnTo>
                    <a:lnTo>
                      <a:pt x="123048" y="130920"/>
                    </a:lnTo>
                    <a:lnTo>
                      <a:pt x="72771" y="120865"/>
                    </a:lnTo>
                    <a:lnTo>
                      <a:pt x="33923" y="107852"/>
                    </a:lnTo>
                    <a:lnTo>
                      <a:pt x="0" y="75399"/>
                    </a:lnTo>
                    <a:close/>
                  </a:path>
                  <a:path w="497204" h="139700">
                    <a:moveTo>
                      <a:pt x="0" y="0"/>
                    </a:moveTo>
                    <a:lnTo>
                      <a:pt x="0" y="79375"/>
                    </a:lnTo>
                  </a:path>
                  <a:path w="497204" h="139700">
                    <a:moveTo>
                      <a:pt x="496950" y="0"/>
                    </a:moveTo>
                    <a:lnTo>
                      <a:pt x="496950" y="79375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35">
                <a:extLst>
                  <a:ext uri="{FF2B5EF4-FFF2-40B4-BE49-F238E27FC236}">
                    <a16:creationId xmlns:a16="http://schemas.microsoft.com/office/drawing/2014/main" id="{0E02FFC5-1CF4-30CD-7526-AD7044F4CEAF}"/>
                  </a:ext>
                </a:extLst>
              </p:cNvPr>
              <p:cNvSpPr/>
              <p:nvPr/>
            </p:nvSpPr>
            <p:spPr>
              <a:xfrm>
                <a:off x="6405626" y="5584824"/>
                <a:ext cx="49720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71450">
                    <a:moveTo>
                      <a:pt x="496824" y="75412"/>
                    </a:moveTo>
                    <a:lnTo>
                      <a:pt x="462889" y="37350"/>
                    </a:lnTo>
                    <a:lnTo>
                      <a:pt x="424053" y="22085"/>
                    </a:lnTo>
                    <a:lnTo>
                      <a:pt x="373773" y="10299"/>
                    </a:lnTo>
                    <a:lnTo>
                      <a:pt x="314426" y="2705"/>
                    </a:lnTo>
                    <a:lnTo>
                      <a:pt x="248412" y="0"/>
                    </a:lnTo>
                    <a:lnTo>
                      <a:pt x="182333" y="2705"/>
                    </a:lnTo>
                    <a:lnTo>
                      <a:pt x="122986" y="10299"/>
                    </a:lnTo>
                    <a:lnTo>
                      <a:pt x="72720" y="22085"/>
                    </a:lnTo>
                    <a:lnTo>
                      <a:pt x="33883" y="37350"/>
                    </a:lnTo>
                    <a:lnTo>
                      <a:pt x="0" y="75412"/>
                    </a:lnTo>
                    <a:lnTo>
                      <a:pt x="8064" y="93662"/>
                    </a:lnTo>
                    <a:lnTo>
                      <a:pt x="4699" y="93662"/>
                    </a:lnTo>
                    <a:lnTo>
                      <a:pt x="4699" y="171450"/>
                    </a:lnTo>
                    <a:lnTo>
                      <a:pt x="496824" y="171450"/>
                    </a:lnTo>
                    <a:lnTo>
                      <a:pt x="496824" y="93662"/>
                    </a:lnTo>
                    <a:lnTo>
                      <a:pt x="488734" y="93662"/>
                    </a:lnTo>
                    <a:lnTo>
                      <a:pt x="496824" y="75412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36">
                <a:extLst>
                  <a:ext uri="{FF2B5EF4-FFF2-40B4-BE49-F238E27FC236}">
                    <a16:creationId xmlns:a16="http://schemas.microsoft.com/office/drawing/2014/main" id="{65D9A543-7144-87AE-1336-910F234FF8F9}"/>
                  </a:ext>
                </a:extLst>
              </p:cNvPr>
              <p:cNvSpPr/>
              <p:nvPr/>
            </p:nvSpPr>
            <p:spPr>
              <a:xfrm>
                <a:off x="6405626" y="5584825"/>
                <a:ext cx="497205" cy="151130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151129">
                    <a:moveTo>
                      <a:pt x="0" y="75412"/>
                    </a:moveTo>
                    <a:lnTo>
                      <a:pt x="33894" y="37347"/>
                    </a:lnTo>
                    <a:lnTo>
                      <a:pt x="72723" y="22085"/>
                    </a:lnTo>
                    <a:lnTo>
                      <a:pt x="122992" y="10294"/>
                    </a:lnTo>
                    <a:lnTo>
                      <a:pt x="182342" y="2693"/>
                    </a:lnTo>
                    <a:lnTo>
                      <a:pt x="248412" y="0"/>
                    </a:lnTo>
                    <a:lnTo>
                      <a:pt x="314437" y="2693"/>
                    </a:lnTo>
                    <a:lnTo>
                      <a:pt x="373775" y="10294"/>
                    </a:lnTo>
                    <a:lnTo>
                      <a:pt x="424052" y="22085"/>
                    </a:lnTo>
                    <a:lnTo>
                      <a:pt x="462900" y="37347"/>
                    </a:lnTo>
                    <a:lnTo>
                      <a:pt x="496824" y="75412"/>
                    </a:lnTo>
                    <a:lnTo>
                      <a:pt x="487948" y="95457"/>
                    </a:lnTo>
                    <a:lnTo>
                      <a:pt x="424053" y="128728"/>
                    </a:lnTo>
                    <a:lnTo>
                      <a:pt x="373775" y="140518"/>
                    </a:lnTo>
                    <a:lnTo>
                      <a:pt x="314437" y="148119"/>
                    </a:lnTo>
                    <a:lnTo>
                      <a:pt x="248412" y="150812"/>
                    </a:lnTo>
                    <a:lnTo>
                      <a:pt x="182342" y="148119"/>
                    </a:lnTo>
                    <a:lnTo>
                      <a:pt x="122992" y="140518"/>
                    </a:lnTo>
                    <a:lnTo>
                      <a:pt x="72723" y="128728"/>
                    </a:lnTo>
                    <a:lnTo>
                      <a:pt x="33894" y="113468"/>
                    </a:lnTo>
                    <a:lnTo>
                      <a:pt x="0" y="75412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37">
                <a:extLst>
                  <a:ext uri="{FF2B5EF4-FFF2-40B4-BE49-F238E27FC236}">
                    <a16:creationId xmlns:a16="http://schemas.microsoft.com/office/drawing/2014/main" id="{53EA675D-BCDF-86C4-969E-81512CAA60D5}"/>
                  </a:ext>
                </a:extLst>
              </p:cNvPr>
              <p:cNvSpPr/>
              <p:nvPr/>
            </p:nvSpPr>
            <p:spPr>
              <a:xfrm>
                <a:off x="6543675" y="5605462"/>
                <a:ext cx="2254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225425" h="174625">
                    <a:moveTo>
                      <a:pt x="225425" y="0"/>
                    </a:moveTo>
                    <a:lnTo>
                      <a:pt x="0" y="0"/>
                    </a:lnTo>
                    <a:lnTo>
                      <a:pt x="0" y="174625"/>
                    </a:lnTo>
                    <a:lnTo>
                      <a:pt x="225425" y="174625"/>
                    </a:lnTo>
                    <a:lnTo>
                      <a:pt x="225425" y="0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6" name="object 38">
              <a:extLst>
                <a:ext uri="{FF2B5EF4-FFF2-40B4-BE49-F238E27FC236}">
                  <a16:creationId xmlns:a16="http://schemas.microsoft.com/office/drawing/2014/main" id="{5E08E1A6-A7BC-6312-8BBA-0B22063EA84F}"/>
                </a:ext>
              </a:extLst>
            </p:cNvPr>
            <p:cNvSpPr txBox="1"/>
            <p:nvPr/>
          </p:nvSpPr>
          <p:spPr>
            <a:xfrm>
              <a:off x="7132710" y="2540341"/>
              <a:ext cx="309245" cy="3308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spc="-25" dirty="0">
                  <a:latin typeface="Arial"/>
                  <a:cs typeface="Arial"/>
                </a:rPr>
                <a:t>2b</a:t>
              </a:r>
              <a:endParaRPr sz="2000">
                <a:latin typeface="Arial"/>
                <a:cs typeface="Arial"/>
              </a:endParaRPr>
            </a:p>
          </p:txBody>
        </p:sp>
        <p:grpSp>
          <p:nvGrpSpPr>
            <p:cNvPr id="37" name="object 39">
              <a:extLst>
                <a:ext uri="{FF2B5EF4-FFF2-40B4-BE49-F238E27FC236}">
                  <a16:creationId xmlns:a16="http://schemas.microsoft.com/office/drawing/2014/main" id="{A1E0BA56-7B7A-41F6-E7F2-4F05BA531811}"/>
                </a:ext>
              </a:extLst>
            </p:cNvPr>
            <p:cNvGrpSpPr/>
            <p:nvPr/>
          </p:nvGrpSpPr>
          <p:grpSpPr>
            <a:xfrm>
              <a:off x="980434" y="1031857"/>
              <a:ext cx="5091430" cy="2432050"/>
              <a:chOff x="355966" y="4020384"/>
              <a:chExt cx="5091430" cy="2432050"/>
            </a:xfrm>
          </p:grpSpPr>
          <p:pic>
            <p:nvPicPr>
              <p:cNvPr id="38" name="object 40">
                <a:extLst>
                  <a:ext uri="{FF2B5EF4-FFF2-40B4-BE49-F238E27FC236}">
                    <a16:creationId xmlns:a16="http://schemas.microsoft.com/office/drawing/2014/main" id="{55BACE81-E8D2-B2E5-9B66-471D486D82B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55966" y="4837289"/>
                <a:ext cx="1070398" cy="1614656"/>
              </a:xfrm>
              <a:prstGeom prst="rect">
                <a:avLst/>
              </a:prstGeom>
            </p:spPr>
          </p:pic>
          <p:sp>
            <p:nvSpPr>
              <p:cNvPr id="39" name="object 41">
                <a:extLst>
                  <a:ext uri="{FF2B5EF4-FFF2-40B4-BE49-F238E27FC236}">
                    <a16:creationId xmlns:a16="http://schemas.microsoft.com/office/drawing/2014/main" id="{2F740D18-D880-84DC-3C5A-6A7BB4A23303}"/>
                  </a:ext>
                </a:extLst>
              </p:cNvPr>
              <p:cNvSpPr/>
              <p:nvPr/>
            </p:nvSpPr>
            <p:spPr>
              <a:xfrm>
                <a:off x="1149349" y="5118099"/>
                <a:ext cx="468630" cy="268605"/>
              </a:xfrm>
              <a:custGeom>
                <a:avLst/>
                <a:gdLst/>
                <a:ahLst/>
                <a:cxnLst/>
                <a:rect l="l" t="t" r="r" b="b"/>
                <a:pathLst>
                  <a:path w="468630" h="268604">
                    <a:moveTo>
                      <a:pt x="468375" y="0"/>
                    </a:moveTo>
                    <a:lnTo>
                      <a:pt x="0" y="26835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42">
                <a:extLst>
                  <a:ext uri="{FF2B5EF4-FFF2-40B4-BE49-F238E27FC236}">
                    <a16:creationId xmlns:a16="http://schemas.microsoft.com/office/drawing/2014/main" id="{5E109B9E-A556-CF5C-549E-2B90E578CC1C}"/>
                  </a:ext>
                </a:extLst>
              </p:cNvPr>
              <p:cNvSpPr/>
              <p:nvPr/>
            </p:nvSpPr>
            <p:spPr>
              <a:xfrm>
                <a:off x="4913375" y="5607049"/>
                <a:ext cx="523875" cy="26225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262254">
                    <a:moveTo>
                      <a:pt x="0" y="261937"/>
                    </a:moveTo>
                    <a:lnTo>
                      <a:pt x="523875" y="0"/>
                    </a:lnTo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43">
                <a:extLst>
                  <a:ext uri="{FF2B5EF4-FFF2-40B4-BE49-F238E27FC236}">
                    <a16:creationId xmlns:a16="http://schemas.microsoft.com/office/drawing/2014/main" id="{C2E2C9CD-B395-DEC7-56B6-60CDEEE1D0AC}"/>
                  </a:ext>
                </a:extLst>
              </p:cNvPr>
              <p:cNvSpPr/>
              <p:nvPr/>
            </p:nvSpPr>
            <p:spPr>
              <a:xfrm>
                <a:off x="3574399" y="4020384"/>
                <a:ext cx="939165" cy="743585"/>
              </a:xfrm>
              <a:custGeom>
                <a:avLst/>
                <a:gdLst/>
                <a:ahLst/>
                <a:cxnLst/>
                <a:rect l="l" t="t" r="r" b="b"/>
                <a:pathLst>
                  <a:path w="939164" h="743585">
                    <a:moveTo>
                      <a:pt x="698273" y="0"/>
                    </a:moveTo>
                    <a:lnTo>
                      <a:pt x="647570" y="1748"/>
                    </a:lnTo>
                    <a:lnTo>
                      <a:pt x="593373" y="7805"/>
                    </a:lnTo>
                    <a:lnTo>
                      <a:pt x="537748" y="16862"/>
                    </a:lnTo>
                    <a:lnTo>
                      <a:pt x="482761" y="27613"/>
                    </a:lnTo>
                    <a:lnTo>
                      <a:pt x="382962" y="48965"/>
                    </a:lnTo>
                    <a:lnTo>
                      <a:pt x="342280" y="56950"/>
                    </a:lnTo>
                    <a:lnTo>
                      <a:pt x="282237" y="68025"/>
                    </a:lnTo>
                    <a:lnTo>
                      <a:pt x="232355" y="79008"/>
                    </a:lnTo>
                    <a:lnTo>
                      <a:pt x="190728" y="91515"/>
                    </a:lnTo>
                    <a:lnTo>
                      <a:pt x="155446" y="107161"/>
                    </a:lnTo>
                    <a:lnTo>
                      <a:pt x="100522" y="159832"/>
                    </a:lnTo>
                    <a:lnTo>
                      <a:pt x="90646" y="198079"/>
                    </a:lnTo>
                    <a:lnTo>
                      <a:pt x="79079" y="241612"/>
                    </a:lnTo>
                    <a:lnTo>
                      <a:pt x="49926" y="289741"/>
                    </a:lnTo>
                    <a:lnTo>
                      <a:pt x="41634" y="324723"/>
                    </a:lnTo>
                    <a:lnTo>
                      <a:pt x="28463" y="370123"/>
                    </a:lnTo>
                    <a:lnTo>
                      <a:pt x="14446" y="421393"/>
                    </a:lnTo>
                    <a:lnTo>
                      <a:pt x="3614" y="473985"/>
                    </a:lnTo>
                    <a:lnTo>
                      <a:pt x="0" y="523354"/>
                    </a:lnTo>
                    <a:lnTo>
                      <a:pt x="7635" y="564950"/>
                    </a:lnTo>
                    <a:lnTo>
                      <a:pt x="26117" y="599941"/>
                    </a:lnTo>
                    <a:lnTo>
                      <a:pt x="52114" y="632190"/>
                    </a:lnTo>
                    <a:lnTo>
                      <a:pt x="85455" y="661010"/>
                    </a:lnTo>
                    <a:lnTo>
                      <a:pt x="125971" y="685713"/>
                    </a:lnTo>
                    <a:lnTo>
                      <a:pt x="173494" y="705612"/>
                    </a:lnTo>
                    <a:lnTo>
                      <a:pt x="227853" y="720017"/>
                    </a:lnTo>
                    <a:lnTo>
                      <a:pt x="265932" y="726820"/>
                    </a:lnTo>
                    <a:lnTo>
                      <a:pt x="309993" y="733077"/>
                    </a:lnTo>
                    <a:lnTo>
                      <a:pt x="358559" y="738251"/>
                    </a:lnTo>
                    <a:lnTo>
                      <a:pt x="410152" y="741802"/>
                    </a:lnTo>
                    <a:lnTo>
                      <a:pt x="463295" y="743195"/>
                    </a:lnTo>
                    <a:lnTo>
                      <a:pt x="516511" y="741890"/>
                    </a:lnTo>
                    <a:lnTo>
                      <a:pt x="568322" y="737349"/>
                    </a:lnTo>
                    <a:lnTo>
                      <a:pt x="617250" y="729035"/>
                    </a:lnTo>
                    <a:lnTo>
                      <a:pt x="661817" y="716410"/>
                    </a:lnTo>
                    <a:lnTo>
                      <a:pt x="700547" y="698935"/>
                    </a:lnTo>
                    <a:lnTo>
                      <a:pt x="739268" y="671984"/>
                    </a:lnTo>
                    <a:lnTo>
                      <a:pt x="776422" y="637026"/>
                    </a:lnTo>
                    <a:lnTo>
                      <a:pt x="811357" y="595844"/>
                    </a:lnTo>
                    <a:lnTo>
                      <a:pt x="843420" y="550226"/>
                    </a:lnTo>
                    <a:lnTo>
                      <a:pt x="871957" y="501956"/>
                    </a:lnTo>
                    <a:lnTo>
                      <a:pt x="896316" y="452819"/>
                    </a:lnTo>
                    <a:lnTo>
                      <a:pt x="915841" y="404601"/>
                    </a:lnTo>
                    <a:lnTo>
                      <a:pt x="929882" y="359087"/>
                    </a:lnTo>
                    <a:lnTo>
                      <a:pt x="937783" y="318062"/>
                    </a:lnTo>
                    <a:lnTo>
                      <a:pt x="939087" y="273907"/>
                    </a:lnTo>
                    <a:lnTo>
                      <a:pt x="933065" y="228472"/>
                    </a:lnTo>
                    <a:lnTo>
                      <a:pt x="920393" y="183287"/>
                    </a:lnTo>
                    <a:lnTo>
                      <a:pt x="901747" y="139881"/>
                    </a:lnTo>
                    <a:lnTo>
                      <a:pt x="877803" y="99786"/>
                    </a:lnTo>
                    <a:lnTo>
                      <a:pt x="849237" y="64531"/>
                    </a:lnTo>
                    <a:lnTo>
                      <a:pt x="816723" y="35645"/>
                    </a:lnTo>
                    <a:lnTo>
                      <a:pt x="780938" y="14659"/>
                    </a:lnTo>
                    <a:lnTo>
                      <a:pt x="743418" y="3868"/>
                    </a:lnTo>
                    <a:lnTo>
                      <a:pt x="698273" y="0"/>
                    </a:lnTo>
                    <a:close/>
                  </a:path>
                </a:pathLst>
              </a:custGeom>
              <a:solidFill>
                <a:srgbClr val="66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2" name="object 44">
              <a:extLst>
                <a:ext uri="{FF2B5EF4-FFF2-40B4-BE49-F238E27FC236}">
                  <a16:creationId xmlns:a16="http://schemas.microsoft.com/office/drawing/2014/main" id="{1CC17A03-241A-4E70-40BC-5EE377F32FDD}"/>
                </a:ext>
              </a:extLst>
            </p:cNvPr>
            <p:cNvSpPr txBox="1"/>
            <p:nvPr/>
          </p:nvSpPr>
          <p:spPr>
            <a:xfrm>
              <a:off x="4578994" y="1185785"/>
              <a:ext cx="178435" cy="3917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0" dirty="0">
                  <a:solidFill>
                    <a:srgbClr val="FFFFFF"/>
                  </a:solidFill>
                  <a:latin typeface="Arial"/>
                  <a:cs typeface="Arial"/>
                </a:rPr>
                <a:t>x</a:t>
              </a:r>
              <a:endParaRPr sz="2400">
                <a:latin typeface="Arial"/>
                <a:cs typeface="Arial"/>
              </a:endParaRPr>
            </a:p>
          </p:txBody>
        </p:sp>
        <p:grpSp>
          <p:nvGrpSpPr>
            <p:cNvPr id="43" name="object 45">
              <a:extLst>
                <a:ext uri="{FF2B5EF4-FFF2-40B4-BE49-F238E27FC236}">
                  <a16:creationId xmlns:a16="http://schemas.microsoft.com/office/drawing/2014/main" id="{AA6F58C9-3756-512B-1518-565013B948A6}"/>
                </a:ext>
              </a:extLst>
            </p:cNvPr>
            <p:cNvGrpSpPr/>
            <p:nvPr/>
          </p:nvGrpSpPr>
          <p:grpSpPr>
            <a:xfrm>
              <a:off x="3424818" y="1351189"/>
              <a:ext cx="2486914" cy="1085341"/>
              <a:chOff x="2800350" y="4339716"/>
              <a:chExt cx="2486914" cy="1085341"/>
            </a:xfrm>
          </p:grpSpPr>
          <p:sp>
            <p:nvSpPr>
              <p:cNvPr id="44" name="object 46">
                <a:extLst>
                  <a:ext uri="{FF2B5EF4-FFF2-40B4-BE49-F238E27FC236}">
                    <a16:creationId xmlns:a16="http://schemas.microsoft.com/office/drawing/2014/main" id="{E60553C0-2243-FE24-E658-CD384A45CBC7}"/>
                  </a:ext>
                </a:extLst>
              </p:cNvPr>
              <p:cNvSpPr/>
              <p:nvPr/>
            </p:nvSpPr>
            <p:spPr>
              <a:xfrm>
                <a:off x="3148584" y="4339716"/>
                <a:ext cx="2138680" cy="906144"/>
              </a:xfrm>
              <a:custGeom>
                <a:avLst/>
                <a:gdLst/>
                <a:ahLst/>
                <a:cxnLst/>
                <a:rect l="l" t="t" r="r" b="b"/>
                <a:pathLst>
                  <a:path w="2138679" h="906145">
                    <a:moveTo>
                      <a:pt x="70358" y="166751"/>
                    </a:moveTo>
                    <a:lnTo>
                      <a:pt x="53340" y="113411"/>
                    </a:lnTo>
                    <a:lnTo>
                      <a:pt x="0" y="130429"/>
                    </a:lnTo>
                    <a:lnTo>
                      <a:pt x="17018" y="183769"/>
                    </a:lnTo>
                    <a:lnTo>
                      <a:pt x="70358" y="166751"/>
                    </a:lnTo>
                    <a:close/>
                  </a:path>
                  <a:path w="2138679" h="906145">
                    <a:moveTo>
                      <a:pt x="248031" y="109982"/>
                    </a:moveTo>
                    <a:lnTo>
                      <a:pt x="231013" y="56642"/>
                    </a:lnTo>
                    <a:lnTo>
                      <a:pt x="177673" y="73660"/>
                    </a:lnTo>
                    <a:lnTo>
                      <a:pt x="194691" y="127000"/>
                    </a:lnTo>
                    <a:lnTo>
                      <a:pt x="248031" y="109982"/>
                    </a:lnTo>
                    <a:close/>
                  </a:path>
                  <a:path w="2138679" h="906145">
                    <a:moveTo>
                      <a:pt x="425831" y="53340"/>
                    </a:moveTo>
                    <a:lnTo>
                      <a:pt x="408813" y="0"/>
                    </a:lnTo>
                    <a:lnTo>
                      <a:pt x="355219" y="17145"/>
                    </a:lnTo>
                    <a:lnTo>
                      <a:pt x="372237" y="70485"/>
                    </a:lnTo>
                    <a:lnTo>
                      <a:pt x="425831" y="53340"/>
                    </a:lnTo>
                    <a:close/>
                  </a:path>
                  <a:path w="2138679" h="906145">
                    <a:moveTo>
                      <a:pt x="1400810" y="291719"/>
                    </a:moveTo>
                    <a:lnTo>
                      <a:pt x="1356487" y="257429"/>
                    </a:lnTo>
                    <a:lnTo>
                      <a:pt x="1322197" y="301752"/>
                    </a:lnTo>
                    <a:lnTo>
                      <a:pt x="1366520" y="336042"/>
                    </a:lnTo>
                    <a:lnTo>
                      <a:pt x="1400810" y="291719"/>
                    </a:lnTo>
                    <a:close/>
                  </a:path>
                  <a:path w="2138679" h="906145">
                    <a:moveTo>
                      <a:pt x="1548384" y="405765"/>
                    </a:moveTo>
                    <a:lnTo>
                      <a:pt x="1504061" y="371475"/>
                    </a:lnTo>
                    <a:lnTo>
                      <a:pt x="1469898" y="415798"/>
                    </a:lnTo>
                    <a:lnTo>
                      <a:pt x="1514094" y="450088"/>
                    </a:lnTo>
                    <a:lnTo>
                      <a:pt x="1548384" y="405765"/>
                    </a:lnTo>
                    <a:close/>
                  </a:path>
                  <a:path w="2138679" h="906145">
                    <a:moveTo>
                      <a:pt x="1695958" y="519811"/>
                    </a:moveTo>
                    <a:lnTo>
                      <a:pt x="1651508" y="485394"/>
                    </a:lnTo>
                    <a:lnTo>
                      <a:pt x="1617218" y="529717"/>
                    </a:lnTo>
                    <a:lnTo>
                      <a:pt x="1661795" y="564007"/>
                    </a:lnTo>
                    <a:lnTo>
                      <a:pt x="1695958" y="519811"/>
                    </a:lnTo>
                    <a:close/>
                  </a:path>
                  <a:path w="2138679" h="906145">
                    <a:moveTo>
                      <a:pt x="1843405" y="633603"/>
                    </a:moveTo>
                    <a:lnTo>
                      <a:pt x="1799082" y="599440"/>
                    </a:lnTo>
                    <a:lnTo>
                      <a:pt x="1764792" y="643763"/>
                    </a:lnTo>
                    <a:lnTo>
                      <a:pt x="1809115" y="677926"/>
                    </a:lnTo>
                    <a:lnTo>
                      <a:pt x="1843405" y="633603"/>
                    </a:lnTo>
                    <a:close/>
                  </a:path>
                  <a:path w="2138679" h="906145">
                    <a:moveTo>
                      <a:pt x="1990979" y="747649"/>
                    </a:moveTo>
                    <a:lnTo>
                      <a:pt x="1946656" y="713486"/>
                    </a:lnTo>
                    <a:lnTo>
                      <a:pt x="1912493" y="757682"/>
                    </a:lnTo>
                    <a:lnTo>
                      <a:pt x="1956689" y="791972"/>
                    </a:lnTo>
                    <a:lnTo>
                      <a:pt x="1990979" y="747649"/>
                    </a:lnTo>
                    <a:close/>
                  </a:path>
                  <a:path w="2138679" h="906145">
                    <a:moveTo>
                      <a:pt x="2138553" y="861695"/>
                    </a:moveTo>
                    <a:lnTo>
                      <a:pt x="2094103" y="827278"/>
                    </a:lnTo>
                    <a:lnTo>
                      <a:pt x="2059813" y="871601"/>
                    </a:lnTo>
                    <a:lnTo>
                      <a:pt x="2104390" y="906018"/>
                    </a:lnTo>
                    <a:lnTo>
                      <a:pt x="2138553" y="86169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7">
                <a:extLst>
                  <a:ext uri="{FF2B5EF4-FFF2-40B4-BE49-F238E27FC236}">
                    <a16:creationId xmlns:a16="http://schemas.microsoft.com/office/drawing/2014/main" id="{63BF0A94-A55E-D3BD-6D4A-DAC5B1B4F599}"/>
                  </a:ext>
                </a:extLst>
              </p:cNvPr>
              <p:cNvSpPr/>
              <p:nvPr/>
            </p:nvSpPr>
            <p:spPr>
              <a:xfrm>
                <a:off x="2800350" y="5014848"/>
                <a:ext cx="704850" cy="410209"/>
              </a:xfrm>
              <a:custGeom>
                <a:avLst/>
                <a:gdLst/>
                <a:ahLst/>
                <a:cxnLst/>
                <a:rect l="l" t="t" r="r" b="b"/>
                <a:pathLst>
                  <a:path w="704850" h="410210">
                    <a:moveTo>
                      <a:pt x="0" y="0"/>
                    </a:moveTo>
                    <a:lnTo>
                      <a:pt x="704850" y="409701"/>
                    </a:lnTo>
                  </a:path>
                </a:pathLst>
              </a:custGeom>
              <a:ln w="1904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7" name="object 49">
              <a:extLst>
                <a:ext uri="{FF2B5EF4-FFF2-40B4-BE49-F238E27FC236}">
                  <a16:creationId xmlns:a16="http://schemas.microsoft.com/office/drawing/2014/main" id="{8B25BBC4-CF37-B9D2-9EAC-8F9D92AB9C67}"/>
                </a:ext>
              </a:extLst>
            </p:cNvPr>
            <p:cNvSpPr txBox="1"/>
            <p:nvPr/>
          </p:nvSpPr>
          <p:spPr>
            <a:xfrm>
              <a:off x="4280925" y="2894519"/>
              <a:ext cx="402590" cy="28212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2130"/>
                </a:lnSpc>
                <a:spcBef>
                  <a:spcPts val="100"/>
                </a:spcBef>
              </a:pPr>
              <a:r>
                <a:rPr sz="2000" spc="-25" dirty="0">
                  <a:latin typeface="Arial"/>
                  <a:cs typeface="Arial"/>
                </a:rPr>
                <a:t>1d</a:t>
              </a:r>
              <a:endParaRPr sz="2000" dirty="0">
                <a:latin typeface="Arial"/>
                <a:cs typeface="Arial"/>
              </a:endParaRPr>
            </a:p>
          </p:txBody>
        </p:sp>
        <p:sp>
          <p:nvSpPr>
            <p:cNvPr id="51" name="object 50">
              <a:extLst>
                <a:ext uri="{FF2B5EF4-FFF2-40B4-BE49-F238E27FC236}">
                  <a16:creationId xmlns:a16="http://schemas.microsoft.com/office/drawing/2014/main" id="{950F31FB-CD43-1C15-0624-242A0DE40310}"/>
                </a:ext>
              </a:extLst>
            </p:cNvPr>
            <p:cNvSpPr txBox="1"/>
            <p:nvPr/>
          </p:nvSpPr>
          <p:spPr>
            <a:xfrm>
              <a:off x="8361053" y="2209582"/>
              <a:ext cx="385445" cy="4533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sz="1400" b="1" spc="-25" dirty="0">
                  <a:latin typeface="Kaiti SC Black"/>
                  <a:cs typeface="Kaiti SC Black"/>
                </a:rPr>
                <a:t>其他网络</a:t>
              </a:r>
              <a:endParaRPr sz="1400">
                <a:latin typeface="Kaiti SC Black"/>
                <a:cs typeface="Kaiti SC Black"/>
              </a:endParaRPr>
            </a:p>
          </p:txBody>
        </p:sp>
        <p:sp>
          <p:nvSpPr>
            <p:cNvPr id="52" name="object 51">
              <a:extLst>
                <a:ext uri="{FF2B5EF4-FFF2-40B4-BE49-F238E27FC236}">
                  <a16:creationId xmlns:a16="http://schemas.microsoft.com/office/drawing/2014/main" id="{F24525FB-07C1-EF76-E377-27F44A65A5BC}"/>
                </a:ext>
              </a:extLst>
            </p:cNvPr>
            <p:cNvSpPr txBox="1"/>
            <p:nvPr/>
          </p:nvSpPr>
          <p:spPr>
            <a:xfrm>
              <a:off x="1037573" y="2504680"/>
              <a:ext cx="385445" cy="4533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b="1" spc="-25" dirty="0">
                  <a:latin typeface="Kaiti SC Black"/>
                  <a:cs typeface="Kaiti SC Black"/>
                </a:rPr>
                <a:t>其他</a:t>
              </a:r>
              <a:endParaRPr sz="1400">
                <a:latin typeface="Kaiti SC Black"/>
                <a:cs typeface="Kaiti SC Black"/>
              </a:endParaRPr>
            </a:p>
            <a:p>
              <a:pPr marL="12700">
                <a:lnSpc>
                  <a:spcPct val="100000"/>
                </a:lnSpc>
                <a:spcBef>
                  <a:spcPts val="5"/>
                </a:spcBef>
              </a:pPr>
              <a:r>
                <a:rPr sz="1400" b="1" spc="-25" dirty="0">
                  <a:latin typeface="Kaiti SC Black"/>
                  <a:cs typeface="Kaiti SC Black"/>
                </a:rPr>
                <a:t>网络</a:t>
              </a:r>
              <a:endParaRPr sz="1400">
                <a:latin typeface="Kaiti SC Black"/>
                <a:cs typeface="Kaiti SC Black"/>
              </a:endParaRPr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96E3851E-44F3-B36E-1FD8-A9C737C0390D}"/>
              </a:ext>
            </a:extLst>
          </p:cNvPr>
          <p:cNvSpPr txBox="1"/>
          <p:nvPr/>
        </p:nvSpPr>
        <p:spPr>
          <a:xfrm>
            <a:off x="4215161" y="446048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90301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CC099-A209-10E8-DB01-A35AF935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364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76AA8-BF24-FC97-F2C6-7CE908F9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8964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BADCC-F141-EC07-8D14-88D63499B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6419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F8492-9686-DF30-AF6B-8E53A935D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5957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BAD93-C6DB-CF13-0772-8AF4F31E3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9568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A7C65-E2E5-F1BE-2AFB-0952E11C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560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7811</TotalTime>
  <Words>3256</Words>
  <Application>Microsoft Macintosh PowerPoint</Application>
  <PresentationFormat>宽屏</PresentationFormat>
  <Paragraphs>965</Paragraphs>
  <Slides>57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等线</vt:lpstr>
      <vt:lpstr>等线 Light</vt:lpstr>
      <vt:lpstr>Microsoft YaHei</vt:lpstr>
      <vt:lpstr>Kaiti SC Black</vt:lpstr>
      <vt:lpstr>Lantinghei SC Extralight</vt:lpstr>
      <vt:lpstr>Lantinghei SC Heavy</vt:lpstr>
      <vt:lpstr>Wawati SC</vt:lpstr>
      <vt:lpstr>ヒラギノ明朝 ProN W3</vt:lpstr>
      <vt:lpstr>Arial</vt:lpstr>
      <vt:lpstr>Comic Sans MS</vt:lpstr>
      <vt:lpstr>Times New Roman</vt:lpstr>
      <vt:lpstr>Verdana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IPv6数据报格式</vt:lpstr>
      <vt:lpstr>隧道（tunneling）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飞 郭</dc:creator>
  <cp:lastModifiedBy>飞 郭</cp:lastModifiedBy>
  <cp:revision>580</cp:revision>
  <dcterms:created xsi:type="dcterms:W3CDTF">2025-03-15T07:41:15Z</dcterms:created>
  <dcterms:modified xsi:type="dcterms:W3CDTF">2026-08-16T11:36:54Z</dcterms:modified>
</cp:coreProperties>
</file>