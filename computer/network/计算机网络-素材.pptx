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99" r:id="rId2"/>
    <p:sldId id="296" r:id="rId3"/>
    <p:sldId id="300" r:id="rId4"/>
    <p:sldId id="294" r:id="rId5"/>
    <p:sldId id="301" r:id="rId6"/>
    <p:sldId id="302" r:id="rId7"/>
    <p:sldId id="303" r:id="rId8"/>
    <p:sldId id="256" r:id="rId9"/>
    <p:sldId id="257" r:id="rId10"/>
    <p:sldId id="259" r:id="rId11"/>
    <p:sldId id="258" r:id="rId12"/>
    <p:sldId id="261" r:id="rId13"/>
    <p:sldId id="262" r:id="rId14"/>
    <p:sldId id="298" r:id="rId15"/>
    <p:sldId id="263" r:id="rId16"/>
    <p:sldId id="264" r:id="rId17"/>
    <p:sldId id="265" r:id="rId18"/>
    <p:sldId id="278" r:id="rId19"/>
    <p:sldId id="266" r:id="rId20"/>
    <p:sldId id="268" r:id="rId21"/>
    <p:sldId id="274" r:id="rId22"/>
    <p:sldId id="275" r:id="rId23"/>
    <p:sldId id="276" r:id="rId24"/>
    <p:sldId id="260" r:id="rId25"/>
    <p:sldId id="277" r:id="rId26"/>
    <p:sldId id="279" r:id="rId27"/>
    <p:sldId id="280" r:id="rId28"/>
    <p:sldId id="271" r:id="rId29"/>
    <p:sldId id="283" r:id="rId30"/>
    <p:sldId id="287" r:id="rId31"/>
    <p:sldId id="272" r:id="rId32"/>
    <p:sldId id="288" r:id="rId33"/>
    <p:sldId id="289" r:id="rId34"/>
    <p:sldId id="290" r:id="rId35"/>
    <p:sldId id="291" r:id="rId36"/>
    <p:sldId id="292" r:id="rId37"/>
    <p:sldId id="293" r:id="rId38"/>
    <p:sldId id="273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303"/>
          </p14:sldIdLst>
        </p14:section>
        <p14:section name="应用层" id="{8392AB2B-69A4-B041-A122-AA23147265B0}">
          <p14:sldIdLst>
            <p14:sldId id="256"/>
            <p14:sldId id="257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93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FF9A"/>
    <a:srgbClr val="7CFDFF"/>
    <a:srgbClr val="CEFDFF"/>
    <a:srgbClr val="E6F7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30"/>
    <p:restoredTop sz="94726"/>
  </p:normalViewPr>
  <p:slideViewPr>
    <p:cSldViewPr snapToGrid="0">
      <p:cViewPr varScale="1">
        <p:scale>
          <a:sx n="89" d="100"/>
          <a:sy n="89" d="100"/>
        </p:scale>
        <p:origin x="200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15C8E55-C3CA-1242-8AA0-9FD8482C6705}" type="doc">
      <dgm:prSet loTypeId="urn:microsoft.com/office/officeart/2005/8/layout/vList5" loCatId="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zh-CN" altLang="en-US"/>
        </a:p>
      </dgm:t>
    </dgm:pt>
    <dgm:pt modelId="{B4448611-52F4-784B-AC10-CC437D991EAD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zh-CN"/>
            <a:t>Rdt1.0</a:t>
          </a:r>
          <a:endParaRPr lang="zh-CN" altLang="en-US" dirty="0"/>
        </a:p>
      </dgm:t>
    </dgm:pt>
    <dgm:pt modelId="{DF0C03E7-D710-9E49-B8A8-ADFBDA6DECE0}" type="par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18D1055E-108E-F646-88E0-7B6DA190B838}" type="sib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DB239E82-8A57-524E-B6EC-48910694DE88}">
      <dgm:prSet/>
      <dgm:spPr/>
      <dgm:t>
        <a:bodyPr/>
        <a:lstStyle/>
        <a:p>
          <a:r>
            <a:rPr kumimoji="1" lang="en-US" altLang="zh-CN"/>
            <a:t>Rdt2.0</a:t>
          </a:r>
          <a:endParaRPr kumimoji="1" lang="en-US" altLang="zh-CN" dirty="0"/>
        </a:p>
      </dgm:t>
    </dgm:pt>
    <dgm:pt modelId="{1D9ABAA7-60F4-8747-81D4-AE0CD14B5D6D}" type="par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886769B6-15E9-134B-9457-67CB67BB7126}" type="sib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A2D9BF8D-8481-7342-BF84-BD378BC3F280}">
      <dgm:prSet/>
      <dgm:spPr/>
      <dgm:t>
        <a:bodyPr/>
        <a:lstStyle/>
        <a:p>
          <a:r>
            <a:rPr kumimoji="1" lang="en-US" altLang="zh-CN"/>
            <a:t>Rdt2.1</a:t>
          </a:r>
          <a:endParaRPr kumimoji="1" lang="en-US" altLang="zh-CN" dirty="0"/>
        </a:p>
      </dgm:t>
    </dgm:pt>
    <dgm:pt modelId="{D1B5E217-B486-2646-A1AD-AB50215A1F31}" type="par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F8B24830-FF03-1044-AB48-820097E50A96}" type="sib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433571F6-4547-194C-A570-5DD123BA6D00}">
      <dgm:prSet/>
      <dgm:spPr/>
      <dgm:t>
        <a:bodyPr/>
        <a:lstStyle/>
        <a:p>
          <a:r>
            <a:rPr kumimoji="1" lang="en-US" altLang="zh-CN"/>
            <a:t>Rdt2.2</a:t>
          </a:r>
          <a:endParaRPr kumimoji="1" lang="en-US" altLang="zh-CN" dirty="0"/>
        </a:p>
      </dgm:t>
    </dgm:pt>
    <dgm:pt modelId="{710395A7-A10A-A64A-AEEB-1395E23BAE3C}" type="par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8846A320-C05F-BB4C-BAD7-33B605B7C5A9}" type="sib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C793FBE2-B6FF-0349-AEAD-94325FA66AAD}">
      <dgm:prSet/>
      <dgm:spPr/>
      <dgm:t>
        <a:bodyPr/>
        <a:lstStyle/>
        <a:p>
          <a:r>
            <a:rPr kumimoji="1" lang="en-US" altLang="zh-CN"/>
            <a:t>Rdt3.0</a:t>
          </a:r>
          <a:endParaRPr kumimoji="1" lang="en-US" altLang="zh-CN" dirty="0"/>
        </a:p>
      </dgm:t>
    </dgm:pt>
    <dgm:pt modelId="{02278D8F-5995-B64C-9643-989311EE9604}" type="par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6CD39A62-D3EE-454E-896A-B8EEF22C9945}" type="sib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2CEE29C6-BD3A-9545-B4E1-12F83CCCD885}">
      <dgm:prSet/>
      <dgm:spPr/>
      <dgm:t>
        <a:bodyPr/>
        <a:lstStyle/>
        <a:p>
          <a:r>
            <a:rPr kumimoji="1" lang="zh-CN" altLang="en-US" dirty="0"/>
            <a:t>流水线机制</a:t>
          </a:r>
          <a:endParaRPr kumimoji="1" lang="en-US" altLang="zh-CN" dirty="0"/>
        </a:p>
      </dgm:t>
    </dgm:pt>
    <dgm:pt modelId="{F938BE3A-902E-544F-8916-992BB929ECEF}" type="par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A3841C91-8933-584D-9756-6B8DC6159001}" type="sib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FFD8D86A-61B5-E944-9A01-A9B4B32EAEDC}">
      <dgm:prSet/>
      <dgm:spPr/>
      <dgm:t>
        <a:bodyPr/>
        <a:lstStyle/>
        <a:p>
          <a:r>
            <a:rPr kumimoji="1" lang="en-US" altLang="zh-CN"/>
            <a:t>GBN</a:t>
          </a:r>
          <a:endParaRPr kumimoji="1" lang="en-US" altLang="zh-CN" dirty="0"/>
        </a:p>
      </dgm:t>
    </dgm:pt>
    <dgm:pt modelId="{98B2B360-22F4-4F4B-B241-728BE1AEC86F}" type="par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9BA24B39-9443-D440-AD34-4DFB07D29137}" type="sib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13346B4A-011E-8C4C-B779-860DB94F7E25}">
      <dgm:prSet/>
      <dgm:spPr/>
      <dgm:t>
        <a:bodyPr/>
        <a:lstStyle/>
        <a:p>
          <a:r>
            <a:rPr kumimoji="1" lang="en-US" altLang="zh-CN"/>
            <a:t>SR</a:t>
          </a:r>
          <a:endParaRPr kumimoji="1" lang="zh-CN" altLang="en-US" dirty="0"/>
        </a:p>
      </dgm:t>
    </dgm:pt>
    <dgm:pt modelId="{649AD0C2-D985-9848-A058-BD65F0459522}" type="par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79D9209E-D501-7742-BECC-EAB6954B2D23}" type="sib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D61F5E61-266F-094D-BC7D-744D6DD8B234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lang="zh-CN" altLang="en-US" dirty="0"/>
            <a:t>假设信道绝对可靠</a:t>
          </a:r>
        </a:p>
      </dgm:t>
    </dgm:pt>
    <dgm:pt modelId="{D51DC251-0B68-A644-A58A-F69A23A4E5DC}" type="par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35FD1409-92D0-5B46-AAB4-B688096F1DDB}" type="sib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A5E79F02-9236-6849-BB95-C083001AE84E}">
      <dgm:prSet/>
      <dgm:spPr/>
      <dgm:t>
        <a:bodyPr/>
        <a:lstStyle/>
        <a:p>
          <a:r>
            <a:rPr kumimoji="1" lang="zh-CN" altLang="en-US"/>
            <a:t>比特可能破坏</a:t>
          </a:r>
          <a:endParaRPr kumimoji="1" lang="en-US" altLang="zh-CN" dirty="0"/>
        </a:p>
      </dgm:t>
    </dgm:pt>
    <dgm:pt modelId="{88A5248C-3CAB-BE40-8CBA-029A0269B1E7}" type="par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0E04E26-89BF-6244-B9FC-110C5F675B5F}" type="sib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E61C10D-13E2-004B-BF28-694217B02B2F}">
      <dgm:prSet/>
      <dgm:spPr/>
      <dgm:t>
        <a:bodyPr/>
        <a:lstStyle/>
        <a:p>
          <a:r>
            <a:rPr kumimoji="1" lang="zh-CN" altLang="en-US"/>
            <a:t>新机制： </a:t>
          </a:r>
          <a:r>
            <a:rPr kumimoji="1" lang="en-US" altLang="zh-CN"/>
            <a:t>checksum</a:t>
          </a:r>
          <a:r>
            <a:rPr kumimoji="1" lang="zh-CN" altLang="en-US"/>
            <a:t>、</a:t>
          </a:r>
          <a:r>
            <a:rPr kumimoji="1" lang="en-US" altLang="zh-CN"/>
            <a:t>ACK</a:t>
          </a:r>
          <a:r>
            <a:rPr kumimoji="1" lang="zh-CN" altLang="en-US"/>
            <a:t>、</a:t>
          </a:r>
          <a:r>
            <a:rPr kumimoji="1" lang="en-US" altLang="zh-CN"/>
            <a:t>NAK</a:t>
          </a:r>
          <a:r>
            <a:rPr kumimoji="1" lang="zh-CN" altLang="en-US"/>
            <a:t>、重传</a:t>
          </a:r>
          <a:endParaRPr kumimoji="1" lang="en-US" altLang="zh-CN" dirty="0"/>
        </a:p>
      </dgm:t>
    </dgm:pt>
    <dgm:pt modelId="{F4581455-5280-F54E-BD3D-5571B763EF11}" type="par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7D79AEF9-49FD-0F41-936D-0728A0FF0A36}" type="sib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54683989-3110-854F-B178-6CDD64F2C7B0}">
      <dgm:prSet/>
      <dgm:spPr/>
      <dgm:t>
        <a:bodyPr/>
        <a:lstStyle/>
        <a:p>
          <a:r>
            <a:rPr kumimoji="1" lang="en-US" altLang="zh-CN"/>
            <a:t>ACK/NAK</a:t>
          </a:r>
          <a:r>
            <a:rPr kumimoji="1" lang="zh-CN" altLang="en-US"/>
            <a:t>可能破坏</a:t>
          </a:r>
          <a:endParaRPr kumimoji="1" lang="en-US" altLang="zh-CN" dirty="0"/>
        </a:p>
      </dgm:t>
    </dgm:pt>
    <dgm:pt modelId="{8260BD68-4A47-E344-A00F-AC7DA8FAA566}" type="par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381B4805-33AA-E149-8D0C-3F5E0F2CE698}" type="sib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9D9F4FCF-DE1A-9447-9045-E362189D8898}">
      <dgm:prSet/>
      <dgm:spPr/>
      <dgm:t>
        <a:bodyPr/>
        <a:lstStyle/>
        <a:p>
          <a:r>
            <a:rPr kumimoji="1" lang="zh-CN" altLang="en-US"/>
            <a:t>新机制：序号  </a:t>
          </a:r>
          <a:r>
            <a:rPr kumimoji="1" lang="en-US" altLang="zh-CN"/>
            <a:t>0/1</a:t>
          </a:r>
          <a:endParaRPr kumimoji="1" lang="en-US" altLang="zh-CN" dirty="0"/>
        </a:p>
      </dgm:t>
    </dgm:pt>
    <dgm:pt modelId="{F8E353DD-BC1F-8840-9E99-36B79BE8F357}" type="par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8AA3BA6A-5CE2-AA4D-A71D-F31F76C3C9A3}" type="sib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E09EEC68-31C5-1F4B-9F08-5CD308A07C36}">
      <dgm:prSet/>
      <dgm:spPr/>
      <dgm:t>
        <a:bodyPr/>
        <a:lstStyle/>
        <a:p>
          <a:r>
            <a:rPr kumimoji="1" lang="zh-CN" altLang="en-US"/>
            <a:t>去掉 </a:t>
          </a:r>
          <a:r>
            <a:rPr kumimoji="1" lang="en-US" altLang="zh-CN"/>
            <a:t>NAK</a:t>
          </a:r>
          <a:endParaRPr kumimoji="1" lang="en-US" altLang="zh-CN" dirty="0"/>
        </a:p>
      </dgm:t>
    </dgm:pt>
    <dgm:pt modelId="{16F45887-6A89-E446-BBD2-88D72214E3B1}" type="par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67437889-1A15-854D-8CB0-D2A297A0AC66}" type="sib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2B47B15E-0A8F-CC45-A623-56E863873782}">
      <dgm:prSet/>
      <dgm:spPr/>
      <dgm:t>
        <a:bodyPr/>
        <a:lstStyle/>
        <a:p>
          <a:r>
            <a:rPr kumimoji="1" lang="zh-CN" altLang="en-US"/>
            <a:t>可能比特错误、分组丢失、</a:t>
          </a:r>
          <a:r>
            <a:rPr kumimoji="1" lang="en-US" altLang="zh-CN"/>
            <a:t>ACK</a:t>
          </a:r>
          <a:r>
            <a:rPr kumimoji="1" lang="zh-CN" altLang="en-US"/>
            <a:t>丢失</a:t>
          </a:r>
          <a:endParaRPr kumimoji="1" lang="en-US" altLang="zh-CN" dirty="0"/>
        </a:p>
      </dgm:t>
    </dgm:pt>
    <dgm:pt modelId="{F534D795-75B6-DF42-9ACA-51F266623FF6}" type="par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00846E52-28DF-4444-B865-3C2249129F8F}" type="sib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6F9490EF-FF70-2B4C-AAA6-522C0C4644B7}">
      <dgm:prSet/>
      <dgm:spPr/>
      <dgm:t>
        <a:bodyPr/>
        <a:lstStyle/>
        <a:p>
          <a:r>
            <a:rPr kumimoji="1" lang="zh-CN" altLang="en-US"/>
            <a:t>新机制：定时器</a:t>
          </a:r>
          <a:endParaRPr kumimoji="1" lang="en-US" altLang="zh-CN" dirty="0"/>
        </a:p>
      </dgm:t>
    </dgm:pt>
    <dgm:pt modelId="{CD18BA49-027A-CD47-89A6-22EEDB858DCE}" type="par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42593F4C-9E18-4044-A35E-92EF909F66CA}" type="sib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02E6B95B-51AF-C344-B248-F5AF042BCCC6}">
      <dgm:prSet/>
      <dgm:spPr/>
      <dgm:t>
        <a:bodyPr/>
        <a:lstStyle/>
        <a:p>
          <a:r>
            <a:rPr kumimoji="1" lang="zh-CN" altLang="en-US"/>
            <a:t>解决性能问题</a:t>
          </a:r>
          <a:endParaRPr kumimoji="1" lang="en-US" altLang="zh-CN" dirty="0"/>
        </a:p>
      </dgm:t>
    </dgm:pt>
    <dgm:pt modelId="{2E8D913A-14F9-484E-BDB1-32C08020A824}" type="par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A1C9843D-07AD-9341-A3A1-D63D1D89922C}" type="sib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33F1DCB2-C3FA-C141-BE92-7FED1E4D7200}">
      <dgm:prSet/>
      <dgm:spPr/>
      <dgm:t>
        <a:bodyPr/>
        <a:lstStyle/>
        <a:p>
          <a:r>
            <a:rPr kumimoji="1" lang="zh-CN" altLang="en-US"/>
            <a:t>更大的序号范围、同时传输</a:t>
          </a:r>
          <a:endParaRPr kumimoji="1" lang="en-US" altLang="zh-CN" dirty="0"/>
        </a:p>
      </dgm:t>
    </dgm:pt>
    <dgm:pt modelId="{7D562410-C87B-3C46-8B51-A8F79404DFD9}" type="par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F06D49B8-215D-9940-8C8B-C7FF2C0526E1}" type="sib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06A19EB0-0A90-AB48-8BBF-85E170316264}">
      <dgm:prSet/>
      <dgm:spPr/>
      <dgm:t>
        <a:bodyPr/>
        <a:lstStyle/>
        <a:p>
          <a:r>
            <a:rPr kumimoji="1" lang="zh-CN" altLang="en-US"/>
            <a:t>定时器、超时最大重传</a:t>
          </a:r>
          <a:endParaRPr kumimoji="1" lang="en-US" altLang="zh-CN" dirty="0"/>
        </a:p>
      </dgm:t>
    </dgm:pt>
    <dgm:pt modelId="{481C70E4-15E3-684A-B64B-B104AB05E16D}" type="par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44E396B1-6F11-4947-9E3A-6BB9ABEA276B}" type="sib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982EED79-385C-7D4D-B1AC-3BF3CCA6A4AD}">
      <dgm:prSet/>
      <dgm:spPr/>
      <dgm:t>
        <a:bodyPr/>
        <a:lstStyle/>
        <a:p>
          <a:r>
            <a:rPr kumimoji="1" lang="zh-CN" altLang="en-US"/>
            <a:t>乱序缓存，重传没有 </a:t>
          </a:r>
          <a:r>
            <a:rPr kumimoji="1" lang="en-US" altLang="zh-CN"/>
            <a:t>ACK</a:t>
          </a:r>
          <a:r>
            <a:rPr kumimoji="1" lang="zh-CN" altLang="en-US"/>
            <a:t> 的分组</a:t>
          </a:r>
          <a:endParaRPr kumimoji="1" lang="zh-CN" altLang="en-US" dirty="0"/>
        </a:p>
      </dgm:t>
    </dgm:pt>
    <dgm:pt modelId="{6AB721EA-414C-5943-AA26-798583C27DAF}" type="par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FCE3918B-7B79-B048-B85A-489288C48CCD}" type="sib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3C3B6679-56EE-084F-AE17-FAB09EEC908A}" type="pres">
      <dgm:prSet presAssocID="{815C8E55-C3CA-1242-8AA0-9FD8482C6705}" presName="Name0" presStyleCnt="0">
        <dgm:presLayoutVars>
          <dgm:dir/>
          <dgm:animLvl val="lvl"/>
          <dgm:resizeHandles val="exact"/>
        </dgm:presLayoutVars>
      </dgm:prSet>
      <dgm:spPr/>
    </dgm:pt>
    <dgm:pt modelId="{A4327C20-2D57-D542-98A2-2BC9B6AFB9C7}" type="pres">
      <dgm:prSet presAssocID="{B4448611-52F4-784B-AC10-CC437D991EAD}" presName="linNode" presStyleCnt="0"/>
      <dgm:spPr/>
    </dgm:pt>
    <dgm:pt modelId="{58C1EB9D-E0CD-1F41-AC93-3959B32219F7}" type="pres">
      <dgm:prSet presAssocID="{B4448611-52F4-784B-AC10-CC437D991EAD}" presName="parentText" presStyleLbl="node1" presStyleIdx="0" presStyleCnt="8" custScaleX="65494">
        <dgm:presLayoutVars>
          <dgm:chMax val="1"/>
          <dgm:bulletEnabled val="1"/>
        </dgm:presLayoutVars>
      </dgm:prSet>
      <dgm:spPr/>
    </dgm:pt>
    <dgm:pt modelId="{EE3656E7-C0BD-C04A-92A9-6DA7C4B9A570}" type="pres">
      <dgm:prSet presAssocID="{B4448611-52F4-784B-AC10-CC437D991EAD}" presName="descendantText" presStyleLbl="alignAccFollowNode1" presStyleIdx="0" presStyleCnt="8">
        <dgm:presLayoutVars>
          <dgm:bulletEnabled val="1"/>
        </dgm:presLayoutVars>
      </dgm:prSet>
      <dgm:spPr/>
    </dgm:pt>
    <dgm:pt modelId="{3276AA1D-2E47-0C40-80A0-8F50B2600365}" type="pres">
      <dgm:prSet presAssocID="{18D1055E-108E-F646-88E0-7B6DA190B838}" presName="sp" presStyleCnt="0"/>
      <dgm:spPr/>
    </dgm:pt>
    <dgm:pt modelId="{AF8C2343-738C-9E40-814B-66A128139550}" type="pres">
      <dgm:prSet presAssocID="{DB239E82-8A57-524E-B6EC-48910694DE88}" presName="linNode" presStyleCnt="0"/>
      <dgm:spPr/>
    </dgm:pt>
    <dgm:pt modelId="{40F25143-7CAA-CB4E-8724-7EF3B73FAC33}" type="pres">
      <dgm:prSet presAssocID="{DB239E82-8A57-524E-B6EC-48910694DE88}" presName="parentText" presStyleLbl="node1" presStyleIdx="1" presStyleCnt="8" custScaleX="65494">
        <dgm:presLayoutVars>
          <dgm:chMax val="1"/>
          <dgm:bulletEnabled val="1"/>
        </dgm:presLayoutVars>
      </dgm:prSet>
      <dgm:spPr/>
    </dgm:pt>
    <dgm:pt modelId="{F5A13C93-B038-C94A-8A35-9571194A04B8}" type="pres">
      <dgm:prSet presAssocID="{DB239E82-8A57-524E-B6EC-48910694DE88}" presName="descendantText" presStyleLbl="alignAccFollowNode1" presStyleIdx="1" presStyleCnt="8">
        <dgm:presLayoutVars>
          <dgm:bulletEnabled val="1"/>
        </dgm:presLayoutVars>
      </dgm:prSet>
      <dgm:spPr/>
    </dgm:pt>
    <dgm:pt modelId="{34EA05AC-3574-9A4E-A8A1-8D975E70B421}" type="pres">
      <dgm:prSet presAssocID="{886769B6-15E9-134B-9457-67CB67BB7126}" presName="sp" presStyleCnt="0"/>
      <dgm:spPr/>
    </dgm:pt>
    <dgm:pt modelId="{B43CC164-E301-FB40-9E45-41B9248D84FE}" type="pres">
      <dgm:prSet presAssocID="{A2D9BF8D-8481-7342-BF84-BD378BC3F280}" presName="linNode" presStyleCnt="0"/>
      <dgm:spPr/>
    </dgm:pt>
    <dgm:pt modelId="{1BF39104-885C-114A-9A74-8B87EE8F5EA6}" type="pres">
      <dgm:prSet presAssocID="{A2D9BF8D-8481-7342-BF84-BD378BC3F280}" presName="parentText" presStyleLbl="node1" presStyleIdx="2" presStyleCnt="8" custScaleX="65494">
        <dgm:presLayoutVars>
          <dgm:chMax val="1"/>
          <dgm:bulletEnabled val="1"/>
        </dgm:presLayoutVars>
      </dgm:prSet>
      <dgm:spPr/>
    </dgm:pt>
    <dgm:pt modelId="{20B9A1CA-FEE2-7C49-A222-C340763A4D88}" type="pres">
      <dgm:prSet presAssocID="{A2D9BF8D-8481-7342-BF84-BD378BC3F280}" presName="descendantText" presStyleLbl="alignAccFollowNode1" presStyleIdx="2" presStyleCnt="8">
        <dgm:presLayoutVars>
          <dgm:bulletEnabled val="1"/>
        </dgm:presLayoutVars>
      </dgm:prSet>
      <dgm:spPr/>
    </dgm:pt>
    <dgm:pt modelId="{AB3CC8EB-449F-EA43-BCEA-76CE59CB1151}" type="pres">
      <dgm:prSet presAssocID="{F8B24830-FF03-1044-AB48-820097E50A96}" presName="sp" presStyleCnt="0"/>
      <dgm:spPr/>
    </dgm:pt>
    <dgm:pt modelId="{21559C51-C1CE-354A-ACA3-2D2352F19783}" type="pres">
      <dgm:prSet presAssocID="{433571F6-4547-194C-A570-5DD123BA6D00}" presName="linNode" presStyleCnt="0"/>
      <dgm:spPr/>
    </dgm:pt>
    <dgm:pt modelId="{304BBA83-47CC-AE49-8EF1-8A27038218E7}" type="pres">
      <dgm:prSet presAssocID="{433571F6-4547-194C-A570-5DD123BA6D00}" presName="parentText" presStyleLbl="node1" presStyleIdx="3" presStyleCnt="8" custScaleX="65494">
        <dgm:presLayoutVars>
          <dgm:chMax val="1"/>
          <dgm:bulletEnabled val="1"/>
        </dgm:presLayoutVars>
      </dgm:prSet>
      <dgm:spPr/>
    </dgm:pt>
    <dgm:pt modelId="{B7D2C7A7-F6AD-544A-AA95-EF9A39FB52BA}" type="pres">
      <dgm:prSet presAssocID="{433571F6-4547-194C-A570-5DD123BA6D00}" presName="descendantText" presStyleLbl="alignAccFollowNode1" presStyleIdx="3" presStyleCnt="8">
        <dgm:presLayoutVars>
          <dgm:bulletEnabled val="1"/>
        </dgm:presLayoutVars>
      </dgm:prSet>
      <dgm:spPr/>
    </dgm:pt>
    <dgm:pt modelId="{56FEDC13-1E67-8246-847A-55B2F21DA9F4}" type="pres">
      <dgm:prSet presAssocID="{8846A320-C05F-BB4C-BAD7-33B605B7C5A9}" presName="sp" presStyleCnt="0"/>
      <dgm:spPr/>
    </dgm:pt>
    <dgm:pt modelId="{19D1856F-94E6-3943-9578-104957336B1B}" type="pres">
      <dgm:prSet presAssocID="{C793FBE2-B6FF-0349-AEAD-94325FA66AAD}" presName="linNode" presStyleCnt="0"/>
      <dgm:spPr/>
    </dgm:pt>
    <dgm:pt modelId="{464250CD-F7F9-B841-86AC-37FD6580F194}" type="pres">
      <dgm:prSet presAssocID="{C793FBE2-B6FF-0349-AEAD-94325FA66AAD}" presName="parentText" presStyleLbl="node1" presStyleIdx="4" presStyleCnt="8" custScaleX="65494">
        <dgm:presLayoutVars>
          <dgm:chMax val="1"/>
          <dgm:bulletEnabled val="1"/>
        </dgm:presLayoutVars>
      </dgm:prSet>
      <dgm:spPr/>
    </dgm:pt>
    <dgm:pt modelId="{FBD77F3B-156E-C04F-A19D-CC94911A063D}" type="pres">
      <dgm:prSet presAssocID="{C793FBE2-B6FF-0349-AEAD-94325FA66AAD}" presName="descendantText" presStyleLbl="alignAccFollowNode1" presStyleIdx="4" presStyleCnt="8">
        <dgm:presLayoutVars>
          <dgm:bulletEnabled val="1"/>
        </dgm:presLayoutVars>
      </dgm:prSet>
      <dgm:spPr/>
    </dgm:pt>
    <dgm:pt modelId="{344FC6E7-34EB-C749-ADD0-4ED9751AB50A}" type="pres">
      <dgm:prSet presAssocID="{6CD39A62-D3EE-454E-896A-B8EEF22C9945}" presName="sp" presStyleCnt="0"/>
      <dgm:spPr/>
    </dgm:pt>
    <dgm:pt modelId="{79DFD938-8ABC-6F4F-8047-CBFB108E498F}" type="pres">
      <dgm:prSet presAssocID="{2CEE29C6-BD3A-9545-B4E1-12F83CCCD885}" presName="linNode" presStyleCnt="0"/>
      <dgm:spPr/>
    </dgm:pt>
    <dgm:pt modelId="{96EB242C-BAE2-E949-8277-E01540774F28}" type="pres">
      <dgm:prSet presAssocID="{2CEE29C6-BD3A-9545-B4E1-12F83CCCD885}" presName="parentText" presStyleLbl="node1" presStyleIdx="5" presStyleCnt="8" custScaleX="65494">
        <dgm:presLayoutVars>
          <dgm:chMax val="1"/>
          <dgm:bulletEnabled val="1"/>
        </dgm:presLayoutVars>
      </dgm:prSet>
      <dgm:spPr/>
    </dgm:pt>
    <dgm:pt modelId="{BE6970C7-E91D-7B47-A90E-0CB05EF8E906}" type="pres">
      <dgm:prSet presAssocID="{2CEE29C6-BD3A-9545-B4E1-12F83CCCD885}" presName="descendantText" presStyleLbl="alignAccFollowNode1" presStyleIdx="5" presStyleCnt="8">
        <dgm:presLayoutVars>
          <dgm:bulletEnabled val="1"/>
        </dgm:presLayoutVars>
      </dgm:prSet>
      <dgm:spPr/>
    </dgm:pt>
    <dgm:pt modelId="{51FB6591-931E-CD44-B144-F7237E47B301}" type="pres">
      <dgm:prSet presAssocID="{A3841C91-8933-584D-9756-6B8DC6159001}" presName="sp" presStyleCnt="0"/>
      <dgm:spPr/>
    </dgm:pt>
    <dgm:pt modelId="{B1F1916F-2FFC-114A-BC1F-5C7971DE5B40}" type="pres">
      <dgm:prSet presAssocID="{FFD8D86A-61B5-E944-9A01-A9B4B32EAEDC}" presName="linNode" presStyleCnt="0"/>
      <dgm:spPr/>
    </dgm:pt>
    <dgm:pt modelId="{5D9B95F4-558C-7B4A-B75A-BF48638CBE8F}" type="pres">
      <dgm:prSet presAssocID="{FFD8D86A-61B5-E944-9A01-A9B4B32EAEDC}" presName="parentText" presStyleLbl="node1" presStyleIdx="6" presStyleCnt="8" custScaleX="65494">
        <dgm:presLayoutVars>
          <dgm:chMax val="1"/>
          <dgm:bulletEnabled val="1"/>
        </dgm:presLayoutVars>
      </dgm:prSet>
      <dgm:spPr/>
    </dgm:pt>
    <dgm:pt modelId="{2D2EEAAF-67AC-1A4E-A50E-A10169B0DE23}" type="pres">
      <dgm:prSet presAssocID="{FFD8D86A-61B5-E944-9A01-A9B4B32EAEDC}" presName="descendantText" presStyleLbl="alignAccFollowNode1" presStyleIdx="6" presStyleCnt="8">
        <dgm:presLayoutVars>
          <dgm:bulletEnabled val="1"/>
        </dgm:presLayoutVars>
      </dgm:prSet>
      <dgm:spPr/>
    </dgm:pt>
    <dgm:pt modelId="{B6B3F644-E569-C449-BA18-911F4D519BF1}" type="pres">
      <dgm:prSet presAssocID="{9BA24B39-9443-D440-AD34-4DFB07D29137}" presName="sp" presStyleCnt="0"/>
      <dgm:spPr/>
    </dgm:pt>
    <dgm:pt modelId="{204F2A57-7814-B04B-B882-BFEE24E5B43D}" type="pres">
      <dgm:prSet presAssocID="{13346B4A-011E-8C4C-B779-860DB94F7E25}" presName="linNode" presStyleCnt="0"/>
      <dgm:spPr/>
    </dgm:pt>
    <dgm:pt modelId="{49C1234B-E7A1-8743-B60F-8331E923F5D3}" type="pres">
      <dgm:prSet presAssocID="{13346B4A-011E-8C4C-B779-860DB94F7E25}" presName="parentText" presStyleLbl="node1" presStyleIdx="7" presStyleCnt="8" custScaleX="65494">
        <dgm:presLayoutVars>
          <dgm:chMax val="1"/>
          <dgm:bulletEnabled val="1"/>
        </dgm:presLayoutVars>
      </dgm:prSet>
      <dgm:spPr/>
    </dgm:pt>
    <dgm:pt modelId="{5E2466FC-A7AE-324B-8147-78E22DDB7B19}" type="pres">
      <dgm:prSet presAssocID="{13346B4A-011E-8C4C-B779-860DB94F7E25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4B7C0404-3FA4-1D4E-A58B-841EC8A96759}" type="presOf" srcId="{2B47B15E-0A8F-CC45-A623-56E863873782}" destId="{FBD77F3B-156E-C04F-A19D-CC94911A063D}" srcOrd="0" destOrd="0" presId="urn:microsoft.com/office/officeart/2005/8/layout/vList5"/>
    <dgm:cxn modelId="{2A398E07-40CF-C642-A8E3-4FAA300173BF}" type="presOf" srcId="{E09EEC68-31C5-1F4B-9F08-5CD308A07C36}" destId="{B7D2C7A7-F6AD-544A-AA95-EF9A39FB52BA}" srcOrd="0" destOrd="0" presId="urn:microsoft.com/office/officeart/2005/8/layout/vList5"/>
    <dgm:cxn modelId="{1C517508-EB10-4D47-8A07-C574F08EB45C}" type="presOf" srcId="{982EED79-385C-7D4D-B1AC-3BF3CCA6A4AD}" destId="{5E2466FC-A7AE-324B-8147-78E22DDB7B19}" srcOrd="0" destOrd="0" presId="urn:microsoft.com/office/officeart/2005/8/layout/vList5"/>
    <dgm:cxn modelId="{6EF50109-56AF-6241-AE39-1FF799BC516C}" type="presOf" srcId="{13346B4A-011E-8C4C-B779-860DB94F7E25}" destId="{49C1234B-E7A1-8743-B60F-8331E923F5D3}" srcOrd="0" destOrd="0" presId="urn:microsoft.com/office/officeart/2005/8/layout/vList5"/>
    <dgm:cxn modelId="{5F07E90C-00DE-DE4D-8E19-EAE9BBDD606F}" type="presOf" srcId="{06A19EB0-0A90-AB48-8BBF-85E170316264}" destId="{2D2EEAAF-67AC-1A4E-A50E-A10169B0DE23}" srcOrd="0" destOrd="0" presId="urn:microsoft.com/office/officeart/2005/8/layout/vList5"/>
    <dgm:cxn modelId="{F9550914-AD2A-4440-9D89-DDC3D5A3A7B9}" srcId="{2CEE29C6-BD3A-9545-B4E1-12F83CCCD885}" destId="{02E6B95B-51AF-C344-B248-F5AF042BCCC6}" srcOrd="0" destOrd="0" parTransId="{2E8D913A-14F9-484E-BDB1-32C08020A824}" sibTransId="{A1C9843D-07AD-9341-A3A1-D63D1D89922C}"/>
    <dgm:cxn modelId="{64481915-8414-BF41-A221-B58E6618A78A}" type="presOf" srcId="{C793FBE2-B6FF-0349-AEAD-94325FA66AAD}" destId="{464250CD-F7F9-B841-86AC-37FD6580F194}" srcOrd="0" destOrd="0" presId="urn:microsoft.com/office/officeart/2005/8/layout/vList5"/>
    <dgm:cxn modelId="{B87AD547-798E-7D4E-A428-50CF34B30584}" type="presOf" srcId="{A5E79F02-9236-6849-BB95-C083001AE84E}" destId="{F5A13C93-B038-C94A-8A35-9571194A04B8}" srcOrd="0" destOrd="0" presId="urn:microsoft.com/office/officeart/2005/8/layout/vList5"/>
    <dgm:cxn modelId="{94D39F4A-70FC-E544-9627-A095DC6B57C8}" type="presOf" srcId="{815C8E55-C3CA-1242-8AA0-9FD8482C6705}" destId="{3C3B6679-56EE-084F-AE17-FAB09EEC908A}" srcOrd="0" destOrd="0" presId="urn:microsoft.com/office/officeart/2005/8/layout/vList5"/>
    <dgm:cxn modelId="{8C8D8B53-D68F-554F-BC1C-EFFD87424AC6}" srcId="{A2D9BF8D-8481-7342-BF84-BD378BC3F280}" destId="{9D9F4FCF-DE1A-9447-9045-E362189D8898}" srcOrd="1" destOrd="0" parTransId="{F8E353DD-BC1F-8840-9E99-36B79BE8F357}" sibTransId="{8AA3BA6A-5CE2-AA4D-A71D-F31F76C3C9A3}"/>
    <dgm:cxn modelId="{71ACA654-7F0E-0246-B892-DD14A8FB0BB7}" type="presOf" srcId="{DB239E82-8A57-524E-B6EC-48910694DE88}" destId="{40F25143-7CAA-CB4E-8724-7EF3B73FAC33}" srcOrd="0" destOrd="0" presId="urn:microsoft.com/office/officeart/2005/8/layout/vList5"/>
    <dgm:cxn modelId="{C034EB57-2FCE-064B-B308-DF63815F8635}" type="presOf" srcId="{FFD8D86A-61B5-E944-9A01-A9B4B32EAEDC}" destId="{5D9B95F4-558C-7B4A-B75A-BF48638CBE8F}" srcOrd="0" destOrd="0" presId="urn:microsoft.com/office/officeart/2005/8/layout/vList5"/>
    <dgm:cxn modelId="{957DBB5C-BDD8-6745-823B-147EE9EF7658}" srcId="{815C8E55-C3CA-1242-8AA0-9FD8482C6705}" destId="{A2D9BF8D-8481-7342-BF84-BD378BC3F280}" srcOrd="2" destOrd="0" parTransId="{D1B5E217-B486-2646-A1AD-AB50215A1F31}" sibTransId="{F8B24830-FF03-1044-AB48-820097E50A96}"/>
    <dgm:cxn modelId="{99360A74-4C1D-1748-8B02-891F062CC8E5}" srcId="{13346B4A-011E-8C4C-B779-860DB94F7E25}" destId="{982EED79-385C-7D4D-B1AC-3BF3CCA6A4AD}" srcOrd="0" destOrd="0" parTransId="{6AB721EA-414C-5943-AA26-798583C27DAF}" sibTransId="{FCE3918B-7B79-B048-B85A-489288C48CCD}"/>
    <dgm:cxn modelId="{604B0579-9A26-124B-9C82-009E39862FA5}" type="presOf" srcId="{2CEE29C6-BD3A-9545-B4E1-12F83CCCD885}" destId="{96EB242C-BAE2-E949-8277-E01540774F28}" srcOrd="0" destOrd="0" presId="urn:microsoft.com/office/officeart/2005/8/layout/vList5"/>
    <dgm:cxn modelId="{9744AF80-A1E9-7B4E-8284-FE087D877A96}" type="presOf" srcId="{33F1DCB2-C3FA-C141-BE92-7FED1E4D7200}" destId="{BE6970C7-E91D-7B47-A90E-0CB05EF8E906}" srcOrd="0" destOrd="1" presId="urn:microsoft.com/office/officeart/2005/8/layout/vList5"/>
    <dgm:cxn modelId="{835FDD81-FAB9-324C-9602-36897DC4F58B}" type="presOf" srcId="{54683989-3110-854F-B178-6CDD64F2C7B0}" destId="{20B9A1CA-FEE2-7C49-A222-C340763A4D88}" srcOrd="0" destOrd="0" presId="urn:microsoft.com/office/officeart/2005/8/layout/vList5"/>
    <dgm:cxn modelId="{030CFA86-714A-754E-AACE-B6EC973304B2}" type="presOf" srcId="{9D9F4FCF-DE1A-9447-9045-E362189D8898}" destId="{20B9A1CA-FEE2-7C49-A222-C340763A4D88}" srcOrd="0" destOrd="1" presId="urn:microsoft.com/office/officeart/2005/8/layout/vList5"/>
    <dgm:cxn modelId="{9FE2F88B-3DF1-E74F-999D-F4B58FE772A1}" srcId="{A2D9BF8D-8481-7342-BF84-BD378BC3F280}" destId="{54683989-3110-854F-B178-6CDD64F2C7B0}" srcOrd="0" destOrd="0" parTransId="{8260BD68-4A47-E344-A00F-AC7DA8FAA566}" sibTransId="{381B4805-33AA-E149-8D0C-3F5E0F2CE698}"/>
    <dgm:cxn modelId="{B79C1096-AD1F-D747-B900-2A2410381C91}" srcId="{DB239E82-8A57-524E-B6EC-48910694DE88}" destId="{A5E79F02-9236-6849-BB95-C083001AE84E}" srcOrd="0" destOrd="0" parTransId="{88A5248C-3CAB-BE40-8CBA-029A0269B1E7}" sibTransId="{40E04E26-89BF-6244-B9FC-110C5F675B5F}"/>
    <dgm:cxn modelId="{0BDFFE96-3973-7A4C-A115-56037036A4D7}" type="presOf" srcId="{433571F6-4547-194C-A570-5DD123BA6D00}" destId="{304BBA83-47CC-AE49-8EF1-8A27038218E7}" srcOrd="0" destOrd="0" presId="urn:microsoft.com/office/officeart/2005/8/layout/vList5"/>
    <dgm:cxn modelId="{77A14E9A-10F2-B64C-AD86-27861EF7C0D3}" srcId="{815C8E55-C3CA-1242-8AA0-9FD8482C6705}" destId="{433571F6-4547-194C-A570-5DD123BA6D00}" srcOrd="3" destOrd="0" parTransId="{710395A7-A10A-A64A-AEEB-1395E23BAE3C}" sibTransId="{8846A320-C05F-BB4C-BAD7-33B605B7C5A9}"/>
    <dgm:cxn modelId="{AE6402A1-67EA-504B-BD0A-B2213CB3B156}" srcId="{2CEE29C6-BD3A-9545-B4E1-12F83CCCD885}" destId="{33F1DCB2-C3FA-C141-BE92-7FED1E4D7200}" srcOrd="1" destOrd="0" parTransId="{7D562410-C87B-3C46-8B51-A8F79404DFD9}" sibTransId="{F06D49B8-215D-9940-8C8B-C7FF2C0526E1}"/>
    <dgm:cxn modelId="{B61C46A2-8D4A-0645-A119-7205AEDC50CC}" srcId="{DB239E82-8A57-524E-B6EC-48910694DE88}" destId="{4E61C10D-13E2-004B-BF28-694217B02B2F}" srcOrd="1" destOrd="0" parTransId="{F4581455-5280-F54E-BD3D-5571B763EF11}" sibTransId="{7D79AEF9-49FD-0F41-936D-0728A0FF0A36}"/>
    <dgm:cxn modelId="{9311A7A4-00CB-A749-95F2-2457D756D07A}" srcId="{815C8E55-C3CA-1242-8AA0-9FD8482C6705}" destId="{C793FBE2-B6FF-0349-AEAD-94325FA66AAD}" srcOrd="4" destOrd="0" parTransId="{02278D8F-5995-B64C-9643-989311EE9604}" sibTransId="{6CD39A62-D3EE-454E-896A-B8EEF22C9945}"/>
    <dgm:cxn modelId="{D3704CA6-FB7B-7641-B8C4-32737EFC814C}" type="presOf" srcId="{D61F5E61-266F-094D-BC7D-744D6DD8B234}" destId="{EE3656E7-C0BD-C04A-92A9-6DA7C4B9A570}" srcOrd="0" destOrd="0" presId="urn:microsoft.com/office/officeart/2005/8/layout/vList5"/>
    <dgm:cxn modelId="{851D16B0-41CD-4345-96E0-3942B3FF8C43}" srcId="{433571F6-4547-194C-A570-5DD123BA6D00}" destId="{E09EEC68-31C5-1F4B-9F08-5CD308A07C36}" srcOrd="0" destOrd="0" parTransId="{16F45887-6A89-E446-BBD2-88D72214E3B1}" sibTransId="{67437889-1A15-854D-8CB0-D2A297A0AC66}"/>
    <dgm:cxn modelId="{DEB9CCB3-0A76-9941-A4A9-7AFF144E25F6}" type="presOf" srcId="{A2D9BF8D-8481-7342-BF84-BD378BC3F280}" destId="{1BF39104-885C-114A-9A74-8B87EE8F5EA6}" srcOrd="0" destOrd="0" presId="urn:microsoft.com/office/officeart/2005/8/layout/vList5"/>
    <dgm:cxn modelId="{8D03F1BB-7748-BC42-858B-EA0F2293E8D0}" srcId="{815C8E55-C3CA-1242-8AA0-9FD8482C6705}" destId="{FFD8D86A-61B5-E944-9A01-A9B4B32EAEDC}" srcOrd="6" destOrd="0" parTransId="{98B2B360-22F4-4F4B-B241-728BE1AEC86F}" sibTransId="{9BA24B39-9443-D440-AD34-4DFB07D29137}"/>
    <dgm:cxn modelId="{D5C110C3-55F3-5440-8FC2-B797034889A9}" srcId="{C793FBE2-B6FF-0349-AEAD-94325FA66AAD}" destId="{2B47B15E-0A8F-CC45-A623-56E863873782}" srcOrd="0" destOrd="0" parTransId="{F534D795-75B6-DF42-9ACA-51F266623FF6}" sibTransId="{00846E52-28DF-4444-B865-3C2249129F8F}"/>
    <dgm:cxn modelId="{004995C8-6A76-254E-85B4-FBFFD631621C}" srcId="{815C8E55-C3CA-1242-8AA0-9FD8482C6705}" destId="{DB239E82-8A57-524E-B6EC-48910694DE88}" srcOrd="1" destOrd="0" parTransId="{1D9ABAA7-60F4-8747-81D4-AE0CD14B5D6D}" sibTransId="{886769B6-15E9-134B-9457-67CB67BB7126}"/>
    <dgm:cxn modelId="{18F441CB-FA03-BD4F-838A-4B042B422A6E}" srcId="{815C8E55-C3CA-1242-8AA0-9FD8482C6705}" destId="{B4448611-52F4-784B-AC10-CC437D991EAD}" srcOrd="0" destOrd="0" parTransId="{DF0C03E7-D710-9E49-B8A8-ADFBDA6DECE0}" sibTransId="{18D1055E-108E-F646-88E0-7B6DA190B838}"/>
    <dgm:cxn modelId="{39AB5ED8-D291-234B-A999-279C1308C7F4}" type="presOf" srcId="{02E6B95B-51AF-C344-B248-F5AF042BCCC6}" destId="{BE6970C7-E91D-7B47-A90E-0CB05EF8E906}" srcOrd="0" destOrd="0" presId="urn:microsoft.com/office/officeart/2005/8/layout/vList5"/>
    <dgm:cxn modelId="{29FEB3D8-EFF0-2F43-A6DB-7208B21A4AC6}" type="presOf" srcId="{B4448611-52F4-784B-AC10-CC437D991EAD}" destId="{58C1EB9D-E0CD-1F41-AC93-3959B32219F7}" srcOrd="0" destOrd="0" presId="urn:microsoft.com/office/officeart/2005/8/layout/vList5"/>
    <dgm:cxn modelId="{B40550DE-CF02-0447-ADD2-5113DAC6BB55}" type="presOf" srcId="{6F9490EF-FF70-2B4C-AAA6-522C0C4644B7}" destId="{FBD77F3B-156E-C04F-A19D-CC94911A063D}" srcOrd="0" destOrd="1" presId="urn:microsoft.com/office/officeart/2005/8/layout/vList5"/>
    <dgm:cxn modelId="{82444DDF-D9DF-8744-99A8-E3964F195BA0}" srcId="{815C8E55-C3CA-1242-8AA0-9FD8482C6705}" destId="{2CEE29C6-BD3A-9545-B4E1-12F83CCCD885}" srcOrd="5" destOrd="0" parTransId="{F938BE3A-902E-544F-8916-992BB929ECEF}" sibTransId="{A3841C91-8933-584D-9756-6B8DC6159001}"/>
    <dgm:cxn modelId="{953ED6E4-7A52-7A44-BA5D-D0D48ABB5972}" type="presOf" srcId="{4E61C10D-13E2-004B-BF28-694217B02B2F}" destId="{F5A13C93-B038-C94A-8A35-9571194A04B8}" srcOrd="0" destOrd="1" presId="urn:microsoft.com/office/officeart/2005/8/layout/vList5"/>
    <dgm:cxn modelId="{76A093EB-35FB-D24B-A094-AD9B60C99E06}" srcId="{C793FBE2-B6FF-0349-AEAD-94325FA66AAD}" destId="{6F9490EF-FF70-2B4C-AAA6-522C0C4644B7}" srcOrd="1" destOrd="0" parTransId="{CD18BA49-027A-CD47-89A6-22EEDB858DCE}" sibTransId="{42593F4C-9E18-4044-A35E-92EF909F66CA}"/>
    <dgm:cxn modelId="{284711FA-DADB-7048-94BE-925928D0197C}" srcId="{815C8E55-C3CA-1242-8AA0-9FD8482C6705}" destId="{13346B4A-011E-8C4C-B779-860DB94F7E25}" srcOrd="7" destOrd="0" parTransId="{649AD0C2-D985-9848-A058-BD65F0459522}" sibTransId="{79D9209E-D501-7742-BECC-EAB6954B2D23}"/>
    <dgm:cxn modelId="{B264E2FA-E726-F04D-B416-5544FC42351E}" srcId="{B4448611-52F4-784B-AC10-CC437D991EAD}" destId="{D61F5E61-266F-094D-BC7D-744D6DD8B234}" srcOrd="0" destOrd="0" parTransId="{D51DC251-0B68-A644-A58A-F69A23A4E5DC}" sibTransId="{35FD1409-92D0-5B46-AAB4-B688096F1DDB}"/>
    <dgm:cxn modelId="{E67571FF-E7C7-F642-BBB6-F1933048B2E2}" srcId="{FFD8D86A-61B5-E944-9A01-A9B4B32EAEDC}" destId="{06A19EB0-0A90-AB48-8BBF-85E170316264}" srcOrd="0" destOrd="0" parTransId="{481C70E4-15E3-684A-B64B-B104AB05E16D}" sibTransId="{44E396B1-6F11-4947-9E3A-6BB9ABEA276B}"/>
    <dgm:cxn modelId="{2FC27B92-CA93-DE44-B8D8-F6EDDF4D3C29}" type="presParOf" srcId="{3C3B6679-56EE-084F-AE17-FAB09EEC908A}" destId="{A4327C20-2D57-D542-98A2-2BC9B6AFB9C7}" srcOrd="0" destOrd="0" presId="urn:microsoft.com/office/officeart/2005/8/layout/vList5"/>
    <dgm:cxn modelId="{7D6C9CD3-8D1A-F14C-9461-80A31E1CCD28}" type="presParOf" srcId="{A4327C20-2D57-D542-98A2-2BC9B6AFB9C7}" destId="{58C1EB9D-E0CD-1F41-AC93-3959B32219F7}" srcOrd="0" destOrd="0" presId="urn:microsoft.com/office/officeart/2005/8/layout/vList5"/>
    <dgm:cxn modelId="{C7D1A626-2DDC-4E46-B1EE-4DD0234799BE}" type="presParOf" srcId="{A4327C20-2D57-D542-98A2-2BC9B6AFB9C7}" destId="{EE3656E7-C0BD-C04A-92A9-6DA7C4B9A570}" srcOrd="1" destOrd="0" presId="urn:microsoft.com/office/officeart/2005/8/layout/vList5"/>
    <dgm:cxn modelId="{BF034DB2-90A3-7B4B-A4F5-649EA5EE5CE8}" type="presParOf" srcId="{3C3B6679-56EE-084F-AE17-FAB09EEC908A}" destId="{3276AA1D-2E47-0C40-80A0-8F50B2600365}" srcOrd="1" destOrd="0" presId="urn:microsoft.com/office/officeart/2005/8/layout/vList5"/>
    <dgm:cxn modelId="{86DA548D-2B6E-E442-AA01-61EC5D34F1D6}" type="presParOf" srcId="{3C3B6679-56EE-084F-AE17-FAB09EEC908A}" destId="{AF8C2343-738C-9E40-814B-66A128139550}" srcOrd="2" destOrd="0" presId="urn:microsoft.com/office/officeart/2005/8/layout/vList5"/>
    <dgm:cxn modelId="{67C83143-EEFD-714F-AC33-18BF09733557}" type="presParOf" srcId="{AF8C2343-738C-9E40-814B-66A128139550}" destId="{40F25143-7CAA-CB4E-8724-7EF3B73FAC33}" srcOrd="0" destOrd="0" presId="urn:microsoft.com/office/officeart/2005/8/layout/vList5"/>
    <dgm:cxn modelId="{007F2445-F49E-E74E-87DB-378F402BE0CB}" type="presParOf" srcId="{AF8C2343-738C-9E40-814B-66A128139550}" destId="{F5A13C93-B038-C94A-8A35-9571194A04B8}" srcOrd="1" destOrd="0" presId="urn:microsoft.com/office/officeart/2005/8/layout/vList5"/>
    <dgm:cxn modelId="{1D428087-320E-7F4D-B8D9-1BA9DF932C1C}" type="presParOf" srcId="{3C3B6679-56EE-084F-AE17-FAB09EEC908A}" destId="{34EA05AC-3574-9A4E-A8A1-8D975E70B421}" srcOrd="3" destOrd="0" presId="urn:microsoft.com/office/officeart/2005/8/layout/vList5"/>
    <dgm:cxn modelId="{4EBC655A-B70B-ED4F-8C7D-790E461A1E4B}" type="presParOf" srcId="{3C3B6679-56EE-084F-AE17-FAB09EEC908A}" destId="{B43CC164-E301-FB40-9E45-41B9248D84FE}" srcOrd="4" destOrd="0" presId="urn:microsoft.com/office/officeart/2005/8/layout/vList5"/>
    <dgm:cxn modelId="{0D6268E9-91CE-324F-A618-2E20BB44AC2E}" type="presParOf" srcId="{B43CC164-E301-FB40-9E45-41B9248D84FE}" destId="{1BF39104-885C-114A-9A74-8B87EE8F5EA6}" srcOrd="0" destOrd="0" presId="urn:microsoft.com/office/officeart/2005/8/layout/vList5"/>
    <dgm:cxn modelId="{5A3FEFC4-2D1B-B949-B954-6C9A00A83FFE}" type="presParOf" srcId="{B43CC164-E301-FB40-9E45-41B9248D84FE}" destId="{20B9A1CA-FEE2-7C49-A222-C340763A4D88}" srcOrd="1" destOrd="0" presId="urn:microsoft.com/office/officeart/2005/8/layout/vList5"/>
    <dgm:cxn modelId="{192AA6AF-9AD6-3149-A278-8D6F558FF1EF}" type="presParOf" srcId="{3C3B6679-56EE-084F-AE17-FAB09EEC908A}" destId="{AB3CC8EB-449F-EA43-BCEA-76CE59CB1151}" srcOrd="5" destOrd="0" presId="urn:microsoft.com/office/officeart/2005/8/layout/vList5"/>
    <dgm:cxn modelId="{73450FCF-8731-4441-9639-46D5742FA9BB}" type="presParOf" srcId="{3C3B6679-56EE-084F-AE17-FAB09EEC908A}" destId="{21559C51-C1CE-354A-ACA3-2D2352F19783}" srcOrd="6" destOrd="0" presId="urn:microsoft.com/office/officeart/2005/8/layout/vList5"/>
    <dgm:cxn modelId="{CF30BD3B-D976-E449-8F22-C8E42E6E19E8}" type="presParOf" srcId="{21559C51-C1CE-354A-ACA3-2D2352F19783}" destId="{304BBA83-47CC-AE49-8EF1-8A27038218E7}" srcOrd="0" destOrd="0" presId="urn:microsoft.com/office/officeart/2005/8/layout/vList5"/>
    <dgm:cxn modelId="{DCC16DA9-8BD8-D247-B58F-93A63A21657C}" type="presParOf" srcId="{21559C51-C1CE-354A-ACA3-2D2352F19783}" destId="{B7D2C7A7-F6AD-544A-AA95-EF9A39FB52BA}" srcOrd="1" destOrd="0" presId="urn:microsoft.com/office/officeart/2005/8/layout/vList5"/>
    <dgm:cxn modelId="{86D902B6-99AB-3547-A316-333DE06D891F}" type="presParOf" srcId="{3C3B6679-56EE-084F-AE17-FAB09EEC908A}" destId="{56FEDC13-1E67-8246-847A-55B2F21DA9F4}" srcOrd="7" destOrd="0" presId="urn:microsoft.com/office/officeart/2005/8/layout/vList5"/>
    <dgm:cxn modelId="{818878CE-0533-3A4B-BA0E-33B6D0E1B4EE}" type="presParOf" srcId="{3C3B6679-56EE-084F-AE17-FAB09EEC908A}" destId="{19D1856F-94E6-3943-9578-104957336B1B}" srcOrd="8" destOrd="0" presId="urn:microsoft.com/office/officeart/2005/8/layout/vList5"/>
    <dgm:cxn modelId="{2FBA18AE-D7E3-C74D-AD62-3BF7E3F821B9}" type="presParOf" srcId="{19D1856F-94E6-3943-9578-104957336B1B}" destId="{464250CD-F7F9-B841-86AC-37FD6580F194}" srcOrd="0" destOrd="0" presId="urn:microsoft.com/office/officeart/2005/8/layout/vList5"/>
    <dgm:cxn modelId="{3E6D9772-F61C-E24F-9FEA-BF83725C70E4}" type="presParOf" srcId="{19D1856F-94E6-3943-9578-104957336B1B}" destId="{FBD77F3B-156E-C04F-A19D-CC94911A063D}" srcOrd="1" destOrd="0" presId="urn:microsoft.com/office/officeart/2005/8/layout/vList5"/>
    <dgm:cxn modelId="{B7E977D5-2461-DE48-BA94-96DA8EF6B2BB}" type="presParOf" srcId="{3C3B6679-56EE-084F-AE17-FAB09EEC908A}" destId="{344FC6E7-34EB-C749-ADD0-4ED9751AB50A}" srcOrd="9" destOrd="0" presId="urn:microsoft.com/office/officeart/2005/8/layout/vList5"/>
    <dgm:cxn modelId="{714A4D45-62EC-A04C-AF69-091B1088218D}" type="presParOf" srcId="{3C3B6679-56EE-084F-AE17-FAB09EEC908A}" destId="{79DFD938-8ABC-6F4F-8047-CBFB108E498F}" srcOrd="10" destOrd="0" presId="urn:microsoft.com/office/officeart/2005/8/layout/vList5"/>
    <dgm:cxn modelId="{6B89FECC-1007-ED47-B09E-3DB528543464}" type="presParOf" srcId="{79DFD938-8ABC-6F4F-8047-CBFB108E498F}" destId="{96EB242C-BAE2-E949-8277-E01540774F28}" srcOrd="0" destOrd="0" presId="urn:microsoft.com/office/officeart/2005/8/layout/vList5"/>
    <dgm:cxn modelId="{C30B642B-9CF6-564D-B055-0A282AF141CD}" type="presParOf" srcId="{79DFD938-8ABC-6F4F-8047-CBFB108E498F}" destId="{BE6970C7-E91D-7B47-A90E-0CB05EF8E906}" srcOrd="1" destOrd="0" presId="urn:microsoft.com/office/officeart/2005/8/layout/vList5"/>
    <dgm:cxn modelId="{E6447573-ED47-554A-98C5-471B722604E6}" type="presParOf" srcId="{3C3B6679-56EE-084F-AE17-FAB09EEC908A}" destId="{51FB6591-931E-CD44-B144-F7237E47B301}" srcOrd="11" destOrd="0" presId="urn:microsoft.com/office/officeart/2005/8/layout/vList5"/>
    <dgm:cxn modelId="{D7C0CC2B-0CA7-1F44-8155-896B2781CC93}" type="presParOf" srcId="{3C3B6679-56EE-084F-AE17-FAB09EEC908A}" destId="{B1F1916F-2FFC-114A-BC1F-5C7971DE5B40}" srcOrd="12" destOrd="0" presId="urn:microsoft.com/office/officeart/2005/8/layout/vList5"/>
    <dgm:cxn modelId="{DC0B08FC-0CEA-C345-94EA-0CC75238B7F5}" type="presParOf" srcId="{B1F1916F-2FFC-114A-BC1F-5C7971DE5B40}" destId="{5D9B95F4-558C-7B4A-B75A-BF48638CBE8F}" srcOrd="0" destOrd="0" presId="urn:microsoft.com/office/officeart/2005/8/layout/vList5"/>
    <dgm:cxn modelId="{CBC629CB-9FBB-E54A-BF0F-AAB3F4DBB478}" type="presParOf" srcId="{B1F1916F-2FFC-114A-BC1F-5C7971DE5B40}" destId="{2D2EEAAF-67AC-1A4E-A50E-A10169B0DE23}" srcOrd="1" destOrd="0" presId="urn:microsoft.com/office/officeart/2005/8/layout/vList5"/>
    <dgm:cxn modelId="{EB10BF33-7697-5D48-93EB-A4C0B5BCC403}" type="presParOf" srcId="{3C3B6679-56EE-084F-AE17-FAB09EEC908A}" destId="{B6B3F644-E569-C449-BA18-911F4D519BF1}" srcOrd="13" destOrd="0" presId="urn:microsoft.com/office/officeart/2005/8/layout/vList5"/>
    <dgm:cxn modelId="{909AA55E-2909-A442-9E2D-DA23FD6F6922}" type="presParOf" srcId="{3C3B6679-56EE-084F-AE17-FAB09EEC908A}" destId="{204F2A57-7814-B04B-B882-BFEE24E5B43D}" srcOrd="14" destOrd="0" presId="urn:microsoft.com/office/officeart/2005/8/layout/vList5"/>
    <dgm:cxn modelId="{84E222D9-6989-DC4B-BAE0-81B82B969DB0}" type="presParOf" srcId="{204F2A57-7814-B04B-B882-BFEE24E5B43D}" destId="{49C1234B-E7A1-8743-B60F-8331E923F5D3}" srcOrd="0" destOrd="0" presId="urn:microsoft.com/office/officeart/2005/8/layout/vList5"/>
    <dgm:cxn modelId="{4FD6E6EE-1878-8C47-A1BE-C942F4EF5855}" type="presParOf" srcId="{204F2A57-7814-B04B-B882-BFEE24E5B43D}" destId="{5E2466FC-A7AE-324B-8147-78E22DDB7B1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656E7-C0BD-C04A-92A9-6DA7C4B9A570}">
      <dsp:nvSpPr>
        <dsp:cNvPr id="0" name=""/>
        <dsp:cNvSpPr/>
      </dsp:nvSpPr>
      <dsp:spPr>
        <a:xfrm rot="5400000">
          <a:off x="3054587" y="-141292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zh-CN" altLang="en-US" sz="1100" kern="1200" dirty="0"/>
            <a:t>假设信道绝对可靠</a:t>
          </a:r>
        </a:p>
      </dsp:txBody>
      <dsp:txXfrm rot="-5400000">
        <a:off x="1583819" y="80359"/>
        <a:ext cx="3380242" cy="416190"/>
      </dsp:txXfrm>
    </dsp:sp>
    <dsp:sp modelId="{58C1EB9D-E0CD-1F41-AC93-3959B32219F7}">
      <dsp:nvSpPr>
        <dsp:cNvPr id="0" name=""/>
        <dsp:cNvSpPr/>
      </dsp:nvSpPr>
      <dsp:spPr>
        <a:xfrm>
          <a:off x="330231" y="190"/>
          <a:ext cx="1253588" cy="576525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zh-CN" sz="1600" kern="1200"/>
            <a:t>Rdt1.0</a:t>
          </a:r>
          <a:endParaRPr lang="zh-CN" altLang="en-US" sz="1600" kern="1200" dirty="0"/>
        </a:p>
      </dsp:txBody>
      <dsp:txXfrm>
        <a:off x="358375" y="28334"/>
        <a:ext cx="1197300" cy="520237"/>
      </dsp:txXfrm>
    </dsp:sp>
    <dsp:sp modelId="{F5A13C93-B038-C94A-8A35-9571194A04B8}">
      <dsp:nvSpPr>
        <dsp:cNvPr id="0" name=""/>
        <dsp:cNvSpPr/>
      </dsp:nvSpPr>
      <dsp:spPr>
        <a:xfrm rot="5400000">
          <a:off x="3054587" y="-80757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比特可能破坏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 </a:t>
          </a:r>
          <a:r>
            <a:rPr kumimoji="1" lang="en-US" altLang="zh-CN" sz="1100" kern="1200"/>
            <a:t>checksum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NAK</a:t>
          </a:r>
          <a:r>
            <a:rPr kumimoji="1" lang="zh-CN" altLang="en-US" sz="1100" kern="1200"/>
            <a:t>、重传</a:t>
          </a:r>
          <a:endParaRPr kumimoji="1" lang="en-US" altLang="zh-CN" sz="1100" kern="1200" dirty="0"/>
        </a:p>
      </dsp:txBody>
      <dsp:txXfrm rot="-5400000">
        <a:off x="1583819" y="685711"/>
        <a:ext cx="3380242" cy="416190"/>
      </dsp:txXfrm>
    </dsp:sp>
    <dsp:sp modelId="{40F25143-7CAA-CB4E-8724-7EF3B73FAC33}">
      <dsp:nvSpPr>
        <dsp:cNvPr id="0" name=""/>
        <dsp:cNvSpPr/>
      </dsp:nvSpPr>
      <dsp:spPr>
        <a:xfrm>
          <a:off x="330231" y="605542"/>
          <a:ext cx="1253588" cy="576525"/>
        </a:xfrm>
        <a:prstGeom prst="roundRect">
          <a:avLst/>
        </a:prstGeom>
        <a:solidFill>
          <a:schemeClr val="accent1">
            <a:shade val="80000"/>
            <a:hueOff val="49898"/>
            <a:satOff val="-894"/>
            <a:lumOff val="37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Rdt2.0</a:t>
          </a:r>
          <a:endParaRPr kumimoji="1" lang="en-US" altLang="zh-CN" sz="1600" kern="1200" dirty="0"/>
        </a:p>
      </dsp:txBody>
      <dsp:txXfrm>
        <a:off x="358375" y="633686"/>
        <a:ext cx="1197300" cy="520237"/>
      </dsp:txXfrm>
    </dsp:sp>
    <dsp:sp modelId="{20B9A1CA-FEE2-7C49-A222-C340763A4D88}">
      <dsp:nvSpPr>
        <dsp:cNvPr id="0" name=""/>
        <dsp:cNvSpPr/>
      </dsp:nvSpPr>
      <dsp:spPr>
        <a:xfrm rot="5400000">
          <a:off x="3054587" y="-20222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zh-CN" sz="1100" kern="1200"/>
            <a:t>ACK/NAK</a:t>
          </a:r>
          <a:r>
            <a:rPr kumimoji="1" lang="zh-CN" altLang="en-US" sz="1100" kern="1200"/>
            <a:t>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新机制：序号  </a:t>
          </a:r>
          <a:r>
            <a:rPr kumimoji="1" lang="en-US" altLang="zh-CN" sz="1100" kern="1200"/>
            <a:t>0/1</a:t>
          </a:r>
          <a:endParaRPr kumimoji="1" lang="en-US" altLang="zh-CN" sz="1100" kern="1200" dirty="0"/>
        </a:p>
      </dsp:txBody>
      <dsp:txXfrm rot="-5400000">
        <a:off x="1583819" y="1291063"/>
        <a:ext cx="3380242" cy="416190"/>
      </dsp:txXfrm>
    </dsp:sp>
    <dsp:sp modelId="{1BF39104-885C-114A-9A74-8B87EE8F5EA6}">
      <dsp:nvSpPr>
        <dsp:cNvPr id="0" name=""/>
        <dsp:cNvSpPr/>
      </dsp:nvSpPr>
      <dsp:spPr>
        <a:xfrm>
          <a:off x="330231" y="1210894"/>
          <a:ext cx="1253588" cy="576525"/>
        </a:xfrm>
        <a:prstGeom prst="roundRect">
          <a:avLst/>
        </a:prstGeom>
        <a:solidFill>
          <a:schemeClr val="accent1">
            <a:shade val="80000"/>
            <a:hueOff val="99795"/>
            <a:satOff val="-1787"/>
            <a:lumOff val="75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Rdt2.1</a:t>
          </a:r>
          <a:endParaRPr kumimoji="1" lang="en-US" altLang="zh-CN" sz="1600" kern="1200" dirty="0"/>
        </a:p>
      </dsp:txBody>
      <dsp:txXfrm>
        <a:off x="358375" y="1239038"/>
        <a:ext cx="1197300" cy="520237"/>
      </dsp:txXfrm>
    </dsp:sp>
    <dsp:sp modelId="{B7D2C7A7-F6AD-544A-AA95-EF9A39FB52BA}">
      <dsp:nvSpPr>
        <dsp:cNvPr id="0" name=""/>
        <dsp:cNvSpPr/>
      </dsp:nvSpPr>
      <dsp:spPr>
        <a:xfrm rot="5400000">
          <a:off x="3054587" y="40313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去掉 </a:t>
          </a:r>
          <a:r>
            <a:rPr kumimoji="1" lang="en-US" altLang="zh-CN" sz="1100" kern="1200"/>
            <a:t>NAK</a:t>
          </a:r>
          <a:endParaRPr kumimoji="1" lang="en-US" altLang="zh-CN" sz="1100" kern="1200" dirty="0"/>
        </a:p>
      </dsp:txBody>
      <dsp:txXfrm rot="-5400000">
        <a:off x="1583819" y="1896414"/>
        <a:ext cx="3380242" cy="416190"/>
      </dsp:txXfrm>
    </dsp:sp>
    <dsp:sp modelId="{304BBA83-47CC-AE49-8EF1-8A27038218E7}">
      <dsp:nvSpPr>
        <dsp:cNvPr id="0" name=""/>
        <dsp:cNvSpPr/>
      </dsp:nvSpPr>
      <dsp:spPr>
        <a:xfrm>
          <a:off x="330231" y="1816246"/>
          <a:ext cx="1253588" cy="576525"/>
        </a:xfrm>
        <a:prstGeom prst="roundRect">
          <a:avLst/>
        </a:prstGeom>
        <a:solidFill>
          <a:schemeClr val="accent1">
            <a:shade val="80000"/>
            <a:hueOff val="149693"/>
            <a:satOff val="-2681"/>
            <a:lumOff val="113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Rdt2.2</a:t>
          </a:r>
          <a:endParaRPr kumimoji="1" lang="en-US" altLang="zh-CN" sz="1600" kern="1200" dirty="0"/>
        </a:p>
      </dsp:txBody>
      <dsp:txXfrm>
        <a:off x="358375" y="1844390"/>
        <a:ext cx="1197300" cy="520237"/>
      </dsp:txXfrm>
    </dsp:sp>
    <dsp:sp modelId="{FBD77F3B-156E-C04F-A19D-CC94911A063D}">
      <dsp:nvSpPr>
        <dsp:cNvPr id="0" name=""/>
        <dsp:cNvSpPr/>
      </dsp:nvSpPr>
      <dsp:spPr>
        <a:xfrm rot="5400000">
          <a:off x="3054587" y="100848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可能比特错误、分组丢失、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丢失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新机制：定时器</a:t>
          </a:r>
          <a:endParaRPr kumimoji="1" lang="en-US" altLang="zh-CN" sz="1100" kern="1200" dirty="0"/>
        </a:p>
      </dsp:txBody>
      <dsp:txXfrm rot="-5400000">
        <a:off x="1583819" y="2501766"/>
        <a:ext cx="3380242" cy="416190"/>
      </dsp:txXfrm>
    </dsp:sp>
    <dsp:sp modelId="{464250CD-F7F9-B841-86AC-37FD6580F194}">
      <dsp:nvSpPr>
        <dsp:cNvPr id="0" name=""/>
        <dsp:cNvSpPr/>
      </dsp:nvSpPr>
      <dsp:spPr>
        <a:xfrm>
          <a:off x="330231" y="2421598"/>
          <a:ext cx="1253588" cy="576525"/>
        </a:xfrm>
        <a:prstGeom prst="roundRect">
          <a:avLst/>
        </a:prstGeom>
        <a:solidFill>
          <a:schemeClr val="accent1">
            <a:shade val="80000"/>
            <a:hueOff val="199590"/>
            <a:satOff val="-3575"/>
            <a:lumOff val="151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Rdt3.0</a:t>
          </a:r>
          <a:endParaRPr kumimoji="1" lang="en-US" altLang="zh-CN" sz="1600" kern="1200" dirty="0"/>
        </a:p>
      </dsp:txBody>
      <dsp:txXfrm>
        <a:off x="358375" y="2449742"/>
        <a:ext cx="1197300" cy="520237"/>
      </dsp:txXfrm>
    </dsp:sp>
    <dsp:sp modelId="{BE6970C7-E91D-7B47-A90E-0CB05EF8E906}">
      <dsp:nvSpPr>
        <dsp:cNvPr id="0" name=""/>
        <dsp:cNvSpPr/>
      </dsp:nvSpPr>
      <dsp:spPr>
        <a:xfrm rot="5400000">
          <a:off x="3054587" y="161383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解决性能问题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更大的序号范围、同时传输</a:t>
          </a:r>
          <a:endParaRPr kumimoji="1" lang="en-US" altLang="zh-CN" sz="1100" kern="1200" dirty="0"/>
        </a:p>
      </dsp:txBody>
      <dsp:txXfrm rot="-5400000">
        <a:off x="1583819" y="3107118"/>
        <a:ext cx="3380242" cy="416190"/>
      </dsp:txXfrm>
    </dsp:sp>
    <dsp:sp modelId="{96EB242C-BAE2-E949-8277-E01540774F28}">
      <dsp:nvSpPr>
        <dsp:cNvPr id="0" name=""/>
        <dsp:cNvSpPr/>
      </dsp:nvSpPr>
      <dsp:spPr>
        <a:xfrm>
          <a:off x="330231" y="3026950"/>
          <a:ext cx="1253588" cy="576525"/>
        </a:xfrm>
        <a:prstGeom prst="roundRect">
          <a:avLst/>
        </a:prstGeom>
        <a:solidFill>
          <a:schemeClr val="accent1">
            <a:shade val="80000"/>
            <a:hueOff val="249488"/>
            <a:satOff val="-4469"/>
            <a:lumOff val="1898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altLang="en-US" sz="1600" kern="1200" dirty="0"/>
            <a:t>流水线机制</a:t>
          </a:r>
          <a:endParaRPr kumimoji="1" lang="en-US" altLang="zh-CN" sz="1600" kern="1200" dirty="0"/>
        </a:p>
      </dsp:txBody>
      <dsp:txXfrm>
        <a:off x="358375" y="3055094"/>
        <a:ext cx="1197300" cy="520237"/>
      </dsp:txXfrm>
    </dsp:sp>
    <dsp:sp modelId="{2D2EEAAF-67AC-1A4E-A50E-A10169B0DE23}">
      <dsp:nvSpPr>
        <dsp:cNvPr id="0" name=""/>
        <dsp:cNvSpPr/>
      </dsp:nvSpPr>
      <dsp:spPr>
        <a:xfrm rot="5400000">
          <a:off x="3054587" y="2219186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定时器、超时最大重传</a:t>
          </a:r>
          <a:endParaRPr kumimoji="1" lang="en-US" altLang="zh-CN" sz="1100" kern="1200" dirty="0"/>
        </a:p>
      </dsp:txBody>
      <dsp:txXfrm rot="-5400000">
        <a:off x="1583819" y="3712470"/>
        <a:ext cx="3380242" cy="416190"/>
      </dsp:txXfrm>
    </dsp:sp>
    <dsp:sp modelId="{5D9B95F4-558C-7B4A-B75A-BF48638CBE8F}">
      <dsp:nvSpPr>
        <dsp:cNvPr id="0" name=""/>
        <dsp:cNvSpPr/>
      </dsp:nvSpPr>
      <dsp:spPr>
        <a:xfrm>
          <a:off x="330231" y="3632302"/>
          <a:ext cx="1253588" cy="576525"/>
        </a:xfrm>
        <a:prstGeom prst="roundRect">
          <a:avLst/>
        </a:prstGeom>
        <a:solidFill>
          <a:schemeClr val="accent1">
            <a:shade val="80000"/>
            <a:hueOff val="299385"/>
            <a:satOff val="-5362"/>
            <a:lumOff val="2278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GBN</a:t>
          </a:r>
          <a:endParaRPr kumimoji="1" lang="en-US" altLang="zh-CN" sz="1600" kern="1200" dirty="0"/>
        </a:p>
      </dsp:txBody>
      <dsp:txXfrm>
        <a:off x="358375" y="3660446"/>
        <a:ext cx="1197300" cy="520237"/>
      </dsp:txXfrm>
    </dsp:sp>
    <dsp:sp modelId="{5E2466FC-A7AE-324B-8147-78E22DDB7B19}">
      <dsp:nvSpPr>
        <dsp:cNvPr id="0" name=""/>
        <dsp:cNvSpPr/>
      </dsp:nvSpPr>
      <dsp:spPr>
        <a:xfrm rot="5400000">
          <a:off x="3054587" y="2824538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乱序缓存，重传没有 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 的分组</a:t>
          </a:r>
          <a:endParaRPr kumimoji="1" lang="zh-CN" altLang="en-US" sz="1100" kern="1200" dirty="0"/>
        </a:p>
      </dsp:txBody>
      <dsp:txXfrm rot="-5400000">
        <a:off x="1583819" y="4317822"/>
        <a:ext cx="3380242" cy="416190"/>
      </dsp:txXfrm>
    </dsp:sp>
    <dsp:sp modelId="{49C1234B-E7A1-8743-B60F-8331E923F5D3}">
      <dsp:nvSpPr>
        <dsp:cNvPr id="0" name=""/>
        <dsp:cNvSpPr/>
      </dsp:nvSpPr>
      <dsp:spPr>
        <a:xfrm>
          <a:off x="330231" y="4237654"/>
          <a:ext cx="1253588" cy="576525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SR</a:t>
          </a:r>
          <a:endParaRPr kumimoji="1" lang="zh-CN" altLang="en-US" sz="1600" kern="1200" dirty="0"/>
        </a:p>
      </dsp:txBody>
      <dsp:txXfrm>
        <a:off x="358375" y="4265798"/>
        <a:ext cx="1197300" cy="520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106897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3" y="2250313"/>
            <a:ext cx="5591175" cy="3044190"/>
            <a:chOff x="2522473" y="2250313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0C787806-CABB-EAB0-B7E1-698A9F3EBB71}"/>
                </a:ext>
              </a:extLst>
            </p:cNvPr>
            <p:cNvSpPr/>
            <p:nvPr/>
          </p:nvSpPr>
          <p:spPr>
            <a:xfrm>
              <a:off x="5573043" y="4755248"/>
              <a:ext cx="176530" cy="0"/>
            </a:xfrm>
            <a:custGeom>
              <a:avLst/>
              <a:gdLst/>
              <a:ahLst/>
              <a:cxnLst/>
              <a:rect l="l" t="t" r="r" b="b"/>
              <a:pathLst>
                <a:path w="176529">
                  <a:moveTo>
                    <a:pt x="0" y="0"/>
                  </a:moveTo>
                  <a:lnTo>
                    <a:pt x="176202" y="0"/>
                  </a:lnTo>
                </a:path>
              </a:pathLst>
            </a:custGeom>
            <a:ln w="111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7">
            <a:extLst>
              <a:ext uri="{FF2B5EF4-FFF2-40B4-BE49-F238E27FC236}">
                <a16:creationId xmlns:a16="http://schemas.microsoft.com/office/drawing/2014/main" id="{E2316279-3605-B092-699A-D31F8635699C}"/>
              </a:ext>
            </a:extLst>
          </p:cNvPr>
          <p:cNvSpPr txBox="1"/>
          <p:nvPr/>
        </p:nvSpPr>
        <p:spPr>
          <a:xfrm>
            <a:off x="5285656" y="4725473"/>
            <a:ext cx="664845" cy="1885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617220" algn="l"/>
              </a:tabLst>
            </a:pPr>
            <a:r>
              <a:rPr sz="1050" i="1" spc="-50" dirty="0">
                <a:latin typeface="Times New Roman"/>
                <a:cs typeface="Times New Roman"/>
              </a:rPr>
              <a:t>i</a:t>
            </a:r>
            <a:r>
              <a:rPr sz="1050" i="1" dirty="0">
                <a:latin typeface="Times New Roman"/>
                <a:cs typeface="Times New Roman"/>
              </a:rPr>
              <a:t>	</a:t>
            </a:r>
            <a:r>
              <a:rPr sz="1050" i="1" spc="-50" dirty="0">
                <a:latin typeface="Times New Roman"/>
                <a:cs typeface="Times New Roman"/>
              </a:rPr>
              <a:t>i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30" name="object 28">
            <a:extLst>
              <a:ext uri="{FF2B5EF4-FFF2-40B4-BE49-F238E27FC236}">
                <a16:creationId xmlns:a16="http://schemas.microsoft.com/office/drawing/2014/main" id="{B2D12CC4-A5CB-5215-EAC4-37AF16316D13}"/>
              </a:ext>
            </a:extLst>
          </p:cNvPr>
          <p:cNvSpPr txBox="1"/>
          <p:nvPr/>
        </p:nvSpPr>
        <p:spPr>
          <a:xfrm>
            <a:off x="5571707" y="4749045"/>
            <a:ext cx="17907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i="1" spc="-85" dirty="0">
                <a:latin typeface="Times New Roman"/>
                <a:cs typeface="Times New Roman"/>
              </a:rPr>
              <a:t>m</a:t>
            </a:r>
            <a:endParaRPr sz="1850">
              <a:latin typeface="Times New Roman"/>
              <a:cs typeface="Times New Roman"/>
            </a:endParaRPr>
          </a:p>
        </p:txBody>
      </p:sp>
      <p:sp>
        <p:nvSpPr>
          <p:cNvPr id="31" name="object 29">
            <a:extLst>
              <a:ext uri="{FF2B5EF4-FFF2-40B4-BE49-F238E27FC236}">
                <a16:creationId xmlns:a16="http://schemas.microsoft.com/office/drawing/2014/main" id="{E5052D97-72F6-5FF8-C9B5-3CF1981E0B67}"/>
              </a:ext>
            </a:extLst>
          </p:cNvPr>
          <p:cNvSpPr txBox="1"/>
          <p:nvPr/>
        </p:nvSpPr>
        <p:spPr>
          <a:xfrm>
            <a:off x="5145340" y="4566170"/>
            <a:ext cx="1278446" cy="2975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50" i="1" dirty="0">
                <a:latin typeface="Times New Roman"/>
                <a:cs typeface="Times New Roman"/>
              </a:rPr>
              <a:t>d</a:t>
            </a:r>
            <a:r>
              <a:rPr sz="1850" i="1" spc="270" dirty="0">
                <a:latin typeface="Times New Roman"/>
                <a:cs typeface="Times New Roman"/>
              </a:rPr>
              <a:t> </a:t>
            </a:r>
            <a:r>
              <a:rPr sz="1850" spc="-335" dirty="0">
                <a:latin typeface="Symbol"/>
                <a:cs typeface="Symbol"/>
              </a:rPr>
              <a:t></a:t>
            </a:r>
            <a:r>
              <a:rPr sz="1850" spc="210" dirty="0">
                <a:latin typeface="Times New Roman"/>
                <a:cs typeface="Times New Roman"/>
              </a:rPr>
              <a:t> </a:t>
            </a:r>
            <a:r>
              <a:rPr sz="2775" baseline="34534" dirty="0">
                <a:latin typeface="Times New Roman"/>
                <a:cs typeface="Times New Roman"/>
              </a:rPr>
              <a:t>1</a:t>
            </a:r>
            <a:r>
              <a:rPr sz="2775" spc="112" baseline="34534" dirty="0">
                <a:latin typeface="Times New Roman"/>
                <a:cs typeface="Times New Roman"/>
              </a:rPr>
              <a:t> </a:t>
            </a:r>
            <a:r>
              <a:rPr sz="1850" b="1" i="1" dirty="0">
                <a:latin typeface="Times New Roman"/>
                <a:cs typeface="Times New Roman"/>
              </a:rPr>
              <a:t>S</a:t>
            </a:r>
            <a:r>
              <a:rPr sz="1850" b="1" i="1" spc="145" dirty="0">
                <a:latin typeface="Times New Roman"/>
                <a:cs typeface="Times New Roman"/>
              </a:rPr>
              <a:t> </a:t>
            </a:r>
            <a:r>
              <a:rPr lang="zh-CN" altLang="en-US" sz="1850" b="1" i="1" spc="145" dirty="0">
                <a:latin typeface="Times New Roman"/>
                <a:cs typeface="Times New Roman"/>
              </a:rPr>
              <a:t> * </a:t>
            </a:r>
            <a:r>
              <a:rPr lang="en-US" altLang="zh-CN" sz="1850" b="1" i="1" spc="-790" dirty="0">
                <a:latin typeface="Times New Roman"/>
                <a:cs typeface="Times New Roman"/>
              </a:rPr>
              <a:t>P</a:t>
            </a:r>
            <a:endParaRPr sz="1850" dirty="0">
              <a:latin typeface="Times New Roman"/>
              <a:cs typeface="Times New Roman"/>
            </a:endParaRPr>
          </a:p>
        </p:txBody>
      </p:sp>
      <p:sp>
        <p:nvSpPr>
          <p:cNvPr id="32" name="object 30">
            <a:extLst>
              <a:ext uri="{FF2B5EF4-FFF2-40B4-BE49-F238E27FC236}">
                <a16:creationId xmlns:a16="http://schemas.microsoft.com/office/drawing/2014/main" id="{4FC0B599-053D-F13C-7B72-FAB23E1DD1FB}"/>
              </a:ext>
            </a:extLst>
          </p:cNvPr>
          <p:cNvSpPr txBox="1"/>
          <p:nvPr/>
        </p:nvSpPr>
        <p:spPr>
          <a:xfrm>
            <a:off x="4745127" y="1129963"/>
            <a:ext cx="1059025" cy="3097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35"/>
              </a:spcBef>
            </a:pPr>
            <a:r>
              <a:rPr sz="1900" b="1" i="1" dirty="0">
                <a:latin typeface="Times New Roman"/>
                <a:cs typeface="Times New Roman"/>
              </a:rPr>
              <a:t>P</a:t>
            </a:r>
            <a:r>
              <a:rPr sz="1900" b="1" i="1" spc="90" dirty="0">
                <a:latin typeface="Times New Roman"/>
                <a:cs typeface="Times New Roman"/>
              </a:rPr>
              <a:t> </a:t>
            </a:r>
            <a:r>
              <a:rPr sz="1900" spc="-140" dirty="0">
                <a:latin typeface="Symbol"/>
                <a:cs typeface="Symbol"/>
              </a:rPr>
              <a:t></a:t>
            </a:r>
            <a:r>
              <a:rPr sz="1900" spc="-55" dirty="0">
                <a:latin typeface="Times New Roman"/>
                <a:cs typeface="Times New Roman"/>
              </a:rPr>
              <a:t> </a:t>
            </a:r>
            <a:r>
              <a:rPr sz="1900" i="1" spc="50" dirty="0">
                <a:latin typeface="Times New Roman"/>
                <a:cs typeface="Times New Roman"/>
              </a:rPr>
              <a:t>d</a:t>
            </a:r>
            <a:r>
              <a:rPr sz="1650" i="1" spc="75" baseline="-25252" dirty="0">
                <a:latin typeface="Times New Roman"/>
                <a:cs typeface="Times New Roman"/>
              </a:rPr>
              <a:t>i</a:t>
            </a:r>
            <a:r>
              <a:rPr sz="1650" i="1" spc="300" baseline="-25252" dirty="0">
                <a:latin typeface="Times New Roman"/>
                <a:cs typeface="Times New Roman"/>
              </a:rPr>
              <a:t> </a:t>
            </a:r>
            <a:r>
              <a:rPr lang="zh-CN" altLang="en-US" sz="1600" i="1" spc="300" dirty="0">
                <a:latin typeface="Times New Roman"/>
                <a:cs typeface="Times New Roman"/>
              </a:rPr>
              <a:t>*</a:t>
            </a:r>
            <a:r>
              <a:rPr sz="1650" i="1" spc="300" baseline="-25252" dirty="0">
                <a:latin typeface="Times New Roman"/>
                <a:cs typeface="Times New Roman"/>
              </a:rPr>
              <a:t> </a:t>
            </a:r>
            <a:r>
              <a:rPr sz="1900" b="1" i="1" spc="-350" dirty="0">
                <a:latin typeface="Times New Roman"/>
                <a:cs typeface="Times New Roman"/>
              </a:rPr>
              <a:t>S</a:t>
            </a:r>
            <a:r>
              <a:rPr sz="1650" i="1" spc="-525" baseline="-25252" dirty="0">
                <a:latin typeface="Times New Roman"/>
                <a:cs typeface="Times New Roman"/>
              </a:rPr>
              <a:t>i</a:t>
            </a:r>
            <a:endParaRPr sz="1650" baseline="-25252" dirty="0">
              <a:latin typeface="Times New Roman"/>
              <a:cs typeface="Times New Roman"/>
            </a:endParaRPr>
          </a:p>
        </p:txBody>
      </p: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37478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1636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406536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B0E25520-58BD-1937-D417-0AD63EEBCE53}"/>
              </a:ext>
            </a:extLst>
          </p:cNvPr>
          <p:cNvGrpSpPr/>
          <p:nvPr/>
        </p:nvGrpSpPr>
        <p:grpSpPr>
          <a:xfrm>
            <a:off x="1512824" y="2138172"/>
            <a:ext cx="7235825" cy="4245737"/>
            <a:chOff x="1512824" y="2138172"/>
            <a:chExt cx="7235825" cy="4245737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8BC34558-2742-BB75-4E72-4B4B03D9D22B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3617849" y="0"/>
                  </a:moveTo>
                  <a:lnTo>
                    <a:pt x="0" y="2446451"/>
                  </a:lnTo>
                  <a:lnTo>
                    <a:pt x="7235825" y="2446451"/>
                  </a:lnTo>
                  <a:lnTo>
                    <a:pt x="3617849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B001900-52CC-18F9-8EAC-8230A08AA72A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0" y="2446451"/>
                  </a:moveTo>
                  <a:lnTo>
                    <a:pt x="3617849" y="0"/>
                  </a:lnTo>
                  <a:lnTo>
                    <a:pt x="7235825" y="2446451"/>
                  </a:lnTo>
                  <a:lnTo>
                    <a:pt x="0" y="2446451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71719B0D-BFAC-37ED-8AE4-6443153D744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7235825" y="0"/>
                  </a:moveTo>
                  <a:lnTo>
                    <a:pt x="0" y="0"/>
                  </a:lnTo>
                  <a:lnTo>
                    <a:pt x="3617849" y="2989326"/>
                  </a:lnTo>
                  <a:lnTo>
                    <a:pt x="7235825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A225552A-6850-1300-74E5-7A7599E56B6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0" y="0"/>
                  </a:moveTo>
                  <a:lnTo>
                    <a:pt x="3617849" y="2989326"/>
                  </a:lnTo>
                  <a:lnTo>
                    <a:pt x="723582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0">
            <a:extLst>
              <a:ext uri="{FF2B5EF4-FFF2-40B4-BE49-F238E27FC236}">
                <a16:creationId xmlns:a16="http://schemas.microsoft.com/office/drawing/2014/main" id="{A3653A73-2321-6C8E-57C9-F10770AB7DDD}"/>
              </a:ext>
            </a:extLst>
          </p:cNvPr>
          <p:cNvSpPr txBox="1"/>
          <p:nvPr/>
        </p:nvSpPr>
        <p:spPr>
          <a:xfrm>
            <a:off x="2614548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HTTP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4">
            <a:extLst>
              <a:ext uri="{FF2B5EF4-FFF2-40B4-BE49-F238E27FC236}">
                <a16:creationId xmlns:a16="http://schemas.microsoft.com/office/drawing/2014/main" id="{9E1D7B8F-4DF9-743C-EF60-2D8C0E008C1D}"/>
              </a:ext>
            </a:extLst>
          </p:cNvPr>
          <p:cNvSpPr txBox="1"/>
          <p:nvPr/>
        </p:nvSpPr>
        <p:spPr>
          <a:xfrm>
            <a:off x="4162297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5588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SMTP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DE73F1A1-8857-F4BE-1F4E-170ECBAA03C1}"/>
              </a:ext>
            </a:extLst>
          </p:cNvPr>
          <p:cNvSpPr txBox="1"/>
          <p:nvPr/>
        </p:nvSpPr>
        <p:spPr>
          <a:xfrm>
            <a:off x="5303773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DNS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2C2E9273-41CC-0432-0247-3C45CE5FF38C}"/>
              </a:ext>
            </a:extLst>
          </p:cNvPr>
          <p:cNvSpPr txBox="1"/>
          <p:nvPr/>
        </p:nvSpPr>
        <p:spPr>
          <a:xfrm>
            <a:off x="6851522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RTP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339F8D47-3E40-D436-5CE6-94795577E2CE}"/>
              </a:ext>
            </a:extLst>
          </p:cNvPr>
          <p:cNvSpPr txBox="1"/>
          <p:nvPr/>
        </p:nvSpPr>
        <p:spPr>
          <a:xfrm>
            <a:off x="3347973" y="3252342"/>
            <a:ext cx="814705" cy="393700"/>
          </a:xfrm>
          <a:prstGeom prst="rect">
            <a:avLst/>
          </a:prstGeom>
          <a:solidFill>
            <a:srgbClr val="FFFF9A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0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TCP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F59233FE-0923-9D94-0DB6-35D484AED9A2}"/>
              </a:ext>
            </a:extLst>
          </p:cNvPr>
          <p:cNvSpPr txBox="1"/>
          <p:nvPr/>
        </p:nvSpPr>
        <p:spPr>
          <a:xfrm>
            <a:off x="6118097" y="3252342"/>
            <a:ext cx="815975" cy="393700"/>
          </a:xfrm>
          <a:prstGeom prst="rect">
            <a:avLst/>
          </a:prstGeom>
          <a:solidFill>
            <a:srgbClr val="FFFF99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403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UDP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46757EE5-CE20-206B-0202-CC801FF6F756}"/>
              </a:ext>
            </a:extLst>
          </p:cNvPr>
          <p:cNvSpPr txBox="1"/>
          <p:nvPr/>
        </p:nvSpPr>
        <p:spPr>
          <a:xfrm>
            <a:off x="4732273" y="4357242"/>
            <a:ext cx="815975" cy="393700"/>
          </a:xfrm>
          <a:prstGeom prst="rect">
            <a:avLst/>
          </a:prstGeom>
          <a:solidFill>
            <a:srgbClr val="FF99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642318DB-0D2A-4345-CE5B-FDAEABAF4E0D}"/>
              </a:ext>
            </a:extLst>
          </p:cNvPr>
          <p:cNvSpPr txBox="1"/>
          <p:nvPr/>
        </p:nvSpPr>
        <p:spPr>
          <a:xfrm>
            <a:off x="980643" y="4342257"/>
            <a:ext cx="7937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网际层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8BC0ACAE-BD0B-9717-C826-155A5E5D269A}"/>
              </a:ext>
            </a:extLst>
          </p:cNvPr>
          <p:cNvSpPr txBox="1"/>
          <p:nvPr/>
        </p:nvSpPr>
        <p:spPr>
          <a:xfrm>
            <a:off x="726440" y="5603240"/>
            <a:ext cx="13055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E3E80E30-CDD8-0A47-D0C6-B770395EE340}"/>
              </a:ext>
            </a:extLst>
          </p:cNvPr>
          <p:cNvSpPr txBox="1"/>
          <p:nvPr/>
        </p:nvSpPr>
        <p:spPr>
          <a:xfrm>
            <a:off x="980643" y="3334003"/>
            <a:ext cx="7937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传</a:t>
            </a:r>
            <a:r>
              <a:rPr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输层</a:t>
            </a:r>
            <a:endParaRPr sz="2000" dirty="0">
              <a:latin typeface="Lantinghei SC Heavy"/>
              <a:cs typeface="Lantinghei SC Heavy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EE4EE879-159D-35E0-17C4-516C5EA14A21}"/>
              </a:ext>
            </a:extLst>
          </p:cNvPr>
          <p:cNvSpPr txBox="1"/>
          <p:nvPr/>
        </p:nvSpPr>
        <p:spPr>
          <a:xfrm>
            <a:off x="980643" y="2325751"/>
            <a:ext cx="793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应用层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8" name="object 46">
            <a:extLst>
              <a:ext uri="{FF2B5EF4-FFF2-40B4-BE49-F238E27FC236}">
                <a16:creationId xmlns:a16="http://schemas.microsoft.com/office/drawing/2014/main" id="{7BD767F8-0760-DA99-14B3-79680ECF9BB8}"/>
              </a:ext>
            </a:extLst>
          </p:cNvPr>
          <p:cNvSpPr txBox="1"/>
          <p:nvPr/>
        </p:nvSpPr>
        <p:spPr>
          <a:xfrm>
            <a:off x="3635121" y="2247976"/>
            <a:ext cx="29768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708910" algn="l"/>
              </a:tabLst>
            </a:pP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r>
              <a:rPr sz="2000" b="1" dirty="0">
                <a:solidFill>
                  <a:srgbClr val="333399"/>
                </a:solidFill>
                <a:latin typeface="Times New Roman"/>
                <a:cs typeface="Times New Roman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9" name="object 47">
            <a:extLst>
              <a:ext uri="{FF2B5EF4-FFF2-40B4-BE49-F238E27FC236}">
                <a16:creationId xmlns:a16="http://schemas.microsoft.com/office/drawing/2014/main" id="{D6DD29C1-B051-330A-357C-CE2F0E9BDA72}"/>
              </a:ext>
            </a:extLst>
          </p:cNvPr>
          <p:cNvSpPr txBox="1"/>
          <p:nvPr/>
        </p:nvSpPr>
        <p:spPr>
          <a:xfrm>
            <a:off x="5877305" y="5649264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163793"/>
                </a:solidFill>
                <a:latin typeface="Times New Roman"/>
                <a:cs typeface="Times New Roman"/>
              </a:rPr>
              <a:t>…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0" name="object 48">
            <a:extLst>
              <a:ext uri="{FF2B5EF4-FFF2-40B4-BE49-F238E27FC236}">
                <a16:creationId xmlns:a16="http://schemas.microsoft.com/office/drawing/2014/main" id="{F57D7D42-90F0-D23F-BEBD-F50ED1A2A2DD}"/>
              </a:ext>
            </a:extLst>
          </p:cNvPr>
          <p:cNvSpPr/>
          <p:nvPr/>
        </p:nvSpPr>
        <p:spPr>
          <a:xfrm>
            <a:off x="3009773" y="2728467"/>
            <a:ext cx="4250055" cy="2916555"/>
          </a:xfrm>
          <a:custGeom>
            <a:avLst/>
            <a:gdLst/>
            <a:ahLst/>
            <a:cxnLst/>
            <a:rect l="l" t="t" r="r" b="b"/>
            <a:pathLst>
              <a:path w="4250055" h="2916554">
                <a:moveTo>
                  <a:pt x="509651" y="547751"/>
                </a:moveTo>
                <a:lnTo>
                  <a:pt x="468058" y="463296"/>
                </a:lnTo>
                <a:lnTo>
                  <a:pt x="443738" y="413893"/>
                </a:lnTo>
                <a:lnTo>
                  <a:pt x="422783" y="433374"/>
                </a:lnTo>
                <a:lnTo>
                  <a:pt x="107810" y="94957"/>
                </a:lnTo>
                <a:lnTo>
                  <a:pt x="119087" y="84455"/>
                </a:lnTo>
                <a:lnTo>
                  <a:pt x="128778" y="75438"/>
                </a:lnTo>
                <a:lnTo>
                  <a:pt x="0" y="0"/>
                </a:lnTo>
                <a:lnTo>
                  <a:pt x="66040" y="133858"/>
                </a:lnTo>
                <a:lnTo>
                  <a:pt x="86956" y="114376"/>
                </a:lnTo>
                <a:lnTo>
                  <a:pt x="401853" y="452818"/>
                </a:lnTo>
                <a:lnTo>
                  <a:pt x="380873" y="472313"/>
                </a:lnTo>
                <a:lnTo>
                  <a:pt x="509651" y="547751"/>
                </a:lnTo>
                <a:close/>
              </a:path>
              <a:path w="4250055" h="2916554">
                <a:moveTo>
                  <a:pt x="1546225" y="1651"/>
                </a:moveTo>
                <a:lnTo>
                  <a:pt x="1411097" y="64643"/>
                </a:lnTo>
                <a:lnTo>
                  <a:pt x="1430172" y="86067"/>
                </a:lnTo>
                <a:lnTo>
                  <a:pt x="1059230" y="416534"/>
                </a:lnTo>
                <a:lnTo>
                  <a:pt x="1040257" y="395224"/>
                </a:lnTo>
                <a:lnTo>
                  <a:pt x="962025" y="522351"/>
                </a:lnTo>
                <a:lnTo>
                  <a:pt x="1097280" y="459232"/>
                </a:lnTo>
                <a:lnTo>
                  <a:pt x="1086751" y="447421"/>
                </a:lnTo>
                <a:lnTo>
                  <a:pt x="1078255" y="437896"/>
                </a:lnTo>
                <a:lnTo>
                  <a:pt x="1449146" y="107365"/>
                </a:lnTo>
                <a:lnTo>
                  <a:pt x="1468120" y="128651"/>
                </a:lnTo>
                <a:lnTo>
                  <a:pt x="1500136" y="76581"/>
                </a:lnTo>
                <a:lnTo>
                  <a:pt x="1546225" y="1651"/>
                </a:lnTo>
                <a:close/>
              </a:path>
              <a:path w="4250055" h="2916554">
                <a:moveTo>
                  <a:pt x="1805051" y="2066925"/>
                </a:moveTo>
                <a:lnTo>
                  <a:pt x="1658366" y="2094357"/>
                </a:lnTo>
                <a:lnTo>
                  <a:pt x="1671510" y="2119807"/>
                </a:lnTo>
                <a:lnTo>
                  <a:pt x="279222" y="2838145"/>
                </a:lnTo>
                <a:lnTo>
                  <a:pt x="266065" y="2812669"/>
                </a:lnTo>
                <a:lnTo>
                  <a:pt x="158750" y="2916288"/>
                </a:lnTo>
                <a:lnTo>
                  <a:pt x="305435" y="2888869"/>
                </a:lnTo>
                <a:lnTo>
                  <a:pt x="295694" y="2870022"/>
                </a:lnTo>
                <a:lnTo>
                  <a:pt x="292315" y="2863494"/>
                </a:lnTo>
                <a:lnTo>
                  <a:pt x="1684642" y="2145233"/>
                </a:lnTo>
                <a:lnTo>
                  <a:pt x="1697736" y="2170557"/>
                </a:lnTo>
                <a:lnTo>
                  <a:pt x="1757045" y="2113280"/>
                </a:lnTo>
                <a:lnTo>
                  <a:pt x="1805051" y="2066925"/>
                </a:lnTo>
                <a:close/>
              </a:path>
              <a:path w="4250055" h="2916554">
                <a:moveTo>
                  <a:pt x="1890776" y="1611376"/>
                </a:moveTo>
                <a:lnTo>
                  <a:pt x="1841804" y="1559560"/>
                </a:lnTo>
                <a:lnTo>
                  <a:pt x="1788287" y="1502918"/>
                </a:lnTo>
                <a:lnTo>
                  <a:pt x="1774075" y="1527644"/>
                </a:lnTo>
                <a:lnTo>
                  <a:pt x="872299" y="1008278"/>
                </a:lnTo>
                <a:lnTo>
                  <a:pt x="876414" y="1001141"/>
                </a:lnTo>
                <a:lnTo>
                  <a:pt x="886587" y="983488"/>
                </a:lnTo>
                <a:lnTo>
                  <a:pt x="741426" y="949325"/>
                </a:lnTo>
                <a:lnTo>
                  <a:pt x="843788" y="1057783"/>
                </a:lnTo>
                <a:lnTo>
                  <a:pt x="858050" y="1033030"/>
                </a:lnTo>
                <a:lnTo>
                  <a:pt x="1759826" y="1552460"/>
                </a:lnTo>
                <a:lnTo>
                  <a:pt x="1745615" y="1577213"/>
                </a:lnTo>
                <a:lnTo>
                  <a:pt x="1890776" y="1611376"/>
                </a:lnTo>
                <a:close/>
              </a:path>
              <a:path w="4250055" h="2916554">
                <a:moveTo>
                  <a:pt x="2135759" y="2171700"/>
                </a:moveTo>
                <a:lnTo>
                  <a:pt x="2135035" y="2142744"/>
                </a:lnTo>
                <a:lnTo>
                  <a:pt x="2132076" y="2022475"/>
                </a:lnTo>
                <a:lnTo>
                  <a:pt x="2053082" y="2148967"/>
                </a:lnTo>
                <a:lnTo>
                  <a:pt x="2080552" y="2156523"/>
                </a:lnTo>
                <a:lnTo>
                  <a:pt x="1911553" y="2774772"/>
                </a:lnTo>
                <a:lnTo>
                  <a:pt x="1883918" y="2767203"/>
                </a:lnTo>
                <a:lnTo>
                  <a:pt x="1887601" y="2916288"/>
                </a:lnTo>
                <a:lnTo>
                  <a:pt x="1962696" y="2796032"/>
                </a:lnTo>
                <a:lnTo>
                  <a:pt x="1966595" y="2789809"/>
                </a:lnTo>
                <a:lnTo>
                  <a:pt x="1939099" y="2782303"/>
                </a:lnTo>
                <a:lnTo>
                  <a:pt x="2108123" y="2164105"/>
                </a:lnTo>
                <a:lnTo>
                  <a:pt x="2135759" y="2171700"/>
                </a:lnTo>
                <a:close/>
              </a:path>
              <a:path w="4250055" h="2916554">
                <a:moveTo>
                  <a:pt x="3271901" y="512826"/>
                </a:moveTo>
                <a:lnTo>
                  <a:pt x="3224796" y="440817"/>
                </a:lnTo>
                <a:lnTo>
                  <a:pt x="3190240" y="387985"/>
                </a:lnTo>
                <a:lnTo>
                  <a:pt x="3171850" y="409803"/>
                </a:lnTo>
                <a:lnTo>
                  <a:pt x="2802852" y="98717"/>
                </a:lnTo>
                <a:lnTo>
                  <a:pt x="2810586" y="89535"/>
                </a:lnTo>
                <a:lnTo>
                  <a:pt x="2821305" y="76835"/>
                </a:lnTo>
                <a:lnTo>
                  <a:pt x="2684526" y="17526"/>
                </a:lnTo>
                <a:lnTo>
                  <a:pt x="2766060" y="142367"/>
                </a:lnTo>
                <a:lnTo>
                  <a:pt x="2784437" y="120561"/>
                </a:lnTo>
                <a:lnTo>
                  <a:pt x="3153435" y="431647"/>
                </a:lnTo>
                <a:lnTo>
                  <a:pt x="3134995" y="453517"/>
                </a:lnTo>
                <a:lnTo>
                  <a:pt x="3271901" y="512826"/>
                </a:lnTo>
                <a:close/>
              </a:path>
              <a:path w="4250055" h="2916554">
                <a:moveTo>
                  <a:pt x="3527425" y="965200"/>
                </a:moveTo>
                <a:lnTo>
                  <a:pt x="3381883" y="997839"/>
                </a:lnTo>
                <a:lnTo>
                  <a:pt x="3395891" y="1022794"/>
                </a:lnTo>
                <a:lnTo>
                  <a:pt x="2492489" y="1530477"/>
                </a:lnTo>
                <a:lnTo>
                  <a:pt x="2478532" y="1505585"/>
                </a:lnTo>
                <a:lnTo>
                  <a:pt x="2374900" y="1612900"/>
                </a:lnTo>
                <a:lnTo>
                  <a:pt x="2520442" y="1580261"/>
                </a:lnTo>
                <a:lnTo>
                  <a:pt x="2510383" y="1562354"/>
                </a:lnTo>
                <a:lnTo>
                  <a:pt x="2506459" y="1555369"/>
                </a:lnTo>
                <a:lnTo>
                  <a:pt x="3409873" y="1047673"/>
                </a:lnTo>
                <a:lnTo>
                  <a:pt x="3423920" y="1072642"/>
                </a:lnTo>
                <a:lnTo>
                  <a:pt x="3478720" y="1015746"/>
                </a:lnTo>
                <a:lnTo>
                  <a:pt x="3527425" y="965200"/>
                </a:lnTo>
                <a:close/>
              </a:path>
              <a:path w="4250055" h="2916554">
                <a:moveTo>
                  <a:pt x="4046601" y="2916288"/>
                </a:moveTo>
                <a:lnTo>
                  <a:pt x="3998671" y="2870009"/>
                </a:lnTo>
                <a:lnTo>
                  <a:pt x="3939286" y="2812669"/>
                </a:lnTo>
                <a:lnTo>
                  <a:pt x="3926141" y="2838094"/>
                </a:lnTo>
                <a:lnTo>
                  <a:pt x="2552877" y="2129332"/>
                </a:lnTo>
                <a:lnTo>
                  <a:pt x="2556256" y="2122805"/>
                </a:lnTo>
                <a:lnTo>
                  <a:pt x="2566035" y="2103882"/>
                </a:lnTo>
                <a:lnTo>
                  <a:pt x="2419350" y="2076450"/>
                </a:lnTo>
                <a:lnTo>
                  <a:pt x="2526665" y="2180082"/>
                </a:lnTo>
                <a:lnTo>
                  <a:pt x="2539771" y="2154720"/>
                </a:lnTo>
                <a:lnTo>
                  <a:pt x="3913047" y="2863431"/>
                </a:lnTo>
                <a:lnTo>
                  <a:pt x="3899916" y="2888843"/>
                </a:lnTo>
                <a:lnTo>
                  <a:pt x="4046601" y="2916288"/>
                </a:lnTo>
                <a:close/>
              </a:path>
              <a:path w="4250055" h="2916554">
                <a:moveTo>
                  <a:pt x="4249801" y="1651"/>
                </a:moveTo>
                <a:lnTo>
                  <a:pt x="4115562" y="66802"/>
                </a:lnTo>
                <a:lnTo>
                  <a:pt x="4134866" y="87807"/>
                </a:lnTo>
                <a:lnTo>
                  <a:pt x="3772166" y="421449"/>
                </a:lnTo>
                <a:lnTo>
                  <a:pt x="3752850" y="400431"/>
                </a:lnTo>
                <a:lnTo>
                  <a:pt x="3676650" y="528701"/>
                </a:lnTo>
                <a:lnTo>
                  <a:pt x="3810889" y="463550"/>
                </a:lnTo>
                <a:lnTo>
                  <a:pt x="3800373" y="452120"/>
                </a:lnTo>
                <a:lnTo>
                  <a:pt x="3791508" y="442493"/>
                </a:lnTo>
                <a:lnTo>
                  <a:pt x="4154271" y="108902"/>
                </a:lnTo>
                <a:lnTo>
                  <a:pt x="4173601" y="129921"/>
                </a:lnTo>
                <a:lnTo>
                  <a:pt x="4204373" y="78105"/>
                </a:lnTo>
                <a:lnTo>
                  <a:pt x="4249801" y="1651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F2D6EA4B-EA46-3944-731A-05270B3D7489}"/>
              </a:ext>
            </a:extLst>
          </p:cNvPr>
          <p:cNvSpPr txBox="1"/>
          <p:nvPr/>
        </p:nvSpPr>
        <p:spPr>
          <a:xfrm>
            <a:off x="2614548" y="5636818"/>
            <a:ext cx="130492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3970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100"/>
              </a:spcBef>
            </a:pPr>
            <a:r>
              <a:rPr sz="2000" b="1" spc="65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362AD036-1832-9E0D-BB9D-7D9C3DCD19A7}"/>
              </a:ext>
            </a:extLst>
          </p:cNvPr>
          <p:cNvSpPr txBox="1"/>
          <p:nvPr/>
        </p:nvSpPr>
        <p:spPr>
          <a:xfrm>
            <a:off x="432587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85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2</a:t>
            </a:r>
            <a:endParaRPr sz="2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03056077-5C5E-E789-8C67-F7A13EEC1F25}"/>
              </a:ext>
            </a:extLst>
          </p:cNvPr>
          <p:cNvSpPr txBox="1"/>
          <p:nvPr/>
        </p:nvSpPr>
        <p:spPr>
          <a:xfrm>
            <a:off x="636422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69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3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F6A46C15-8260-1D88-BB70-E7E33ECA351D}"/>
              </a:ext>
            </a:extLst>
          </p:cNvPr>
          <p:cNvSpPr/>
          <p:nvPr/>
        </p:nvSpPr>
        <p:spPr>
          <a:xfrm>
            <a:off x="8682481" y="1144562"/>
            <a:ext cx="31750" cy="934719"/>
          </a:xfrm>
          <a:custGeom>
            <a:avLst/>
            <a:gdLst/>
            <a:ahLst/>
            <a:cxnLst/>
            <a:rect l="l" t="t" r="r" b="b"/>
            <a:pathLst>
              <a:path w="31750" h="934719">
                <a:moveTo>
                  <a:pt x="0" y="934681"/>
                </a:moveTo>
                <a:lnTo>
                  <a:pt x="31623" y="934681"/>
                </a:lnTo>
                <a:lnTo>
                  <a:pt x="31623" y="0"/>
                </a:lnTo>
                <a:lnTo>
                  <a:pt x="0" y="0"/>
                </a:lnTo>
                <a:lnTo>
                  <a:pt x="0" y="934681"/>
                </a:lnTo>
                <a:close/>
              </a:path>
            </a:pathLst>
          </a:custGeom>
          <a:solidFill>
            <a:srgbClr val="FF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9FCF02A5-3384-5B3E-EC4C-4A8268390142}"/>
              </a:ext>
            </a:extLst>
          </p:cNvPr>
          <p:cNvSpPr txBox="1"/>
          <p:nvPr/>
        </p:nvSpPr>
        <p:spPr>
          <a:xfrm>
            <a:off x="2642616" y="1243754"/>
            <a:ext cx="4961255" cy="7804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445" algn="ctr">
              <a:lnSpc>
                <a:spcPts val="2655"/>
              </a:lnSpc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r>
              <a:rPr sz="2400" b="1" spc="-6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可为各式各样的应用程序提供服务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66EF1257-072B-B4E3-720E-6C4B77F497C5}"/>
              </a:ext>
            </a:extLst>
          </p:cNvPr>
          <p:cNvSpPr/>
          <p:nvPr/>
        </p:nvSpPr>
        <p:spPr>
          <a:xfrm>
            <a:off x="1499108" y="1122489"/>
            <a:ext cx="7183755" cy="979169"/>
          </a:xfrm>
          <a:custGeom>
            <a:avLst/>
            <a:gdLst/>
            <a:ahLst/>
            <a:cxnLst/>
            <a:rect l="l" t="t" r="r" b="b"/>
            <a:pathLst>
              <a:path w="7183755" h="979169">
                <a:moveTo>
                  <a:pt x="7183374" y="0"/>
                </a:moveTo>
                <a:lnTo>
                  <a:pt x="0" y="0"/>
                </a:lnTo>
                <a:lnTo>
                  <a:pt x="0" y="978725"/>
                </a:lnTo>
                <a:lnTo>
                  <a:pt x="7183374" y="978725"/>
                </a:lnTo>
                <a:lnTo>
                  <a:pt x="7183374" y="0"/>
                </a:lnTo>
                <a:close/>
              </a:path>
            </a:pathLst>
          </a:custGeom>
          <a:solidFill>
            <a:srgbClr val="CC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5">
            <a:extLst>
              <a:ext uri="{FF2B5EF4-FFF2-40B4-BE49-F238E27FC236}">
                <a16:creationId xmlns:a16="http://schemas.microsoft.com/office/drawing/2014/main" id="{B9617629-C990-8BEC-4E79-752F608F6B8C}"/>
              </a:ext>
            </a:extLst>
          </p:cNvPr>
          <p:cNvSpPr txBox="1"/>
          <p:nvPr/>
        </p:nvSpPr>
        <p:spPr>
          <a:xfrm>
            <a:off x="1499108" y="1107186"/>
            <a:ext cx="7183755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-7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endParaRPr sz="24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5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可应用到各式各样的网络上</a:t>
            </a:r>
            <a:endParaRPr sz="2400" dirty="0">
              <a:latin typeface="Lantinghei SC Heavy"/>
              <a:cs typeface="Lantinghei SC Heavy"/>
            </a:endParaRPr>
          </a:p>
        </p:txBody>
      </p: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EDD32CD5-9354-1D93-6BD8-D688E6B05C73}"/>
              </a:ext>
            </a:extLst>
          </p:cNvPr>
          <p:cNvCxnSpPr>
            <a:cxnSpLocks/>
          </p:cNvCxnSpPr>
          <p:nvPr/>
        </p:nvCxnSpPr>
        <p:spPr>
          <a:xfrm>
            <a:off x="726440" y="2937164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线连接符 66">
            <a:extLst>
              <a:ext uri="{FF2B5EF4-FFF2-40B4-BE49-F238E27FC236}">
                <a16:creationId xmlns:a16="http://schemas.microsoft.com/office/drawing/2014/main" id="{0A0C07EC-B9CB-1D68-1CC8-226077C2CF66}"/>
              </a:ext>
            </a:extLst>
          </p:cNvPr>
          <p:cNvCxnSpPr>
            <a:cxnSpLocks/>
          </p:cNvCxnSpPr>
          <p:nvPr/>
        </p:nvCxnSpPr>
        <p:spPr>
          <a:xfrm>
            <a:off x="726438" y="3995235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BE622F2D-CFC6-4A8E-F541-8485ED346719}"/>
              </a:ext>
            </a:extLst>
          </p:cNvPr>
          <p:cNvCxnSpPr>
            <a:cxnSpLocks/>
          </p:cNvCxnSpPr>
          <p:nvPr/>
        </p:nvCxnSpPr>
        <p:spPr>
          <a:xfrm>
            <a:off x="726438" y="5160581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85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1219201" y="875323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D7808A94-5981-A465-5437-53571B10EAC1}"/>
              </a:ext>
            </a:extLst>
          </p:cNvPr>
          <p:cNvGrpSpPr/>
          <p:nvPr/>
        </p:nvGrpSpPr>
        <p:grpSpPr>
          <a:xfrm>
            <a:off x="1359878" y="786661"/>
            <a:ext cx="8124089" cy="3889540"/>
            <a:chOff x="1359878" y="786661"/>
            <a:chExt cx="8124089" cy="3889540"/>
          </a:xfrm>
        </p:grpSpPr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668CFC51-9935-1272-A9CC-092852B5527E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65C074-34A7-94BD-741E-B77127E1776D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线形标注 1 6">
                <a:extLst>
                  <a:ext uri="{FF2B5EF4-FFF2-40B4-BE49-F238E27FC236}">
                    <a16:creationId xmlns:a16="http://schemas.microsoft.com/office/drawing/2014/main" id="{B3F28719-1E97-0ADF-8098-DAD6145C0F24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8" name="左中括号 7">
                <a:extLst>
                  <a:ext uri="{FF2B5EF4-FFF2-40B4-BE49-F238E27FC236}">
                    <a16:creationId xmlns:a16="http://schemas.microsoft.com/office/drawing/2014/main" id="{DAE64919-DCD0-DBAE-4833-18CB2F7B49D0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4FE0116-D976-4610-2A6A-F8457A74CD0E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线形标注 1 9">
                <a:extLst>
                  <a:ext uri="{FF2B5EF4-FFF2-40B4-BE49-F238E27FC236}">
                    <a16:creationId xmlns:a16="http://schemas.microsoft.com/office/drawing/2014/main" id="{1296A823-7580-6B4F-0D38-2FFD4D71466A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11" name="线形标注 1 10">
                <a:extLst>
                  <a:ext uri="{FF2B5EF4-FFF2-40B4-BE49-F238E27FC236}">
                    <a16:creationId xmlns:a16="http://schemas.microsoft.com/office/drawing/2014/main" id="{0F3907D6-6382-4B27-3D0D-20E8F8FF755C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12" name="线形标注 1 11">
                <a:extLst>
                  <a:ext uri="{FF2B5EF4-FFF2-40B4-BE49-F238E27FC236}">
                    <a16:creationId xmlns:a16="http://schemas.microsoft.com/office/drawing/2014/main" id="{9DA09D15-01B8-135F-7EDF-D6A8A1601B3C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913F802-0A1F-2226-63DA-024D86F7FBA0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线形标注 1 1">
              <a:extLst>
                <a:ext uri="{FF2B5EF4-FFF2-40B4-BE49-F238E27FC236}">
                  <a16:creationId xmlns:a16="http://schemas.microsoft.com/office/drawing/2014/main" id="{F1439EF8-DCFB-51DC-C59B-9FC4EC277733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3" name="线形标注 1 2">
              <a:extLst>
                <a:ext uri="{FF2B5EF4-FFF2-40B4-BE49-F238E27FC236}">
                  <a16:creationId xmlns:a16="http://schemas.microsoft.com/office/drawing/2014/main" id="{14B939CB-8C9A-DC39-46CF-8677F8CF2FF6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4" name="线形标注 1 3">
              <a:extLst>
                <a:ext uri="{FF2B5EF4-FFF2-40B4-BE49-F238E27FC236}">
                  <a16:creationId xmlns:a16="http://schemas.microsoft.com/office/drawing/2014/main" id="{34805719-B28F-DF32-68E1-AF4DF03B9C6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183673" y="518414"/>
            <a:ext cx="2886282" cy="5821172"/>
            <a:chOff x="4627085" y="518413"/>
            <a:chExt cx="2886282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2721166" cy="4814371"/>
              <a:chOff x="4627085" y="1021814"/>
              <a:chExt cx="2721166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EA470FA-ACEB-D79F-0214-2E3C4716C2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4587165"/>
              </p:ext>
            </p:extLst>
          </p:nvPr>
        </p:nvGraphicFramePr>
        <p:xfrm>
          <a:off x="2684192" y="1021814"/>
          <a:ext cx="5316808" cy="48143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40242" y="568451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6488054" y="5330614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01237D97-14A9-1DF9-26EC-D2A10B8734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41981" y="568451"/>
            <a:ext cx="7922956" cy="423062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 dirty="0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358911" y="561867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29897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3998</TotalTime>
  <Words>2384</Words>
  <Application>Microsoft Macintosh PowerPoint</Application>
  <PresentationFormat>宽屏</PresentationFormat>
  <Paragraphs>572</Paragraphs>
  <Slides>38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51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Arial</vt:lpstr>
      <vt:lpstr>Comic Sans MS</vt:lpstr>
      <vt:lpstr>Symbol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375</cp:revision>
  <dcterms:created xsi:type="dcterms:W3CDTF">2025-03-15T07:41:15Z</dcterms:created>
  <dcterms:modified xsi:type="dcterms:W3CDTF">2026-08-06T15:03:34Z</dcterms:modified>
</cp:coreProperties>
</file>