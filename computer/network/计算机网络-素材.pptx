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6" r:id="rId2"/>
    <p:sldId id="294" r:id="rId3"/>
    <p:sldId id="256" r:id="rId4"/>
    <p:sldId id="257" r:id="rId5"/>
    <p:sldId id="259" r:id="rId6"/>
    <p:sldId id="258" r:id="rId7"/>
    <p:sldId id="261" r:id="rId8"/>
    <p:sldId id="262" r:id="rId9"/>
    <p:sldId id="278" r:id="rId10"/>
    <p:sldId id="263" r:id="rId11"/>
    <p:sldId id="264" r:id="rId12"/>
    <p:sldId id="265" r:id="rId13"/>
    <p:sldId id="266" r:id="rId14"/>
    <p:sldId id="268" r:id="rId15"/>
    <p:sldId id="274" r:id="rId16"/>
    <p:sldId id="275" r:id="rId17"/>
    <p:sldId id="276" r:id="rId18"/>
    <p:sldId id="260" r:id="rId19"/>
    <p:sldId id="269" r:id="rId20"/>
    <p:sldId id="277" r:id="rId21"/>
    <p:sldId id="279" r:id="rId22"/>
    <p:sldId id="280" r:id="rId23"/>
    <p:sldId id="271" r:id="rId24"/>
    <p:sldId id="283" r:id="rId25"/>
    <p:sldId id="287" r:id="rId26"/>
    <p:sldId id="272" r:id="rId27"/>
    <p:sldId id="288" r:id="rId28"/>
    <p:sldId id="289" r:id="rId29"/>
    <p:sldId id="290" r:id="rId30"/>
    <p:sldId id="291" r:id="rId31"/>
    <p:sldId id="292" r:id="rId32"/>
    <p:sldId id="293" r:id="rId33"/>
    <p:sldId id="273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6"/>
            <p14:sldId id="294"/>
            <p14:sldId id="256"/>
            <p14:sldId id="257"/>
            <p14:sldId id="259"/>
            <p14:sldId id="258"/>
            <p14:sldId id="261"/>
            <p14:sldId id="262"/>
          </p14:sldIdLst>
        </p14:section>
        <p14:section name="传输层-可靠传输" id="{D0856219-6750-FB4C-852F-9603B2FC9DDB}">
          <p14:sldIdLst>
            <p14:sldId id="278"/>
            <p14:sldId id="263"/>
            <p14:sldId id="264"/>
            <p14:sldId id="265"/>
            <p14:sldId id="266"/>
            <p14:sldId id="268"/>
            <p14:sldId id="274"/>
            <p14:sldId id="275"/>
            <p14:sldId id="276"/>
            <p14:sldId id="260"/>
            <p14:sldId id="269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93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FDFF"/>
    <a:srgbClr val="CEFDFF"/>
    <a:srgbClr val="E6F7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875"/>
    <p:restoredTop sz="94830"/>
  </p:normalViewPr>
  <p:slideViewPr>
    <p:cSldViewPr snapToGrid="0">
      <p:cViewPr varScale="1">
        <p:scale>
          <a:sx n="121" d="100"/>
          <a:sy n="121" d="100"/>
        </p:scale>
        <p:origin x="11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组合 76">
            <a:extLst>
              <a:ext uri="{FF2B5EF4-FFF2-40B4-BE49-F238E27FC236}">
                <a16:creationId xmlns:a16="http://schemas.microsoft.com/office/drawing/2014/main" id="{A7C879F7-7FE2-1830-B78A-02E8F6B24808}"/>
              </a:ext>
            </a:extLst>
          </p:cNvPr>
          <p:cNvGrpSpPr/>
          <p:nvPr/>
        </p:nvGrpSpPr>
        <p:grpSpPr>
          <a:xfrm>
            <a:off x="780583" y="0"/>
            <a:ext cx="10084422" cy="6679580"/>
            <a:chOff x="780583" y="0"/>
            <a:chExt cx="10084422" cy="6679580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55BC3B73-C82D-34E2-D47E-A91607E37485}"/>
                </a:ext>
              </a:extLst>
            </p:cNvPr>
            <p:cNvSpPr/>
            <p:nvPr/>
          </p:nvSpPr>
          <p:spPr>
            <a:xfrm>
              <a:off x="1438507" y="669073"/>
              <a:ext cx="4657493" cy="6010507"/>
            </a:xfrm>
            <a:solidFill>
              <a:srgbClr val="CEFDFF"/>
            </a:solidFill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" name="下箭头 3">
              <a:extLst>
                <a:ext uri="{FF2B5EF4-FFF2-40B4-BE49-F238E27FC236}">
                  <a16:creationId xmlns:a16="http://schemas.microsoft.com/office/drawing/2014/main" id="{338FEFEB-1E7A-D7B3-BDB8-F7767729A3F3}"/>
                </a:ext>
              </a:extLst>
            </p:cNvPr>
            <p:cNvSpPr/>
            <p:nvPr/>
          </p:nvSpPr>
          <p:spPr>
            <a:xfrm>
              <a:off x="780583" y="628183"/>
              <a:ext cx="546410" cy="6051397"/>
            </a:xfrm>
            <a:prstGeom prst="downArrow">
              <a:avLst>
                <a:gd name="adj1" fmla="val 50000"/>
                <a:gd name="adj2" fmla="val 84694"/>
              </a:avLst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时间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4676032-B2DB-33DC-F425-EFD18DD4DA89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2400" b="1" dirty="0">
                  <a:solidFill>
                    <a:schemeClr val="tx1"/>
                  </a:solidFill>
                </a:rPr>
                <a:t>非持久性连接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6B88D653-F4A7-905C-B418-F544C39C3878}"/>
                </a:ext>
              </a:extLst>
            </p:cNvPr>
            <p:cNvSpPr/>
            <p:nvPr/>
          </p:nvSpPr>
          <p:spPr>
            <a:xfrm>
              <a:off x="1984913" y="1144861"/>
              <a:ext cx="3646449" cy="4683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zh-CN" altLang="en-US" sz="1400" dirty="0"/>
                <a:t>用户在浏览器输入</a:t>
              </a:r>
              <a:r>
                <a:rPr kumimoji="1" lang="en-US" altLang="zh-CN" sz="1400" dirty="0"/>
                <a:t>URL</a:t>
              </a:r>
            </a:p>
            <a:p>
              <a:r>
                <a:rPr kumimoji="1" lang="en-US" altLang="zh-CN" sz="1400" dirty="0"/>
                <a:t>  </a:t>
              </a:r>
              <a:r>
                <a:rPr kumimoji="1" lang="en-US" altLang="zh-CN" sz="1400" dirty="0">
                  <a:hlinkClick r:id="rId2"/>
                </a:rPr>
                <a:t>www.guofei.site/linux.html</a:t>
              </a:r>
              <a:r>
                <a:rPr kumimoji="1" lang="zh-CN" altLang="en-US" sz="1400" dirty="0"/>
                <a:t> 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32A3583-9F06-1B02-0BC8-BF7BAA589D0A}"/>
                </a:ext>
              </a:extLst>
            </p:cNvPr>
            <p:cNvSpPr/>
            <p:nvPr/>
          </p:nvSpPr>
          <p:spPr>
            <a:xfrm>
              <a:off x="6207512" y="669073"/>
              <a:ext cx="4657493" cy="6010507"/>
            </a:xfrm>
            <a:solidFill>
              <a:srgbClr val="CEFDFF"/>
            </a:solidFill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48717179-9E76-A38B-B72B-9D4CC19D43AE}"/>
                </a:ext>
              </a:extLst>
            </p:cNvPr>
            <p:cNvSpPr/>
            <p:nvPr/>
          </p:nvSpPr>
          <p:spPr>
            <a:xfrm>
              <a:off x="1984916" y="2038812"/>
              <a:ext cx="3646449" cy="4683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zh-CN" altLang="en-US" sz="1400" dirty="0"/>
                <a:t>向 </a:t>
              </a:r>
              <a:r>
                <a:rPr kumimoji="1" lang="en-US" altLang="zh-CN" sz="1400" dirty="0">
                  <a:hlinkClick r:id="rId3"/>
                </a:rPr>
                <a:t>www.guofei.site</a:t>
              </a:r>
              <a:r>
                <a:rPr kumimoji="1" lang="zh-CN" altLang="en-US" sz="1400" dirty="0"/>
                <a:t> 的服务器上的 </a:t>
              </a:r>
              <a:r>
                <a:rPr kumimoji="1" lang="en-US" altLang="zh-CN" sz="1400" dirty="0"/>
                <a:t>HTTP</a:t>
              </a:r>
              <a:r>
                <a:rPr kumimoji="1" lang="zh-CN" altLang="en-US" sz="1400" dirty="0"/>
                <a:t>服务进程（</a:t>
              </a:r>
              <a:r>
                <a:rPr kumimoji="1" lang="en-US" altLang="zh-CN" sz="1400" dirty="0"/>
                <a:t>80</a:t>
              </a:r>
              <a:r>
                <a:rPr kumimoji="1" lang="zh-CN" altLang="en-US" sz="1400" dirty="0"/>
                <a:t>端口）发起</a:t>
              </a:r>
              <a:r>
                <a:rPr kumimoji="1" lang="en-US" altLang="zh-CN" sz="1400" dirty="0"/>
                <a:t> </a:t>
              </a:r>
              <a:endParaRPr kumimoji="1" lang="zh-CN" altLang="en-US" sz="1400" dirty="0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8D4B782-5DFF-351D-75FE-5463BBE0118F}"/>
                </a:ext>
              </a:extLst>
            </p:cNvPr>
            <p:cNvSpPr/>
            <p:nvPr/>
          </p:nvSpPr>
          <p:spPr>
            <a:xfrm>
              <a:off x="6713033" y="1735869"/>
              <a:ext cx="3646449" cy="4683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400" dirty="0"/>
                <a:t>80</a:t>
              </a:r>
              <a:r>
                <a:rPr kumimoji="1" lang="zh-CN" altLang="en-US" sz="1400" dirty="0"/>
                <a:t>端口等待</a:t>
              </a:r>
              <a:r>
                <a:rPr kumimoji="1" lang="en-US" altLang="zh-CN" sz="1400" dirty="0"/>
                <a:t>TCP</a:t>
              </a:r>
              <a:r>
                <a:rPr kumimoji="1" lang="zh-CN" altLang="en-US" sz="1400" dirty="0"/>
                <a:t>连接请求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1EC8F4-72F7-5C83-2706-0B586C93D937}"/>
                </a:ext>
              </a:extLst>
            </p:cNvPr>
            <p:cNvSpPr/>
            <p:nvPr/>
          </p:nvSpPr>
          <p:spPr>
            <a:xfrm>
              <a:off x="1984915" y="5843201"/>
              <a:ext cx="3646449" cy="4683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zh-CN" altLang="en-US" sz="1400" dirty="0"/>
                <a:t>重复以上步骤，直到收到所有</a:t>
              </a:r>
              <a:r>
                <a:rPr kumimoji="1" lang="en-US" altLang="zh-CN" sz="1400" dirty="0"/>
                <a:t>jpeg</a:t>
              </a:r>
              <a:r>
                <a:rPr kumimoji="1" lang="zh-CN" altLang="en-US" sz="1400" dirty="0"/>
                <a:t>对象</a:t>
              </a:r>
            </a:p>
          </p:txBody>
        </p:sp>
        <p:cxnSp>
          <p:nvCxnSpPr>
            <p:cNvPr id="16" name="直线箭头连接符 15">
              <a:extLst>
                <a:ext uri="{FF2B5EF4-FFF2-40B4-BE49-F238E27FC236}">
                  <a16:creationId xmlns:a16="http://schemas.microsoft.com/office/drawing/2014/main" id="{F1E979B5-8B9B-E870-7D9B-66C40E9404D6}"/>
                </a:ext>
              </a:extLst>
            </p:cNvPr>
            <p:cNvCxnSpPr>
              <a:stCxn id="7" idx="3"/>
              <a:endCxn id="11" idx="1"/>
            </p:cNvCxnSpPr>
            <p:nvPr/>
          </p:nvCxnSpPr>
          <p:spPr>
            <a:xfrm>
              <a:off x="5631362" y="1379038"/>
              <a:ext cx="1081671" cy="59100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线箭头连接符 16">
              <a:extLst>
                <a:ext uri="{FF2B5EF4-FFF2-40B4-BE49-F238E27FC236}">
                  <a16:creationId xmlns:a16="http://schemas.microsoft.com/office/drawing/2014/main" id="{F89889E9-A367-7D1C-FD55-BEE0E6E7B230}"/>
                </a:ext>
              </a:extLst>
            </p:cNvPr>
            <p:cNvCxnSpPr>
              <a:cxnSpLocks/>
              <a:stCxn id="11" idx="1"/>
              <a:endCxn id="10" idx="3"/>
            </p:cNvCxnSpPr>
            <p:nvPr/>
          </p:nvCxnSpPr>
          <p:spPr>
            <a:xfrm flipH="1">
              <a:off x="5631365" y="1970046"/>
              <a:ext cx="1081668" cy="302943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DA1309B-4299-1FD0-7578-2ABDA5FF88F7}"/>
                </a:ext>
              </a:extLst>
            </p:cNvPr>
            <p:cNvSpPr/>
            <p:nvPr/>
          </p:nvSpPr>
          <p:spPr>
            <a:xfrm>
              <a:off x="2774794" y="531540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HTTP</a:t>
              </a:r>
              <a:r>
                <a:rPr kumimoji="1" lang="zh-CN" altLang="en-US" dirty="0"/>
                <a:t> 客户端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FADFAA56-93E7-4499-EC20-C040C657D387}"/>
                </a:ext>
              </a:extLst>
            </p:cNvPr>
            <p:cNvSpPr/>
            <p:nvPr/>
          </p:nvSpPr>
          <p:spPr>
            <a:xfrm>
              <a:off x="7543798" y="503661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HTTP</a:t>
              </a:r>
              <a:r>
                <a:rPr kumimoji="1" lang="zh-CN" altLang="en-US" dirty="0"/>
                <a:t> 服务器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C66F13AD-04CB-2EA9-C257-39D8E4219A0F}"/>
                </a:ext>
              </a:extLst>
            </p:cNvPr>
            <p:cNvSpPr/>
            <p:nvPr/>
          </p:nvSpPr>
          <p:spPr>
            <a:xfrm>
              <a:off x="1984913" y="3100931"/>
              <a:ext cx="3646449" cy="4683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zh-CN" altLang="en-US" sz="1400" dirty="0"/>
                <a:t>把</a:t>
              </a:r>
              <a:r>
                <a:rPr kumimoji="1" lang="en-US" altLang="zh-CN" sz="1400" dirty="0"/>
                <a:t>HTTP</a:t>
              </a:r>
              <a:r>
                <a:rPr kumimoji="1" lang="zh-CN" altLang="en-US" sz="1400" dirty="0"/>
                <a:t>请求消息（包含</a:t>
              </a:r>
              <a:r>
                <a:rPr kumimoji="1" lang="en-US" altLang="zh-CN" sz="1400" dirty="0"/>
                <a:t>URL</a:t>
              </a:r>
              <a:r>
                <a:rPr kumimoji="1" lang="zh-CN" altLang="en-US" sz="1400" dirty="0"/>
                <a:t>地址 </a:t>
              </a:r>
              <a:r>
                <a:rPr kumimoji="1" lang="en-US" altLang="zh-CN" sz="1400" dirty="0">
                  <a:hlinkClick r:id="rId2"/>
                </a:rPr>
                <a:t>www.guofei.site/linux.html</a:t>
              </a:r>
              <a:r>
                <a:rPr kumimoji="1" lang="en-US" altLang="zh-CN" sz="1400" dirty="0"/>
                <a:t> </a:t>
              </a:r>
              <a:r>
                <a:rPr kumimoji="1" lang="zh-CN" altLang="en-US" sz="1400" dirty="0"/>
                <a:t>）通过</a:t>
              </a:r>
              <a:r>
                <a:rPr kumimoji="1" lang="en-US" altLang="zh-CN" sz="1400" dirty="0"/>
                <a:t>Socket</a:t>
              </a:r>
              <a:r>
                <a:rPr kumimoji="1" lang="zh-CN" altLang="en-US" sz="1400" dirty="0"/>
                <a:t>发出，</a:t>
              </a: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0660A3DB-34C5-88E4-D2C0-604BCC0FFB5F}"/>
                </a:ext>
              </a:extLst>
            </p:cNvPr>
            <p:cNvSpPr/>
            <p:nvPr/>
          </p:nvSpPr>
          <p:spPr>
            <a:xfrm>
              <a:off x="6763211" y="3343477"/>
              <a:ext cx="3646449" cy="4683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zh-CN" altLang="en-US" sz="1400" dirty="0"/>
                <a:t>收到请求消息，并解析，把需要的消息用 </a:t>
              </a:r>
              <a:r>
                <a:rPr kumimoji="1" lang="en-US" altLang="zh-CN" sz="1400" dirty="0"/>
                <a:t>Socket</a:t>
              </a:r>
              <a:r>
                <a:rPr kumimoji="1" lang="zh-CN" altLang="en-US" sz="1400" dirty="0"/>
                <a:t>发出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8F3816BB-BE20-A070-1A24-FD64164D4A7C}"/>
                </a:ext>
              </a:extLst>
            </p:cNvPr>
            <p:cNvCxnSpPr>
              <a:cxnSpLocks/>
              <a:stCxn id="24" idx="3"/>
              <a:endCxn id="25" idx="1"/>
            </p:cNvCxnSpPr>
            <p:nvPr/>
          </p:nvCxnSpPr>
          <p:spPr>
            <a:xfrm>
              <a:off x="5631362" y="3335108"/>
              <a:ext cx="1131849" cy="24254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C69742DB-58BA-C666-B80D-623AE2D8D988}"/>
                </a:ext>
              </a:extLst>
            </p:cNvPr>
            <p:cNvCxnSpPr>
              <a:cxnSpLocks/>
              <a:stCxn id="25" idx="1"/>
              <a:endCxn id="33" idx="3"/>
            </p:cNvCxnSpPr>
            <p:nvPr/>
          </p:nvCxnSpPr>
          <p:spPr>
            <a:xfrm flipH="1">
              <a:off x="5629502" y="3577654"/>
              <a:ext cx="1133709" cy="692277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1164A982-5C71-50A6-458B-CD7E380FD89F}"/>
                </a:ext>
              </a:extLst>
            </p:cNvPr>
            <p:cNvSpPr/>
            <p:nvPr/>
          </p:nvSpPr>
          <p:spPr>
            <a:xfrm>
              <a:off x="1983053" y="4035754"/>
              <a:ext cx="3646449" cy="4683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zh-CN" altLang="en-US" sz="1400" dirty="0"/>
                <a:t>接收消息</a:t>
              </a: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6A7288B2-B579-FE89-0995-9C23948A8AD3}"/>
                </a:ext>
              </a:extLst>
            </p:cNvPr>
            <p:cNvSpPr/>
            <p:nvPr/>
          </p:nvSpPr>
          <p:spPr>
            <a:xfrm>
              <a:off x="6763211" y="4090614"/>
              <a:ext cx="3646449" cy="4683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zh-CN" altLang="en-US" sz="1400" dirty="0"/>
                <a:t>接收完毕后，关闭</a:t>
              </a:r>
              <a:r>
                <a:rPr kumimoji="1" lang="en-US" altLang="zh-CN" sz="1400" dirty="0"/>
                <a:t>TCP</a:t>
              </a:r>
              <a:r>
                <a:rPr kumimoji="1" lang="zh-CN" altLang="en-US" sz="1400" dirty="0"/>
                <a:t>连接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5334F125-1C0D-B0DF-E6B5-EEEA8AC572CF}"/>
                </a:ext>
              </a:extLst>
            </p:cNvPr>
            <p:cNvSpPr/>
            <p:nvPr/>
          </p:nvSpPr>
          <p:spPr>
            <a:xfrm>
              <a:off x="1984914" y="4970577"/>
              <a:ext cx="3646449" cy="46835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zh-CN" altLang="en-US" sz="1400" dirty="0"/>
                <a:t>解析</a:t>
              </a:r>
              <a:r>
                <a:rPr kumimoji="1" lang="en-US" altLang="zh-CN" sz="1400" dirty="0"/>
                <a:t>html</a:t>
              </a:r>
              <a:r>
                <a:rPr kumimoji="1" lang="zh-CN" altLang="en-US" sz="1400" dirty="0"/>
                <a:t>文件，发现有</a:t>
              </a:r>
              <a:r>
                <a:rPr kumimoji="1" lang="en-US" altLang="zh-CN" sz="1400" dirty="0"/>
                <a:t>10</a:t>
              </a:r>
              <a:r>
                <a:rPr kumimoji="1" lang="zh-CN" altLang="en-US" sz="1400" dirty="0"/>
                <a:t>个</a:t>
              </a:r>
              <a:r>
                <a:rPr kumimoji="1" lang="en-US" altLang="zh-CN" sz="1400" dirty="0"/>
                <a:t>jpeg</a:t>
              </a:r>
              <a:r>
                <a:rPr kumimoji="1" lang="zh-CN" altLang="en-US" sz="1400" dirty="0"/>
                <a:t>对象的超链接</a:t>
              </a:r>
            </a:p>
          </p:txBody>
        </p:sp>
        <p:cxnSp>
          <p:nvCxnSpPr>
            <p:cNvPr id="36" name="直线箭头连接符 35">
              <a:extLst>
                <a:ext uri="{FF2B5EF4-FFF2-40B4-BE49-F238E27FC236}">
                  <a16:creationId xmlns:a16="http://schemas.microsoft.com/office/drawing/2014/main" id="{BB657C0D-1A3F-F9AE-60FE-8A55BB4FFC6E}"/>
                </a:ext>
              </a:extLst>
            </p:cNvPr>
            <p:cNvCxnSpPr>
              <a:cxnSpLocks/>
              <a:stCxn id="33" idx="3"/>
              <a:endCxn id="34" idx="1"/>
            </p:cNvCxnSpPr>
            <p:nvPr/>
          </p:nvCxnSpPr>
          <p:spPr>
            <a:xfrm>
              <a:off x="5629502" y="4269931"/>
              <a:ext cx="1133709" cy="548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线箭头连接符 38">
              <a:extLst>
                <a:ext uri="{FF2B5EF4-FFF2-40B4-BE49-F238E27FC236}">
                  <a16:creationId xmlns:a16="http://schemas.microsoft.com/office/drawing/2014/main" id="{D94C30FF-4B1C-A077-6954-A3F559B036F2}"/>
                </a:ext>
              </a:extLst>
            </p:cNvPr>
            <p:cNvCxnSpPr>
              <a:cxnSpLocks/>
              <a:stCxn id="33" idx="2"/>
              <a:endCxn id="35" idx="0"/>
            </p:cNvCxnSpPr>
            <p:nvPr/>
          </p:nvCxnSpPr>
          <p:spPr>
            <a:xfrm>
              <a:off x="3806278" y="4504107"/>
              <a:ext cx="1861" cy="46647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线箭头连接符 41">
              <a:extLst>
                <a:ext uri="{FF2B5EF4-FFF2-40B4-BE49-F238E27FC236}">
                  <a16:creationId xmlns:a16="http://schemas.microsoft.com/office/drawing/2014/main" id="{74613B82-0A5F-413C-2EC7-87AF27CAD7F2}"/>
                </a:ext>
              </a:extLst>
            </p:cNvPr>
            <p:cNvCxnSpPr>
              <a:cxnSpLocks/>
              <a:stCxn id="35" idx="2"/>
              <a:endCxn id="12" idx="0"/>
            </p:cNvCxnSpPr>
            <p:nvPr/>
          </p:nvCxnSpPr>
          <p:spPr>
            <a:xfrm>
              <a:off x="3808139" y="5438930"/>
              <a:ext cx="1" cy="40427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肘形连接符 75">
              <a:extLst>
                <a:ext uri="{FF2B5EF4-FFF2-40B4-BE49-F238E27FC236}">
                  <a16:creationId xmlns:a16="http://schemas.microsoft.com/office/drawing/2014/main" id="{46979DEE-2659-6B8F-102D-4720DB953FC6}"/>
                </a:ext>
              </a:extLst>
            </p:cNvPr>
            <p:cNvCxnSpPr>
              <a:stCxn id="12" idx="1"/>
              <a:endCxn id="7" idx="1"/>
            </p:cNvCxnSpPr>
            <p:nvPr/>
          </p:nvCxnSpPr>
          <p:spPr>
            <a:xfrm rot="10800000">
              <a:off x="1984913" y="1379038"/>
              <a:ext cx="2" cy="4698340"/>
            </a:xfrm>
            <a:prstGeom prst="bentConnector3">
              <a:avLst>
                <a:gd name="adj1" fmla="val 1143010000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1219201" y="875323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D7808A94-5981-A465-5437-53571B10EAC1}"/>
              </a:ext>
            </a:extLst>
          </p:cNvPr>
          <p:cNvGrpSpPr/>
          <p:nvPr/>
        </p:nvGrpSpPr>
        <p:grpSpPr>
          <a:xfrm>
            <a:off x="1359878" y="786661"/>
            <a:ext cx="8124089" cy="3889540"/>
            <a:chOff x="1359878" y="786661"/>
            <a:chExt cx="8124089" cy="3889540"/>
          </a:xfrm>
        </p:grpSpPr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668CFC51-9935-1272-A9CC-092852B5527E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965C074-34A7-94BD-741E-B77127E1776D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线形标注 1 6">
                <a:extLst>
                  <a:ext uri="{FF2B5EF4-FFF2-40B4-BE49-F238E27FC236}">
                    <a16:creationId xmlns:a16="http://schemas.microsoft.com/office/drawing/2014/main" id="{B3F28719-1E97-0ADF-8098-DAD6145C0F24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8" name="左中括号 7">
                <a:extLst>
                  <a:ext uri="{FF2B5EF4-FFF2-40B4-BE49-F238E27FC236}">
                    <a16:creationId xmlns:a16="http://schemas.microsoft.com/office/drawing/2014/main" id="{DAE64919-DCD0-DBAE-4833-18CB2F7B49D0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4FE0116-D976-4610-2A6A-F8457A74CD0E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" name="线形标注 1 9">
                <a:extLst>
                  <a:ext uri="{FF2B5EF4-FFF2-40B4-BE49-F238E27FC236}">
                    <a16:creationId xmlns:a16="http://schemas.microsoft.com/office/drawing/2014/main" id="{1296A823-7580-6B4F-0D38-2FFD4D71466A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11" name="线形标注 1 10">
                <a:extLst>
                  <a:ext uri="{FF2B5EF4-FFF2-40B4-BE49-F238E27FC236}">
                    <a16:creationId xmlns:a16="http://schemas.microsoft.com/office/drawing/2014/main" id="{0F3907D6-6382-4B27-3D0D-20E8F8FF755C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12" name="线形标注 1 11">
                <a:extLst>
                  <a:ext uri="{FF2B5EF4-FFF2-40B4-BE49-F238E27FC236}">
                    <a16:creationId xmlns:a16="http://schemas.microsoft.com/office/drawing/2014/main" id="{9DA09D15-01B8-135F-7EDF-D6A8A1601B3C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6913F802-0A1F-2226-63DA-024D86F7FBA0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线形标注 1 1">
              <a:extLst>
                <a:ext uri="{FF2B5EF4-FFF2-40B4-BE49-F238E27FC236}">
                  <a16:creationId xmlns:a16="http://schemas.microsoft.com/office/drawing/2014/main" id="{F1439EF8-DCFB-51DC-C59B-9FC4EC277733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3" name="线形标注 1 2">
              <a:extLst>
                <a:ext uri="{FF2B5EF4-FFF2-40B4-BE49-F238E27FC236}">
                  <a16:creationId xmlns:a16="http://schemas.microsoft.com/office/drawing/2014/main" id="{14B939CB-8C9A-DC39-46CF-8677F8CF2FF6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4" name="线形标注 1 3">
              <a:extLst>
                <a:ext uri="{FF2B5EF4-FFF2-40B4-BE49-F238E27FC236}">
                  <a16:creationId xmlns:a16="http://schemas.microsoft.com/office/drawing/2014/main" id="{34805719-B28F-DF32-68E1-AF4DF03B9C6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/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/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89103" y="3869221"/>
              <a:ext cx="6799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/>
                <a:t>request</a:t>
              </a:r>
              <a:endParaRPr kumimoji="1" lang="zh-CN" altLang="en-US" sz="1200" dirty="0"/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99084" y="4546988"/>
              <a:ext cx="7809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/>
                <a:t>response</a:t>
              </a:r>
              <a:endParaRPr kumimoji="1" lang="zh-CN" altLang="en-US" sz="1200" dirty="0"/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4627085" y="518413"/>
            <a:ext cx="5029811" cy="5821172"/>
            <a:chOff x="4627085" y="518413"/>
            <a:chExt cx="5029811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5029811" cy="4814371"/>
              <a:chOff x="4627085" y="1021814"/>
              <a:chExt cx="5029811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ED930F8-5DCB-42A6-4901-9962082C1551}"/>
                  </a:ext>
                </a:extLst>
              </p:cNvPr>
              <p:cNvSpPr txBox="1"/>
              <p:nvPr/>
            </p:nvSpPr>
            <p:spPr>
              <a:xfrm>
                <a:off x="7348251" y="1659284"/>
                <a:ext cx="2308645" cy="35394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Rdt1.0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Rdt2.1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Rdt2.2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Rdt3.0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zh-CN" altLang="en-US" sz="2800" dirty="0">
                    <a:solidFill>
                      <a:srgbClr val="002060"/>
                    </a:solidFill>
                  </a:rPr>
                  <a:t>流水线机制</a:t>
                </a:r>
                <a:endParaRPr kumimoji="1" lang="en-US" altLang="zh-CN" sz="2800" dirty="0">
                  <a:solidFill>
                    <a:srgbClr val="00206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GBN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SR</a:t>
                </a:r>
                <a:endParaRPr kumimoji="1" lang="zh-CN" altLang="en-US" sz="2800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1924" y="363557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501924" y="5277451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时序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3">
            <a:extLst>
              <a:ext uri="{FF2B5EF4-FFF2-40B4-BE49-F238E27FC236}">
                <a16:creationId xmlns:a16="http://schemas.microsoft.com/office/drawing/2014/main" id="{9065F30C-7145-51A6-4F3E-512B22F7EEE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2700" y="1112229"/>
            <a:ext cx="7956042" cy="411937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B6BEA1B-467D-B465-873C-1BBDC4E27C12}"/>
              </a:ext>
            </a:extLst>
          </p:cNvPr>
          <p:cNvSpPr/>
          <p:nvPr/>
        </p:nvSpPr>
        <p:spPr>
          <a:xfrm>
            <a:off x="2903601" y="608168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时序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272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07687" y="706263"/>
            <a:ext cx="9535557" cy="451689"/>
          </a:xfrm>
          <a:prstGeom prst="rect">
            <a:avLst/>
          </a:prstGeom>
        </p:spPr>
        <p:txBody>
          <a:bodyPr vert="horz" wrap="square" lIns="0" tIns="12092" rIns="0" bIns="0" rtlCol="0" anchor="ctr">
            <a:spAutoFit/>
          </a:bodyPr>
          <a:lstStyle/>
          <a:p>
            <a:pPr marL="11516">
              <a:lnSpc>
                <a:spcPct val="100000"/>
              </a:lnSpc>
              <a:spcBef>
                <a:spcPts val="95"/>
              </a:spcBef>
            </a:pPr>
            <a:r>
              <a:rPr dirty="0"/>
              <a:t>Rdt</a:t>
            </a:r>
            <a:r>
              <a:rPr spc="-9" dirty="0"/>
              <a:t> </a:t>
            </a:r>
            <a:r>
              <a:rPr dirty="0"/>
              <a:t>3.0:</a:t>
            </a:r>
            <a:r>
              <a:rPr spc="9" dirty="0"/>
              <a:t> </a:t>
            </a:r>
            <a:r>
              <a:rPr spc="-14" dirty="0">
                <a:latin typeface="Kaiti SC Black"/>
                <a:cs typeface="Kaiti SC Black"/>
              </a:rPr>
              <a:t>停等操作</a:t>
            </a:r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29897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3537</TotalTime>
  <Words>1959</Words>
  <Application>Microsoft Macintosh PowerPoint</Application>
  <PresentationFormat>宽屏</PresentationFormat>
  <Paragraphs>369</Paragraphs>
  <Slides>33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3" baseType="lpstr">
      <vt:lpstr>等线</vt:lpstr>
      <vt:lpstr>等线 Light</vt:lpstr>
      <vt:lpstr>Microsoft YaHei</vt:lpstr>
      <vt:lpstr>Kaiti SC Black</vt:lpstr>
      <vt:lpstr>Arial</vt:lpstr>
      <vt:lpstr>Comic Sans MS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Rdt 3.0: 停等操作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311</cp:revision>
  <dcterms:created xsi:type="dcterms:W3CDTF">2025-03-15T07:41:15Z</dcterms:created>
  <dcterms:modified xsi:type="dcterms:W3CDTF">2025-12-14T04:30:03Z</dcterms:modified>
</cp:coreProperties>
</file>