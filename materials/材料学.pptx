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14" d="100"/>
          <a:sy n="114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7E151E-07FB-C815-471B-59303213A4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D7BE56-FF10-0B1A-C4AA-C2D46CEDD2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35863D-359C-8A66-F730-B209F076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D14E8-1196-E442-81CA-5B1ACDAA6D2C}" type="datetimeFigureOut">
              <a:rPr kumimoji="1" lang="zh-CN" altLang="en-US" smtClean="0"/>
              <a:t>2026/10/9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D5F3E9-FB70-BC84-A431-D6CB8EF45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164920-6DA2-85C0-5558-772A5E5B3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A3A6-3C0F-6744-AD21-F8ACD558C3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81548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16A98E-87FC-7DA6-A780-30CA8F65D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5FB7B3-06B5-101B-0EAF-CAE1E96202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639E16-9AD8-2708-3B78-0D471E48D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D14E8-1196-E442-81CA-5B1ACDAA6D2C}" type="datetimeFigureOut">
              <a:rPr kumimoji="1" lang="zh-CN" altLang="en-US" smtClean="0"/>
              <a:t>2026/10/9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40D4E28-BD25-EDF1-67AE-86BFCB37D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C4337A1-32A0-25AE-9454-E7ED9781C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A3A6-3C0F-6744-AD21-F8ACD558C3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24990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839C47-CA0C-321D-6414-E1BF5BD79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CC4461-69EA-2985-E6E0-C2334FDE3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79EDA4-9E1B-95BA-4EAD-916777258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D14E8-1196-E442-81CA-5B1ACDAA6D2C}" type="datetimeFigureOut">
              <a:rPr kumimoji="1" lang="zh-CN" altLang="en-US" smtClean="0"/>
              <a:t>2026/10/9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C8B404-2690-9664-82B3-61DC81B62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D0FF94-77B9-A470-AC9C-B81915C9C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A3A6-3C0F-6744-AD21-F8ACD558C3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2620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20B0DD-EF7C-402B-B8B6-4C5FB1E90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BABDC0-41F1-3444-4C24-C237B28C15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96D6AB-F531-E54E-41D1-8CB3DC04E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813B19-1680-69FF-2C87-F68E87247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D14E8-1196-E442-81CA-5B1ACDAA6D2C}" type="datetimeFigureOut">
              <a:rPr kumimoji="1" lang="zh-CN" altLang="en-US" smtClean="0"/>
              <a:t>2026/10/9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13354F-B170-8EEF-4ADE-F72E55D26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31D2CC5-A833-95AA-1F71-6E7003695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A3A6-3C0F-6744-AD21-F8ACD558C3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153557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91CD052-9235-2EA9-6A56-E72063DB8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E58A77F-349E-E508-3BBC-383AA2CC23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9AF7CF0-E30E-C4C2-ECB9-30B0A978D8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B86E092-9050-37FD-1B7B-30D6E7AA96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66A092-37CF-EFCB-A011-84930E1635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EDA9CA1-332E-29CF-45FC-1A655DB26F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D14E8-1196-E442-81CA-5B1ACDAA6D2C}" type="datetimeFigureOut">
              <a:rPr kumimoji="1" lang="zh-CN" altLang="en-US" smtClean="0"/>
              <a:t>2026/10/9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F30DEE2-342E-57B4-95F5-3D27BAC34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F328312-8484-896F-C29D-95C9F5EEC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A3A6-3C0F-6744-AD21-F8ACD558C3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05682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EC641E-E79A-B619-336D-1EB61B75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9FF113-9FB7-7A5E-C94E-E50A658D8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D14E8-1196-E442-81CA-5B1ACDAA6D2C}" type="datetimeFigureOut">
              <a:rPr kumimoji="1" lang="zh-CN" altLang="en-US" smtClean="0"/>
              <a:t>2026/10/9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E844407-C965-A8D2-00CD-1BEF8ED95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9C40918-5A3F-A475-901C-2B1163A3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A3A6-3C0F-6744-AD21-F8ACD558C3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11589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5BFB272-8C7C-386C-16B0-FFF870E6F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D14E8-1196-E442-81CA-5B1ACDAA6D2C}" type="datetimeFigureOut">
              <a:rPr kumimoji="1" lang="zh-CN" altLang="en-US" smtClean="0"/>
              <a:t>2026/10/9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D39F486-5B35-AEBF-9DC9-2C33E5974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3A6C3D-94AC-0DFB-A475-40554423B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A3A6-3C0F-6744-AD21-F8ACD558C3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9757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89BD84-36E7-5DEE-7544-FAAB3F675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3410C5-6967-3D1D-4DEA-F7C8B173F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3AA72A3-1EEF-390D-82B6-8480551677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CF8A988-6F8E-0514-F233-65B5F0A14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D14E8-1196-E442-81CA-5B1ACDAA6D2C}" type="datetimeFigureOut">
              <a:rPr kumimoji="1" lang="zh-CN" altLang="en-US" smtClean="0"/>
              <a:t>2026/10/9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1AECA8-F811-EB2C-2129-49EE7DD20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1C3E2E-413D-728F-DB73-C4CFF1E6D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A3A6-3C0F-6744-AD21-F8ACD558C3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5268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4EC439-D7BB-725B-1533-7DFB97D8F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8E1713A-8732-36BE-39B5-609F0990D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79E8B34-5FA9-7B77-6FA5-2211A3105D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E153C1-4DF4-392C-9002-4A91952A6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D14E8-1196-E442-81CA-5B1ACDAA6D2C}" type="datetimeFigureOut">
              <a:rPr kumimoji="1" lang="zh-CN" altLang="en-US" smtClean="0"/>
              <a:t>2026/10/9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9CC194-C151-C8D3-79CE-B1D913D41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2157F07-9C86-0295-994B-8A2B2584D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A3A6-3C0F-6744-AD21-F8ACD558C3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0585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892C3E-8616-FD29-2439-44A31DCD7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4623C2B-C36B-B733-7BB3-61227A51A5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B575FE-86EE-BB25-079D-DF478A94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D14E8-1196-E442-81CA-5B1ACDAA6D2C}" type="datetimeFigureOut">
              <a:rPr kumimoji="1" lang="zh-CN" altLang="en-US" smtClean="0"/>
              <a:t>2026/10/9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9C4496-D072-831D-79C9-4B895001D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8D5A09-A7A0-151A-88B4-856A80CC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A3A6-3C0F-6744-AD21-F8ACD558C3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0347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0CC307F-1512-EB54-28E9-422206104B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D566A9-377D-8CAF-E311-1079ADE1AB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C1820E-7459-D3C4-ABB3-EDDCFAF1F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6D14E8-1196-E442-81CA-5B1ACDAA6D2C}" type="datetimeFigureOut">
              <a:rPr kumimoji="1" lang="zh-CN" altLang="en-US" smtClean="0"/>
              <a:t>2026/10/9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48EE76-7D85-E3E2-509B-8381242A8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58BCD21-E73A-8BD1-3F8A-D179E70F9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7DA3A6-3C0F-6744-AD21-F8ACD558C3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50172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36ED25F-B64F-7ED4-6C87-62442ECD4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3ABBEF-BB5D-B681-F844-7C398AD7B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C7BD10-4EC7-AA57-2BC2-4B49DDC2B5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6D14E8-1196-E442-81CA-5B1ACDAA6D2C}" type="datetimeFigureOut">
              <a:rPr kumimoji="1" lang="zh-CN" altLang="en-US" smtClean="0"/>
              <a:t>2026/10/9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AA0724-4B1A-A6B7-4F55-048233756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92AEC2-A0C2-DBB5-182D-0FDC75C237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7DA3A6-3C0F-6744-AD21-F8ACD558C31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76622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g"/><Relationship Id="rId3" Type="http://schemas.openxmlformats.org/officeDocument/2006/relationships/image" Target="../media/image2.jp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>
            <a:extLst>
              <a:ext uri="{FF2B5EF4-FFF2-40B4-BE49-F238E27FC236}">
                <a16:creationId xmlns:a16="http://schemas.microsoft.com/office/drawing/2014/main" id="{D2AE0C0D-8C9A-A953-AC39-1CCAE43C15E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8427" y="5128259"/>
            <a:ext cx="821435" cy="882395"/>
          </a:xfrm>
          <a:prstGeom prst="rect">
            <a:avLst/>
          </a:prstGeom>
        </p:spPr>
      </p:pic>
      <p:pic>
        <p:nvPicPr>
          <p:cNvPr id="3" name="object 3">
            <a:extLst>
              <a:ext uri="{FF2B5EF4-FFF2-40B4-BE49-F238E27FC236}">
                <a16:creationId xmlns:a16="http://schemas.microsoft.com/office/drawing/2014/main" id="{06ADC700-03BB-3EDE-1646-D18A477A932B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89276" y="4588764"/>
            <a:ext cx="1239012" cy="867156"/>
          </a:xfrm>
          <a:prstGeom prst="rect">
            <a:avLst/>
          </a:prstGeom>
        </p:spPr>
      </p:pic>
      <p:pic>
        <p:nvPicPr>
          <p:cNvPr id="4" name="object 4">
            <a:extLst>
              <a:ext uri="{FF2B5EF4-FFF2-40B4-BE49-F238E27FC236}">
                <a16:creationId xmlns:a16="http://schemas.microsoft.com/office/drawing/2014/main" id="{AC20990E-C860-1346-AA8D-C46B4A0E6485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23359" y="3971544"/>
            <a:ext cx="1031748" cy="1051559"/>
          </a:xfrm>
          <a:prstGeom prst="rect">
            <a:avLst/>
          </a:prstGeom>
        </p:spPr>
      </p:pic>
      <p:pic>
        <p:nvPicPr>
          <p:cNvPr id="5" name="object 5">
            <a:extLst>
              <a:ext uri="{FF2B5EF4-FFF2-40B4-BE49-F238E27FC236}">
                <a16:creationId xmlns:a16="http://schemas.microsoft.com/office/drawing/2014/main" id="{48B75191-AF4B-711B-9E04-35613FB232E4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198364" y="3351276"/>
            <a:ext cx="1107948" cy="832104"/>
          </a:xfrm>
          <a:prstGeom prst="rect">
            <a:avLst/>
          </a:prstGeom>
        </p:spPr>
      </p:pic>
      <p:pic>
        <p:nvPicPr>
          <p:cNvPr id="6" name="object 6">
            <a:extLst>
              <a:ext uri="{FF2B5EF4-FFF2-40B4-BE49-F238E27FC236}">
                <a16:creationId xmlns:a16="http://schemas.microsoft.com/office/drawing/2014/main" id="{72CCAB94-253E-76A5-AAB8-96477B093C2C}"/>
              </a:ext>
            </a:extLst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53555" y="2769107"/>
            <a:ext cx="1033272" cy="714756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146E9E66-5EAF-75BE-4C68-EE8662EB0808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40040" y="2202179"/>
            <a:ext cx="576072" cy="589788"/>
          </a:xfrm>
          <a:prstGeom prst="rect">
            <a:avLst/>
          </a:prstGeom>
        </p:spPr>
      </p:pic>
      <p:sp>
        <p:nvSpPr>
          <p:cNvPr id="9" name="object 9">
            <a:extLst>
              <a:ext uri="{FF2B5EF4-FFF2-40B4-BE49-F238E27FC236}">
                <a16:creationId xmlns:a16="http://schemas.microsoft.com/office/drawing/2014/main" id="{F419CE8D-DA30-55BC-3987-7DE11C67877F}"/>
              </a:ext>
            </a:extLst>
          </p:cNvPr>
          <p:cNvSpPr txBox="1"/>
          <p:nvPr/>
        </p:nvSpPr>
        <p:spPr>
          <a:xfrm>
            <a:off x="6823964" y="1650238"/>
            <a:ext cx="1244600" cy="391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cs typeface="Lantinghei SC Extralight"/>
              </a:rPr>
              <a:t>人的尺度</a:t>
            </a:r>
            <a:endParaRPr sz="2400">
              <a:cs typeface="Lantinghei SC Extralight"/>
            </a:endParaRPr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9189CA55-E509-C439-C796-DC400A1CF156}"/>
              </a:ext>
            </a:extLst>
          </p:cNvPr>
          <p:cNvSpPr txBox="1"/>
          <p:nvPr/>
        </p:nvSpPr>
        <p:spPr>
          <a:xfrm>
            <a:off x="4595876" y="2829305"/>
            <a:ext cx="1244600" cy="391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cs typeface="Lantinghei SC Extralight"/>
              </a:rPr>
              <a:t>介观尺度</a:t>
            </a:r>
            <a:endParaRPr sz="2400" dirty="0">
              <a:cs typeface="Lantinghei SC Extralight"/>
            </a:endParaRPr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AE5EF8E0-EE49-64D9-5F3B-0123FAEE8436}"/>
              </a:ext>
            </a:extLst>
          </p:cNvPr>
          <p:cNvSpPr txBox="1"/>
          <p:nvPr/>
        </p:nvSpPr>
        <p:spPr>
          <a:xfrm>
            <a:off x="5638038" y="2239771"/>
            <a:ext cx="1244600" cy="391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cs typeface="Lantinghei SC Extralight"/>
              </a:rPr>
              <a:t>袖珍尺度</a:t>
            </a:r>
            <a:endParaRPr sz="2400">
              <a:cs typeface="Lantinghei SC Extralight"/>
            </a:endParaRPr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F9FBE52C-9EA4-861F-AD0E-454DF6BB237A}"/>
              </a:ext>
            </a:extLst>
          </p:cNvPr>
          <p:cNvSpPr txBox="1"/>
          <p:nvPr/>
        </p:nvSpPr>
        <p:spPr>
          <a:xfrm>
            <a:off x="1838960" y="5040629"/>
            <a:ext cx="2972435" cy="1098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cs typeface="Lantinghei SC Extralight"/>
              </a:rPr>
              <a:t>晶体</a:t>
            </a:r>
            <a:endParaRPr sz="1800" dirty="0">
              <a:cs typeface="Lantinghei SC Extralight"/>
            </a:endParaRPr>
          </a:p>
          <a:p>
            <a:pPr marL="243840" algn="ctr">
              <a:lnSpc>
                <a:spcPct val="100000"/>
              </a:lnSpc>
              <a:spcBef>
                <a:spcPts val="1510"/>
              </a:spcBef>
            </a:pPr>
            <a:r>
              <a:rPr sz="1800" spc="-20" dirty="0">
                <a:cs typeface="Lantinghei SC Extralight"/>
              </a:rPr>
              <a:t>纳米管</a:t>
            </a:r>
            <a:endParaRPr sz="1800" dirty="0">
              <a:cs typeface="Lantinghei SC Extralight"/>
            </a:endParaRPr>
          </a:p>
          <a:p>
            <a:pPr marR="2481580" algn="ctr">
              <a:lnSpc>
                <a:spcPct val="100000"/>
              </a:lnSpc>
              <a:spcBef>
                <a:spcPts val="455"/>
              </a:spcBef>
            </a:pPr>
            <a:r>
              <a:rPr sz="1800" spc="-25" dirty="0">
                <a:cs typeface="Lantinghei SC Extralight"/>
              </a:rPr>
              <a:t>原子</a:t>
            </a:r>
            <a:endParaRPr sz="1800" dirty="0">
              <a:cs typeface="Lantinghei SC Extralight"/>
            </a:endParaRPr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699DFD7D-1816-44B4-394C-A35DBBC34FC8}"/>
              </a:ext>
            </a:extLst>
          </p:cNvPr>
          <p:cNvSpPr txBox="1"/>
          <p:nvPr/>
        </p:nvSpPr>
        <p:spPr>
          <a:xfrm>
            <a:off x="5473446" y="4284345"/>
            <a:ext cx="711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cs typeface="Lantinghei SC Extralight"/>
              </a:rPr>
              <a:t>纤维素</a:t>
            </a:r>
            <a:endParaRPr sz="1800">
              <a:cs typeface="Lantinghei SC Extralight"/>
            </a:endParaRPr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B6E8948E-EE0A-6B5C-7911-DF73B0CB8AC5}"/>
              </a:ext>
            </a:extLst>
          </p:cNvPr>
          <p:cNvSpPr txBox="1"/>
          <p:nvPr/>
        </p:nvSpPr>
        <p:spPr>
          <a:xfrm>
            <a:off x="6627114" y="3474846"/>
            <a:ext cx="482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cs typeface="Lantinghei SC Extralight"/>
              </a:rPr>
              <a:t>纤维</a:t>
            </a:r>
            <a:endParaRPr sz="1800">
              <a:cs typeface="Lantinghei SC Extralight"/>
            </a:endParaRPr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11BDCCBE-7347-10AA-14DC-ED02CEC4A237}"/>
              </a:ext>
            </a:extLst>
          </p:cNvPr>
          <p:cNvSpPr txBox="1"/>
          <p:nvPr/>
        </p:nvSpPr>
        <p:spPr>
          <a:xfrm>
            <a:off x="7711820" y="2891790"/>
            <a:ext cx="10242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cs typeface="Lantinghei SC Extralight"/>
              </a:rPr>
              <a:t>衣服</a:t>
            </a:r>
            <a:r>
              <a:rPr sz="1800" i="1" dirty="0">
                <a:cs typeface="Verdana"/>
              </a:rPr>
              <a:t>,</a:t>
            </a:r>
            <a:r>
              <a:rPr sz="1800" spc="-25" dirty="0">
                <a:cs typeface="Lantinghei SC Extralight"/>
              </a:rPr>
              <a:t>餐具</a:t>
            </a:r>
            <a:endParaRPr sz="1800">
              <a:cs typeface="Lantinghei SC Extralight"/>
            </a:endParaRPr>
          </a:p>
        </p:txBody>
      </p:sp>
      <p:pic>
        <p:nvPicPr>
          <p:cNvPr id="29" name="object 29">
            <a:extLst>
              <a:ext uri="{FF2B5EF4-FFF2-40B4-BE49-F238E27FC236}">
                <a16:creationId xmlns:a16="http://schemas.microsoft.com/office/drawing/2014/main" id="{7A1D03A9-0EE5-992D-7E9C-6D73C00E08F4}"/>
              </a:ext>
            </a:extLst>
          </p:cNvPr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481316" y="2180844"/>
            <a:ext cx="580644" cy="603503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79ACB2F6-56A9-A474-61FE-F5BFCDBAC880}"/>
              </a:ext>
            </a:extLst>
          </p:cNvPr>
          <p:cNvSpPr txBox="1"/>
          <p:nvPr/>
        </p:nvSpPr>
        <p:spPr>
          <a:xfrm>
            <a:off x="1973300" y="3933445"/>
            <a:ext cx="1415772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zh-CN" altLang="en-US" sz="2400" dirty="0"/>
              <a:t>纳米尺度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B5AE2C1-59C1-D540-4B9E-D1CE35C9C04A}"/>
              </a:ext>
            </a:extLst>
          </p:cNvPr>
          <p:cNvSpPr txBox="1"/>
          <p:nvPr/>
        </p:nvSpPr>
        <p:spPr>
          <a:xfrm>
            <a:off x="1017019" y="4675442"/>
            <a:ext cx="1415772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zh-CN" altLang="en-US" sz="2400" dirty="0"/>
              <a:t>原子尺度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E824728-3EB4-545F-29DA-26AAA5126135}"/>
              </a:ext>
            </a:extLst>
          </p:cNvPr>
          <p:cNvSpPr txBox="1"/>
          <p:nvPr/>
        </p:nvSpPr>
        <p:spPr>
          <a:xfrm>
            <a:off x="3457599" y="3305663"/>
            <a:ext cx="1415772" cy="46166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kumimoji="1" lang="zh-CN" altLang="en-US" sz="2400" dirty="0"/>
              <a:t>微观尺度</a:t>
            </a:r>
          </a:p>
        </p:txBody>
      </p:sp>
    </p:spTree>
    <p:extLst>
      <p:ext uri="{BB962C8B-B14F-4D97-AF65-F5344CB8AC3E}">
        <p14:creationId xmlns:p14="http://schemas.microsoft.com/office/powerpoint/2010/main" val="175264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38F4E-986C-45BE-8857-4191370BF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3414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9FA2-A361-0847-DF1A-084E14293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1621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87BDA8-08C9-BD1C-299C-6BA7438F4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4480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31CFA-037A-5BF6-C43B-189CD207E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1612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E820E-6CF4-036D-E272-A02582DB6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4598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B4EE6-B17C-3A5A-DF96-2D6C24052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9147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E20CF-DA20-FD9F-5311-31C08F9B75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1729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</Words>
  <Application>Microsoft Macintosh PowerPoint</Application>
  <PresentationFormat>宽屏</PresentationFormat>
  <Paragraphs>12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等线 Light</vt:lpstr>
      <vt:lpstr>Lantinghei SC Extralight</vt:lpstr>
      <vt:lpstr>Arial</vt:lpstr>
      <vt:lpstr>Verdana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飞 郭</dc:creator>
  <cp:lastModifiedBy>飞 郭</cp:lastModifiedBy>
  <cp:revision>2</cp:revision>
  <dcterms:created xsi:type="dcterms:W3CDTF">2026-10-09T11:46:10Z</dcterms:created>
  <dcterms:modified xsi:type="dcterms:W3CDTF">2026-10-09T11:50:04Z</dcterms:modified>
</cp:coreProperties>
</file>