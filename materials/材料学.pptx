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28"/>
    <p:restoredTop sz="94658"/>
  </p:normalViewPr>
  <p:slideViewPr>
    <p:cSldViewPr snapToGrid="0">
      <p:cViewPr varScale="1">
        <p:scale>
          <a:sx n="83" d="100"/>
          <a:sy n="83" d="100"/>
        </p:scale>
        <p:origin x="200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A42328-C8A7-1642-8C57-57EECDDE5F28}" type="doc">
      <dgm:prSet loTypeId="urn:microsoft.com/office/officeart/2005/8/layout/defaul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06044C0-99C0-BE40-B29E-3CE723750EDE}">
      <dgm:prSet phldrT="[文本]"/>
      <dgm:spPr/>
      <dgm:t>
        <a:bodyPr/>
        <a:lstStyle/>
        <a:p>
          <a:r>
            <a:rPr lang="zh-CN" altLang="en-US" dirty="0"/>
            <a:t>石灰石</a:t>
          </a:r>
        </a:p>
      </dgm:t>
    </dgm:pt>
    <dgm:pt modelId="{090DAE46-6029-2A44-B3C2-396487725E71}" type="parTrans" cxnId="{26D59C78-BE2C-5B48-B233-7D2503FA8CDC}">
      <dgm:prSet/>
      <dgm:spPr/>
      <dgm:t>
        <a:bodyPr/>
        <a:lstStyle/>
        <a:p>
          <a:endParaRPr lang="zh-CN" altLang="en-US"/>
        </a:p>
      </dgm:t>
    </dgm:pt>
    <dgm:pt modelId="{7F369D10-845A-6844-81CD-03E160C8E4B5}" type="sibTrans" cxnId="{26D59C78-BE2C-5B48-B233-7D2503FA8CDC}">
      <dgm:prSet/>
      <dgm:spPr/>
      <dgm:t>
        <a:bodyPr/>
        <a:lstStyle/>
        <a:p>
          <a:endParaRPr lang="zh-CN" altLang="en-US"/>
        </a:p>
      </dgm:t>
    </dgm:pt>
    <dgm:pt modelId="{6FE18750-DBEB-8D4E-BAAE-6A44B5C1B048}">
      <dgm:prSet phldrT="[文本]"/>
      <dgm:spPr/>
      <dgm:t>
        <a:bodyPr/>
        <a:lstStyle/>
        <a:p>
          <a:r>
            <a:rPr lang="zh-CN" altLang="en-US" dirty="0"/>
            <a:t>粘土</a:t>
          </a:r>
        </a:p>
      </dgm:t>
    </dgm:pt>
    <dgm:pt modelId="{794BE2DE-7569-DF4C-98A9-11B1128D0836}" type="parTrans" cxnId="{15C44EE6-745D-7B42-8B63-5191E08BAC7A}">
      <dgm:prSet/>
      <dgm:spPr/>
      <dgm:t>
        <a:bodyPr/>
        <a:lstStyle/>
        <a:p>
          <a:endParaRPr lang="zh-CN" altLang="en-US"/>
        </a:p>
      </dgm:t>
    </dgm:pt>
    <dgm:pt modelId="{6BD19441-768A-FE45-BACE-C85663ADBA7E}" type="sibTrans" cxnId="{15C44EE6-745D-7B42-8B63-5191E08BAC7A}">
      <dgm:prSet/>
      <dgm:spPr/>
      <dgm:t>
        <a:bodyPr/>
        <a:lstStyle/>
        <a:p>
          <a:endParaRPr lang="zh-CN" altLang="en-US"/>
        </a:p>
      </dgm:t>
    </dgm:pt>
    <dgm:pt modelId="{7383A8F1-F4BE-214C-A190-45C00441E7A3}">
      <dgm:prSet phldrT="[文本]"/>
      <dgm:spPr/>
      <dgm:t>
        <a:bodyPr/>
        <a:lstStyle/>
        <a:p>
          <a:r>
            <a:rPr lang="zh-CN" altLang="en-US" dirty="0"/>
            <a:t>铁粉</a:t>
          </a:r>
        </a:p>
      </dgm:t>
    </dgm:pt>
    <dgm:pt modelId="{C2F4280B-4848-F34B-9C4C-B0824B561252}" type="parTrans" cxnId="{F3B2CC8A-5B46-DD45-87FC-40858CC3A2E4}">
      <dgm:prSet/>
      <dgm:spPr/>
      <dgm:t>
        <a:bodyPr/>
        <a:lstStyle/>
        <a:p>
          <a:endParaRPr lang="zh-CN" altLang="en-US"/>
        </a:p>
      </dgm:t>
    </dgm:pt>
    <dgm:pt modelId="{9D5D5E70-BA78-ED41-9E10-6D9ED8664591}" type="sibTrans" cxnId="{F3B2CC8A-5B46-DD45-87FC-40858CC3A2E4}">
      <dgm:prSet/>
      <dgm:spPr/>
      <dgm:t>
        <a:bodyPr/>
        <a:lstStyle/>
        <a:p>
          <a:endParaRPr lang="zh-CN" altLang="en-US"/>
        </a:p>
      </dgm:t>
    </dgm:pt>
    <dgm:pt modelId="{C5A0C272-FB1C-0741-A7A7-10D4E78D84AC}" type="pres">
      <dgm:prSet presAssocID="{E7A42328-C8A7-1642-8C57-57EECDDE5F28}" presName="diagram" presStyleCnt="0">
        <dgm:presLayoutVars>
          <dgm:dir/>
          <dgm:resizeHandles val="exact"/>
        </dgm:presLayoutVars>
      </dgm:prSet>
      <dgm:spPr/>
    </dgm:pt>
    <dgm:pt modelId="{757C6949-5E6A-9749-9703-E9E6DC764364}" type="pres">
      <dgm:prSet presAssocID="{E06044C0-99C0-BE40-B29E-3CE723750EDE}" presName="node" presStyleLbl="node1" presStyleIdx="0" presStyleCnt="3">
        <dgm:presLayoutVars>
          <dgm:bulletEnabled val="1"/>
        </dgm:presLayoutVars>
      </dgm:prSet>
      <dgm:spPr/>
    </dgm:pt>
    <dgm:pt modelId="{6EEBC5E7-CF45-6243-A817-7A6689E0B015}" type="pres">
      <dgm:prSet presAssocID="{7F369D10-845A-6844-81CD-03E160C8E4B5}" presName="sibTrans" presStyleCnt="0"/>
      <dgm:spPr/>
    </dgm:pt>
    <dgm:pt modelId="{1734F326-A5A2-EE4C-BBEE-7FD2853C4D11}" type="pres">
      <dgm:prSet presAssocID="{6FE18750-DBEB-8D4E-BAAE-6A44B5C1B048}" presName="node" presStyleLbl="node1" presStyleIdx="1" presStyleCnt="3">
        <dgm:presLayoutVars>
          <dgm:bulletEnabled val="1"/>
        </dgm:presLayoutVars>
      </dgm:prSet>
      <dgm:spPr/>
    </dgm:pt>
    <dgm:pt modelId="{91555933-DC80-7048-8B45-914C75BA12C4}" type="pres">
      <dgm:prSet presAssocID="{6BD19441-768A-FE45-BACE-C85663ADBA7E}" presName="sibTrans" presStyleCnt="0"/>
      <dgm:spPr/>
    </dgm:pt>
    <dgm:pt modelId="{3DE84D8B-091B-844D-8D08-F42F60078744}" type="pres">
      <dgm:prSet presAssocID="{7383A8F1-F4BE-214C-A190-45C00441E7A3}" presName="node" presStyleLbl="node1" presStyleIdx="2" presStyleCnt="3">
        <dgm:presLayoutVars>
          <dgm:bulletEnabled val="1"/>
        </dgm:presLayoutVars>
      </dgm:prSet>
      <dgm:spPr/>
    </dgm:pt>
  </dgm:ptLst>
  <dgm:cxnLst>
    <dgm:cxn modelId="{8FCDA60E-EDA1-C843-9E52-FDCDB4215627}" type="presOf" srcId="{E06044C0-99C0-BE40-B29E-3CE723750EDE}" destId="{757C6949-5E6A-9749-9703-E9E6DC764364}" srcOrd="0" destOrd="0" presId="urn:microsoft.com/office/officeart/2005/8/layout/default"/>
    <dgm:cxn modelId="{BA647239-936E-2E44-A9C8-52E8CDB0BED2}" type="presOf" srcId="{E7A42328-C8A7-1642-8C57-57EECDDE5F28}" destId="{C5A0C272-FB1C-0741-A7A7-10D4E78D84AC}" srcOrd="0" destOrd="0" presId="urn:microsoft.com/office/officeart/2005/8/layout/default"/>
    <dgm:cxn modelId="{F9C3B540-642B-3C49-942D-3EF2C84CA380}" type="presOf" srcId="{6FE18750-DBEB-8D4E-BAAE-6A44B5C1B048}" destId="{1734F326-A5A2-EE4C-BBEE-7FD2853C4D11}" srcOrd="0" destOrd="0" presId="urn:microsoft.com/office/officeart/2005/8/layout/default"/>
    <dgm:cxn modelId="{26D59C78-BE2C-5B48-B233-7D2503FA8CDC}" srcId="{E7A42328-C8A7-1642-8C57-57EECDDE5F28}" destId="{E06044C0-99C0-BE40-B29E-3CE723750EDE}" srcOrd="0" destOrd="0" parTransId="{090DAE46-6029-2A44-B3C2-396487725E71}" sibTransId="{7F369D10-845A-6844-81CD-03E160C8E4B5}"/>
    <dgm:cxn modelId="{F3B2CC8A-5B46-DD45-87FC-40858CC3A2E4}" srcId="{E7A42328-C8A7-1642-8C57-57EECDDE5F28}" destId="{7383A8F1-F4BE-214C-A190-45C00441E7A3}" srcOrd="2" destOrd="0" parTransId="{C2F4280B-4848-F34B-9C4C-B0824B561252}" sibTransId="{9D5D5E70-BA78-ED41-9E10-6D9ED8664591}"/>
    <dgm:cxn modelId="{15C44EE6-745D-7B42-8B63-5191E08BAC7A}" srcId="{E7A42328-C8A7-1642-8C57-57EECDDE5F28}" destId="{6FE18750-DBEB-8D4E-BAAE-6A44B5C1B048}" srcOrd="1" destOrd="0" parTransId="{794BE2DE-7569-DF4C-98A9-11B1128D0836}" sibTransId="{6BD19441-768A-FE45-BACE-C85663ADBA7E}"/>
    <dgm:cxn modelId="{EC87A4F7-FB99-4A47-88DD-3D973690538A}" type="presOf" srcId="{7383A8F1-F4BE-214C-A190-45C00441E7A3}" destId="{3DE84D8B-091B-844D-8D08-F42F60078744}" srcOrd="0" destOrd="0" presId="urn:microsoft.com/office/officeart/2005/8/layout/default"/>
    <dgm:cxn modelId="{B7A81081-0695-C94B-9621-A75935C43D61}" type="presParOf" srcId="{C5A0C272-FB1C-0741-A7A7-10D4E78D84AC}" destId="{757C6949-5E6A-9749-9703-E9E6DC764364}" srcOrd="0" destOrd="0" presId="urn:microsoft.com/office/officeart/2005/8/layout/default"/>
    <dgm:cxn modelId="{4866FEC8-92FA-1A4B-AC09-CBD00B8C6E1D}" type="presParOf" srcId="{C5A0C272-FB1C-0741-A7A7-10D4E78D84AC}" destId="{6EEBC5E7-CF45-6243-A817-7A6689E0B015}" srcOrd="1" destOrd="0" presId="urn:microsoft.com/office/officeart/2005/8/layout/default"/>
    <dgm:cxn modelId="{7F1C384A-D69C-B843-A674-014535E53C08}" type="presParOf" srcId="{C5A0C272-FB1C-0741-A7A7-10D4E78D84AC}" destId="{1734F326-A5A2-EE4C-BBEE-7FD2853C4D11}" srcOrd="2" destOrd="0" presId="urn:microsoft.com/office/officeart/2005/8/layout/default"/>
    <dgm:cxn modelId="{2AB0C089-CBCF-2C45-A384-98352873A31D}" type="presParOf" srcId="{C5A0C272-FB1C-0741-A7A7-10D4E78D84AC}" destId="{91555933-DC80-7048-8B45-914C75BA12C4}" srcOrd="3" destOrd="0" presId="urn:microsoft.com/office/officeart/2005/8/layout/default"/>
    <dgm:cxn modelId="{D4D1E913-A08E-0444-B233-428081FD5040}" type="presParOf" srcId="{C5A0C272-FB1C-0741-A7A7-10D4E78D84AC}" destId="{3DE84D8B-091B-844D-8D08-F42F60078744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7C6949-5E6A-9749-9703-E9E6DC764364}">
      <dsp:nvSpPr>
        <dsp:cNvPr id="0" name=""/>
        <dsp:cNvSpPr/>
      </dsp:nvSpPr>
      <dsp:spPr>
        <a:xfrm>
          <a:off x="0" y="1131332"/>
          <a:ext cx="845015" cy="50700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石灰石</a:t>
          </a:r>
        </a:p>
      </dsp:txBody>
      <dsp:txXfrm>
        <a:off x="0" y="1131332"/>
        <a:ext cx="845015" cy="507008"/>
      </dsp:txXfrm>
    </dsp:sp>
    <dsp:sp modelId="{1734F326-A5A2-EE4C-BBEE-7FD2853C4D11}">
      <dsp:nvSpPr>
        <dsp:cNvPr id="0" name=""/>
        <dsp:cNvSpPr/>
      </dsp:nvSpPr>
      <dsp:spPr>
        <a:xfrm>
          <a:off x="0" y="1722843"/>
          <a:ext cx="845015" cy="50700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粘土</a:t>
          </a:r>
        </a:p>
      </dsp:txBody>
      <dsp:txXfrm>
        <a:off x="0" y="1722843"/>
        <a:ext cx="845015" cy="507008"/>
      </dsp:txXfrm>
    </dsp:sp>
    <dsp:sp modelId="{3DE84D8B-091B-844D-8D08-F42F60078744}">
      <dsp:nvSpPr>
        <dsp:cNvPr id="0" name=""/>
        <dsp:cNvSpPr/>
      </dsp:nvSpPr>
      <dsp:spPr>
        <a:xfrm>
          <a:off x="0" y="2314353"/>
          <a:ext cx="845015" cy="50700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铁粉</a:t>
          </a:r>
        </a:p>
      </dsp:txBody>
      <dsp:txXfrm>
        <a:off x="0" y="2314353"/>
        <a:ext cx="845015" cy="5070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7E151E-07FB-C815-471B-59303213A4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AD7BE56-FF10-0B1A-C4AA-C2D46CEDD2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35863D-359C-8A66-F730-B209F0761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D5F3E9-FB70-BC84-A431-D6CB8EF45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164920-6DA2-85C0-5558-772A5E5B3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1548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16A98E-87FC-7DA6-A780-30CA8F65D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5FB7B3-06B5-101B-0EAF-CAE1E962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639E16-9AD8-2708-3B78-0D471E48D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0D4E28-BD25-EDF1-67AE-86BFCB37D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4337A1-32A0-25AE-9454-E7ED9781C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24990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839C47-CA0C-321D-6414-E1BF5BD7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DCC4461-69EA-2985-E6E0-C2334FDE3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79EDA4-9E1B-95BA-4EAD-916777258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C8B404-2690-9664-82B3-61DC81B6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D0FF94-77B9-A470-AC9C-B81915C9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2620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20B0DD-EF7C-402B-B8B6-4C5FB1E90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BABDC0-41F1-3444-4C24-C237B28C1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96D6AB-F531-E54E-41D1-8CB3DC04E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813B19-1680-69FF-2C87-F68E87247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E13354F-B170-8EEF-4ADE-F72E55D26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1D2CC5-A833-95AA-1F71-6E7003695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15355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1CD052-9235-2EA9-6A56-E72063DB8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58A77F-349E-E508-3BBC-383AA2CC2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9AF7CF0-E30E-C4C2-ECB9-30B0A978D8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B86E092-9050-37FD-1B7B-30D6E7AA9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166A092-37CF-EFCB-A011-84930E1635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EDA9CA1-332E-29CF-45FC-1A655DB26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F30DEE2-342E-57B4-95F5-3D27BAC34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F328312-8484-896F-C29D-95C9F5EEC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0568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C641E-E79A-B619-336D-1EB61B7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89FF113-9FB7-7A5E-C94E-E50A658D8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E844407-C965-A8D2-00CD-1BEF8ED95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9C40918-5A3F-A475-901C-2B1163A3F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1589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FB272-8C7C-386C-16B0-FFF870E6F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39F486-5B35-AEBF-9DC9-2C33E5974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3A6C3D-94AC-0DFB-A475-40554423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9757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89BD84-36E7-5DEE-7544-FAAB3F675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3410C5-6967-3D1D-4DEA-F7C8B173F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AA72A3-1EEF-390D-82B6-8480551677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F8A988-6F8E-0514-F233-65B5F0A14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1AECA8-F811-EB2C-2129-49EE7DD20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11C3E2E-413D-728F-DB73-C4CFF1E6D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5268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4EC439-D7BB-725B-1533-7DFB97D8F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8E1713A-8732-36BE-39B5-609F0990D1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9E8B34-5FA9-7B77-6FA5-2211A3105D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E153C1-4DF4-392C-9002-4A91952A6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89CC194-C151-C8D3-79CE-B1D913D4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157F07-9C86-0295-994B-8A2B2584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585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892C3E-8616-FD29-2439-44A31DCD7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4623C2B-C36B-B733-7BB3-61227A51A5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B575FE-86EE-BB25-079D-DF478A94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9C4496-D072-831D-79C9-4B895001D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8D5A09-A7A0-151A-88B4-856A80CC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70347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0CC307F-1512-EB54-28E9-422206104B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6D566A9-377D-8CAF-E311-1079ADE1AB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EC1820E-7459-D3C4-ABB3-EDDCFAF1F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8EE76-7D85-E3E2-509B-8381242A8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8BCD21-E73A-8BD1-3F8A-D179E70F9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017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36ED25F-B64F-7ED4-6C87-62442ECD4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3ABBEF-BB5D-B681-F844-7C398AD7B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C7BD10-4EC7-AA57-2BC2-4B49DDC2B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6D14E8-1196-E442-81CA-5B1ACDAA6D2C}" type="datetimeFigureOut">
              <a:rPr kumimoji="1" lang="zh-CN" altLang="en-US" smtClean="0"/>
              <a:t>2026/10/13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AA0724-4B1A-A6B7-4F55-048233756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92AEC2-A0C2-DBB5-182D-0FDC75C23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7DA3A6-3C0F-6744-AD21-F8ACD558C31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76622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D2AE0C0D-8C9A-A953-AC39-1CCAE43C15E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8427" y="5128259"/>
            <a:ext cx="821435" cy="882395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06ADC700-03BB-3EDE-1646-D18A477A932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89276" y="4588764"/>
            <a:ext cx="1239012" cy="867156"/>
          </a:xfrm>
          <a:prstGeom prst="rect">
            <a:avLst/>
          </a:prstGeom>
        </p:spPr>
      </p:pic>
      <p:pic>
        <p:nvPicPr>
          <p:cNvPr id="4" name="object 4">
            <a:extLst>
              <a:ext uri="{FF2B5EF4-FFF2-40B4-BE49-F238E27FC236}">
                <a16:creationId xmlns:a16="http://schemas.microsoft.com/office/drawing/2014/main" id="{AC20990E-C860-1346-AA8D-C46B4A0E648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023359" y="3971544"/>
            <a:ext cx="1031748" cy="1051559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48B75191-AF4B-711B-9E04-35613FB232E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198364" y="3351276"/>
            <a:ext cx="1107948" cy="832104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72CCAB94-253E-76A5-AAB8-96477B093C2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353555" y="2769107"/>
            <a:ext cx="1033272" cy="714756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146E9E66-5EAF-75BE-4C68-EE8662EB0808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940040" y="2202179"/>
            <a:ext cx="576072" cy="589788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F419CE8D-DA30-55BC-3987-7DE11C67877F}"/>
              </a:ext>
            </a:extLst>
          </p:cNvPr>
          <p:cNvSpPr txBox="1"/>
          <p:nvPr/>
        </p:nvSpPr>
        <p:spPr>
          <a:xfrm>
            <a:off x="6823964" y="1650238"/>
            <a:ext cx="1244600" cy="3911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5" dirty="0">
                <a:cs typeface="Lantinghei SC Extralight"/>
              </a:rPr>
              <a:t>人的尺度</a:t>
            </a:r>
            <a:endParaRPr sz="2400">
              <a:cs typeface="Lantinghei SC Extralight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9189CA55-E509-C439-C796-DC400A1CF156}"/>
              </a:ext>
            </a:extLst>
          </p:cNvPr>
          <p:cNvSpPr txBox="1"/>
          <p:nvPr/>
        </p:nvSpPr>
        <p:spPr>
          <a:xfrm>
            <a:off x="4595876" y="2829305"/>
            <a:ext cx="1244600" cy="3911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5" dirty="0">
                <a:cs typeface="Lantinghei SC Extralight"/>
              </a:rPr>
              <a:t>介观尺度</a:t>
            </a:r>
            <a:endParaRPr sz="2400" dirty="0">
              <a:cs typeface="Lantinghei SC Extralight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AE5EF8E0-EE49-64D9-5F3B-0123FAEE8436}"/>
              </a:ext>
            </a:extLst>
          </p:cNvPr>
          <p:cNvSpPr txBox="1"/>
          <p:nvPr/>
        </p:nvSpPr>
        <p:spPr>
          <a:xfrm>
            <a:off x="5638038" y="2239771"/>
            <a:ext cx="1244600" cy="3911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5" dirty="0">
                <a:cs typeface="Lantinghei SC Extralight"/>
              </a:rPr>
              <a:t>袖珍尺度</a:t>
            </a:r>
            <a:endParaRPr sz="2400">
              <a:cs typeface="Lantinghei SC Extralight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9FBE52C-9EA4-861F-AD0E-454DF6BB237A}"/>
              </a:ext>
            </a:extLst>
          </p:cNvPr>
          <p:cNvSpPr txBox="1"/>
          <p:nvPr/>
        </p:nvSpPr>
        <p:spPr>
          <a:xfrm>
            <a:off x="1838960" y="5040629"/>
            <a:ext cx="2972435" cy="1098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cs typeface="Lantinghei SC Extralight"/>
              </a:rPr>
              <a:t>晶体</a:t>
            </a:r>
            <a:endParaRPr sz="1800" dirty="0">
              <a:cs typeface="Lantinghei SC Extralight"/>
            </a:endParaRPr>
          </a:p>
          <a:p>
            <a:pPr marL="243840" algn="ctr">
              <a:lnSpc>
                <a:spcPct val="100000"/>
              </a:lnSpc>
              <a:spcBef>
                <a:spcPts val="1510"/>
              </a:spcBef>
            </a:pPr>
            <a:r>
              <a:rPr sz="1800" spc="-20" dirty="0">
                <a:cs typeface="Lantinghei SC Extralight"/>
              </a:rPr>
              <a:t>纳米管</a:t>
            </a:r>
            <a:endParaRPr sz="1800" dirty="0">
              <a:cs typeface="Lantinghei SC Extralight"/>
            </a:endParaRPr>
          </a:p>
          <a:p>
            <a:pPr marR="2481580" algn="ctr">
              <a:lnSpc>
                <a:spcPct val="100000"/>
              </a:lnSpc>
              <a:spcBef>
                <a:spcPts val="455"/>
              </a:spcBef>
            </a:pPr>
            <a:r>
              <a:rPr sz="1800" spc="-25" dirty="0">
                <a:cs typeface="Lantinghei SC Extralight"/>
              </a:rPr>
              <a:t>原子</a:t>
            </a:r>
            <a:endParaRPr sz="1800" dirty="0">
              <a:cs typeface="Lantinghei SC Extralight"/>
            </a:endParaRPr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699DFD7D-1816-44B4-394C-A35DBBC34FC8}"/>
              </a:ext>
            </a:extLst>
          </p:cNvPr>
          <p:cNvSpPr txBox="1"/>
          <p:nvPr/>
        </p:nvSpPr>
        <p:spPr>
          <a:xfrm>
            <a:off x="5473446" y="4284345"/>
            <a:ext cx="7112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cs typeface="Lantinghei SC Extralight"/>
              </a:rPr>
              <a:t>纤维素</a:t>
            </a:r>
            <a:endParaRPr sz="1800">
              <a:cs typeface="Lantinghei SC Extralight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6E8948E-EE0A-6B5C-7911-DF73B0CB8AC5}"/>
              </a:ext>
            </a:extLst>
          </p:cNvPr>
          <p:cNvSpPr txBox="1"/>
          <p:nvPr/>
        </p:nvSpPr>
        <p:spPr>
          <a:xfrm>
            <a:off x="6627114" y="3474846"/>
            <a:ext cx="482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cs typeface="Lantinghei SC Extralight"/>
              </a:rPr>
              <a:t>纤维</a:t>
            </a:r>
            <a:endParaRPr sz="1800">
              <a:cs typeface="Lantinghei SC Extralight"/>
            </a:endParaRPr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1BDCCBE-7347-10AA-14DC-ED02CEC4A237}"/>
              </a:ext>
            </a:extLst>
          </p:cNvPr>
          <p:cNvSpPr txBox="1"/>
          <p:nvPr/>
        </p:nvSpPr>
        <p:spPr>
          <a:xfrm>
            <a:off x="7711820" y="2891790"/>
            <a:ext cx="1024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cs typeface="Lantinghei SC Extralight"/>
              </a:rPr>
              <a:t>衣服</a:t>
            </a:r>
            <a:r>
              <a:rPr sz="1800" i="1" dirty="0">
                <a:cs typeface="Verdana"/>
              </a:rPr>
              <a:t>,</a:t>
            </a:r>
            <a:r>
              <a:rPr sz="1800" spc="-25" dirty="0">
                <a:cs typeface="Lantinghei SC Extralight"/>
              </a:rPr>
              <a:t>餐具</a:t>
            </a:r>
            <a:endParaRPr sz="1800">
              <a:cs typeface="Lantinghei SC Extralight"/>
            </a:endParaRPr>
          </a:p>
        </p:txBody>
      </p:sp>
      <p:pic>
        <p:nvPicPr>
          <p:cNvPr id="29" name="object 29">
            <a:extLst>
              <a:ext uri="{FF2B5EF4-FFF2-40B4-BE49-F238E27FC236}">
                <a16:creationId xmlns:a16="http://schemas.microsoft.com/office/drawing/2014/main" id="{7A1D03A9-0EE5-992D-7E9C-6D73C00E08F4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481316" y="2180844"/>
            <a:ext cx="580644" cy="603503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79ACB2F6-56A9-A474-61FE-F5BFCDBAC880}"/>
              </a:ext>
            </a:extLst>
          </p:cNvPr>
          <p:cNvSpPr txBox="1"/>
          <p:nvPr/>
        </p:nvSpPr>
        <p:spPr>
          <a:xfrm>
            <a:off x="1973300" y="3933445"/>
            <a:ext cx="1415772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CN" altLang="en-US" sz="2400" dirty="0"/>
              <a:t>纳米尺度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B5AE2C1-59C1-D540-4B9E-D1CE35C9C04A}"/>
              </a:ext>
            </a:extLst>
          </p:cNvPr>
          <p:cNvSpPr txBox="1"/>
          <p:nvPr/>
        </p:nvSpPr>
        <p:spPr>
          <a:xfrm>
            <a:off x="1017019" y="4675442"/>
            <a:ext cx="1415772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CN" altLang="en-US" sz="2400" dirty="0"/>
              <a:t>原子尺度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E824728-3EB4-545F-29DA-26AAA5126135}"/>
              </a:ext>
            </a:extLst>
          </p:cNvPr>
          <p:cNvSpPr txBox="1"/>
          <p:nvPr/>
        </p:nvSpPr>
        <p:spPr>
          <a:xfrm>
            <a:off x="3457599" y="3305663"/>
            <a:ext cx="1415772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CN" altLang="en-US" sz="2400" dirty="0"/>
              <a:t>微观尺度</a:t>
            </a:r>
          </a:p>
        </p:txBody>
      </p:sp>
    </p:spTree>
    <p:extLst>
      <p:ext uri="{BB962C8B-B14F-4D97-AF65-F5344CB8AC3E}">
        <p14:creationId xmlns:p14="http://schemas.microsoft.com/office/powerpoint/2010/main" val="175264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38F4E-986C-45BE-8857-4191370BF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09874DD9-4467-3B81-177A-45C9F227B508}"/>
              </a:ext>
            </a:extLst>
          </p:cNvPr>
          <p:cNvSpPr txBox="1">
            <a:spLocks/>
          </p:cNvSpPr>
          <p:nvPr/>
        </p:nvSpPr>
        <p:spPr>
          <a:xfrm>
            <a:off x="617321" y="427481"/>
            <a:ext cx="2059939" cy="635000"/>
          </a:xfrm>
          <a:prstGeom prst="rect">
            <a:avLst/>
          </a:prstGeom>
        </p:spPr>
        <p:txBody>
          <a:bodyPr vert="horz" wrap="square" lIns="0" tIns="12065" rIns="0" bIns="0" rtlCol="0" anchor="b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4000" b="1" spc="-45">
                <a:solidFill>
                  <a:srgbClr val="001F5F"/>
                </a:solidFill>
                <a:latin typeface="Lantinghei SC Heavy"/>
                <a:cs typeface="Lantinghei SC Heavy"/>
              </a:rPr>
              <a:t>压电效应</a:t>
            </a:r>
            <a:endParaRPr lang="zh-CN" altLang="en-US" sz="4000">
              <a:latin typeface="Lantinghei SC Heavy"/>
              <a:cs typeface="Lantinghei SC Heavy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8525E6A-8E77-3912-0962-E4DAF3508733}"/>
              </a:ext>
            </a:extLst>
          </p:cNvPr>
          <p:cNvSpPr txBox="1"/>
          <p:nvPr/>
        </p:nvSpPr>
        <p:spPr>
          <a:xfrm>
            <a:off x="742594" y="3245942"/>
            <a:ext cx="1804670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20" dirty="0">
                <a:solidFill>
                  <a:srgbClr val="C00000"/>
                </a:solidFill>
                <a:latin typeface="Lantinghei SC Extralight"/>
                <a:cs typeface="Lantinghei SC Extralight"/>
              </a:rPr>
              <a:t>未受电场及应力</a:t>
            </a:r>
            <a:endParaRPr sz="2000">
              <a:latin typeface="Lantinghei SC Extralight"/>
              <a:cs typeface="Lantinghei SC Extralight"/>
            </a:endParaRPr>
          </a:p>
          <a:p>
            <a:pPr marL="12700">
              <a:lnSpc>
                <a:spcPct val="100000"/>
              </a:lnSpc>
            </a:pPr>
            <a:r>
              <a:rPr sz="2000" spc="-20" dirty="0">
                <a:solidFill>
                  <a:srgbClr val="C00000"/>
                </a:solidFill>
                <a:latin typeface="Lantinghei SC Extralight"/>
                <a:cs typeface="Lantinghei SC Extralight"/>
              </a:rPr>
              <a:t>影响之前</a:t>
            </a:r>
            <a:endParaRPr sz="2000">
              <a:latin typeface="Lantinghei SC Extralight"/>
              <a:cs typeface="Lantinghei SC Extralight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53E6F7A8-C1A1-2985-ECA0-C46EAD48B1A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8516" y="1661283"/>
            <a:ext cx="2061746" cy="1397291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8B57DF99-3001-6FEB-0C04-5061AA078D2B}"/>
              </a:ext>
            </a:extLst>
          </p:cNvPr>
          <p:cNvSpPr txBox="1"/>
          <p:nvPr/>
        </p:nvSpPr>
        <p:spPr>
          <a:xfrm>
            <a:off x="6047359" y="3603701"/>
            <a:ext cx="282130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20" dirty="0">
                <a:solidFill>
                  <a:srgbClr val="C00000"/>
                </a:solidFill>
                <a:latin typeface="Lantinghei SC Extralight"/>
                <a:cs typeface="Lantinghei SC Extralight"/>
              </a:rPr>
              <a:t>受电场影响材料产生变形</a:t>
            </a:r>
            <a:endParaRPr sz="2000">
              <a:latin typeface="Lantinghei SC Extralight"/>
              <a:cs typeface="Lantinghei SC Extralight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0AFE80F3-1436-3F92-146F-229FBE7859FE}"/>
              </a:ext>
            </a:extLst>
          </p:cNvPr>
          <p:cNvGrpSpPr/>
          <p:nvPr/>
        </p:nvGrpSpPr>
        <p:grpSpPr>
          <a:xfrm>
            <a:off x="3174846" y="1166027"/>
            <a:ext cx="2761615" cy="2406650"/>
            <a:chOff x="3174846" y="1166027"/>
            <a:chExt cx="2761615" cy="2406650"/>
          </a:xfrm>
        </p:grpSpPr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53FF3D4-86ED-7BF6-C4D6-D8034984C96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74846" y="1166027"/>
              <a:ext cx="2602112" cy="2406228"/>
            </a:xfrm>
            <a:prstGeom prst="rect">
              <a:avLst/>
            </a:prstGeom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CBA4781-77D7-221E-1BAA-E11DDA7E896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42204" y="2161032"/>
              <a:ext cx="493775" cy="454151"/>
            </a:xfrm>
            <a:prstGeom prst="rect">
              <a:avLst/>
            </a:prstGeom>
          </p:spPr>
        </p:pic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D48309E5-E8AF-D7E0-2D37-44F099CC42C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90972" y="2237232"/>
              <a:ext cx="423672" cy="300227"/>
            </a:xfrm>
            <a:prstGeom prst="rect">
              <a:avLst/>
            </a:prstGeom>
          </p:spPr>
        </p:pic>
      </p:grpSp>
      <p:sp>
        <p:nvSpPr>
          <p:cNvPr id="10" name="object 10">
            <a:extLst>
              <a:ext uri="{FF2B5EF4-FFF2-40B4-BE49-F238E27FC236}">
                <a16:creationId xmlns:a16="http://schemas.microsoft.com/office/drawing/2014/main" id="{150CE57F-92F8-E4D2-F8F3-F2D486C1C4CB}"/>
              </a:ext>
            </a:extLst>
          </p:cNvPr>
          <p:cNvSpPr txBox="1"/>
          <p:nvPr/>
        </p:nvSpPr>
        <p:spPr>
          <a:xfrm>
            <a:off x="4257294" y="1066291"/>
            <a:ext cx="14224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360" dirty="0">
                <a:solidFill>
                  <a:srgbClr val="6F2F9F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4BD4715-8D0E-ADF9-79F3-C1791F834526}"/>
              </a:ext>
            </a:extLst>
          </p:cNvPr>
          <p:cNvSpPr txBox="1"/>
          <p:nvPr/>
        </p:nvSpPr>
        <p:spPr>
          <a:xfrm>
            <a:off x="3222498" y="3200628"/>
            <a:ext cx="2124710" cy="1201420"/>
          </a:xfrm>
          <a:prstGeom prst="rect">
            <a:avLst/>
          </a:prstGeom>
        </p:spPr>
        <p:txBody>
          <a:bodyPr vert="horz" wrap="square" lIns="0" tIns="68580" rIns="0" bIns="0" rtlCol="0">
            <a:spAutoFit/>
          </a:bodyPr>
          <a:lstStyle/>
          <a:p>
            <a:pPr marL="649605">
              <a:lnSpc>
                <a:spcPct val="100000"/>
              </a:lnSpc>
              <a:spcBef>
                <a:spcPts val="540"/>
              </a:spcBef>
            </a:pPr>
            <a:r>
              <a:rPr sz="2000" b="1" spc="-360" dirty="0">
                <a:solidFill>
                  <a:srgbClr val="6F2F9F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40"/>
              </a:spcBef>
            </a:pPr>
            <a:r>
              <a:rPr sz="2000" spc="-15" dirty="0">
                <a:solidFill>
                  <a:srgbClr val="C00000"/>
                </a:solidFill>
                <a:latin typeface="Lantinghei SC Extralight"/>
                <a:cs typeface="Lantinghei SC Extralight"/>
              </a:rPr>
              <a:t>应力作用产生电流</a:t>
            </a:r>
            <a:endParaRPr sz="2000">
              <a:latin typeface="Lantinghei SC Extralight"/>
              <a:cs typeface="Lantinghei SC Extralight"/>
            </a:endParaRPr>
          </a:p>
          <a:p>
            <a:pPr marL="78105">
              <a:lnSpc>
                <a:spcPct val="100000"/>
              </a:lnSpc>
              <a:spcBef>
                <a:spcPts val="1175"/>
              </a:spcBef>
            </a:pPr>
            <a:r>
              <a:rPr sz="2000" spc="-15" dirty="0">
                <a:latin typeface="Lantinghei SC Extralight"/>
                <a:cs typeface="Lantinghei SC Extralight"/>
              </a:rPr>
              <a:t>机械能转变为电能</a:t>
            </a:r>
            <a:endParaRPr sz="2000">
              <a:latin typeface="Lantinghei SC Extralight"/>
              <a:cs typeface="Lantinghei SC Extralight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E9AB8A55-6C19-BC0E-ED41-D55BEE987197}"/>
              </a:ext>
            </a:extLst>
          </p:cNvPr>
          <p:cNvGrpSpPr/>
          <p:nvPr/>
        </p:nvGrpSpPr>
        <p:grpSpPr>
          <a:xfrm>
            <a:off x="6085529" y="1267967"/>
            <a:ext cx="2402205" cy="2252980"/>
            <a:chOff x="6085529" y="1267967"/>
            <a:chExt cx="2402205" cy="2252980"/>
          </a:xfrm>
        </p:grpSpPr>
        <p:pic>
          <p:nvPicPr>
            <p:cNvPr id="13" name="object 13">
              <a:extLst>
                <a:ext uri="{FF2B5EF4-FFF2-40B4-BE49-F238E27FC236}">
                  <a16:creationId xmlns:a16="http://schemas.microsoft.com/office/drawing/2014/main" id="{128548B6-B9BB-7B5C-7034-2EA99CCF08F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85529" y="1284257"/>
              <a:ext cx="2293503" cy="2236556"/>
            </a:xfrm>
            <a:prstGeom prst="rect">
              <a:avLst/>
            </a:prstGeom>
          </p:spPr>
        </p:pic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E10E5334-0ED1-33CC-E8D3-283086557E95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081772" y="1267967"/>
              <a:ext cx="405383" cy="362712"/>
            </a:xfrm>
            <a:prstGeom prst="rect">
              <a:avLst/>
            </a:prstGeom>
          </p:spPr>
        </p:pic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6AB2C80F-E869-C945-57D0-D51360ABE685}"/>
              </a:ext>
            </a:extLst>
          </p:cNvPr>
          <p:cNvSpPr txBox="1"/>
          <p:nvPr/>
        </p:nvSpPr>
        <p:spPr>
          <a:xfrm>
            <a:off x="8162290" y="1280922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C00000"/>
                </a:solidFill>
                <a:latin typeface="Lantinghei SC Heavy"/>
                <a:cs typeface="Lantinghei SC Heavy"/>
              </a:rPr>
              <a:t>＋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6" name="object 16">
            <a:extLst>
              <a:ext uri="{FF2B5EF4-FFF2-40B4-BE49-F238E27FC236}">
                <a16:creationId xmlns:a16="http://schemas.microsoft.com/office/drawing/2014/main" id="{51DE557D-8FA6-87F4-FCE3-0108D9C873A0}"/>
              </a:ext>
            </a:extLst>
          </p:cNvPr>
          <p:cNvGrpSpPr/>
          <p:nvPr/>
        </p:nvGrpSpPr>
        <p:grpSpPr>
          <a:xfrm>
            <a:off x="8046719" y="3038855"/>
            <a:ext cx="538480" cy="513715"/>
            <a:chOff x="8046719" y="3038855"/>
            <a:chExt cx="538480" cy="513715"/>
          </a:xfrm>
        </p:grpSpPr>
        <p:pic>
          <p:nvPicPr>
            <p:cNvPr id="17" name="object 17">
              <a:extLst>
                <a:ext uri="{FF2B5EF4-FFF2-40B4-BE49-F238E27FC236}">
                  <a16:creationId xmlns:a16="http://schemas.microsoft.com/office/drawing/2014/main" id="{DC16675B-28F5-4877-2704-1A77DE79A1B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12251" y="3107435"/>
              <a:ext cx="391668" cy="374903"/>
            </a:xfrm>
            <a:prstGeom prst="rect">
              <a:avLst/>
            </a:prstGeom>
          </p:spPr>
        </p:pic>
        <p:pic>
          <p:nvPicPr>
            <p:cNvPr id="18" name="object 18">
              <a:extLst>
                <a:ext uri="{FF2B5EF4-FFF2-40B4-BE49-F238E27FC236}">
                  <a16:creationId xmlns:a16="http://schemas.microsoft.com/office/drawing/2014/main" id="{3F4FD07F-A17A-94AE-4868-EF392B23E3FD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046719" y="3038855"/>
              <a:ext cx="537972" cy="513588"/>
            </a:xfrm>
            <a:prstGeom prst="rect">
              <a:avLst/>
            </a:prstGeom>
          </p:spPr>
        </p:pic>
      </p:grpSp>
      <p:sp>
        <p:nvSpPr>
          <p:cNvPr id="19" name="object 19">
            <a:extLst>
              <a:ext uri="{FF2B5EF4-FFF2-40B4-BE49-F238E27FC236}">
                <a16:creationId xmlns:a16="http://schemas.microsoft.com/office/drawing/2014/main" id="{8148FA3A-2ECF-43AC-A3D5-5D88F896DC1D}"/>
              </a:ext>
            </a:extLst>
          </p:cNvPr>
          <p:cNvSpPr txBox="1"/>
          <p:nvPr/>
        </p:nvSpPr>
        <p:spPr>
          <a:xfrm>
            <a:off x="8179054" y="3109671"/>
            <a:ext cx="2546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C00000"/>
                </a:solidFill>
                <a:latin typeface="Lantinghei SC Heavy"/>
                <a:cs typeface="Lantinghei SC Heavy"/>
              </a:rPr>
              <a:t>－</a:t>
            </a:r>
            <a:endParaRPr sz="1800">
              <a:latin typeface="Lantinghei SC Heavy"/>
              <a:cs typeface="Lantinghei SC Heavy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EAA7200-B5E0-0646-B9A1-9B23454DAD6C}"/>
              </a:ext>
            </a:extLst>
          </p:cNvPr>
          <p:cNvSpPr txBox="1"/>
          <p:nvPr/>
        </p:nvSpPr>
        <p:spPr>
          <a:xfrm>
            <a:off x="6730745" y="3171520"/>
            <a:ext cx="14287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360" dirty="0">
                <a:solidFill>
                  <a:srgbClr val="6F2F9F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EF74C7D-5AC8-14BD-621A-686761DB7A91}"/>
              </a:ext>
            </a:extLst>
          </p:cNvPr>
          <p:cNvSpPr txBox="1"/>
          <p:nvPr/>
        </p:nvSpPr>
        <p:spPr>
          <a:xfrm>
            <a:off x="6621018" y="1217802"/>
            <a:ext cx="14224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360" dirty="0">
                <a:solidFill>
                  <a:srgbClr val="6F2F9F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21DD09C-E364-AD30-993B-D849FE203C92}"/>
              </a:ext>
            </a:extLst>
          </p:cNvPr>
          <p:cNvSpPr txBox="1"/>
          <p:nvPr/>
        </p:nvSpPr>
        <p:spPr>
          <a:xfrm>
            <a:off x="6169533" y="4110990"/>
            <a:ext cx="2059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5" dirty="0">
                <a:latin typeface="Lantinghei SC Extralight"/>
                <a:cs typeface="Lantinghei SC Extralight"/>
              </a:rPr>
              <a:t>电能转变为机械能</a:t>
            </a:r>
            <a:endParaRPr sz="2000">
              <a:latin typeface="Lantinghei SC Extralight"/>
              <a:cs typeface="Lantinghei SC Extralight"/>
            </a:endParaRPr>
          </a:p>
        </p:txBody>
      </p:sp>
    </p:spTree>
    <p:extLst>
      <p:ext uri="{BB962C8B-B14F-4D97-AF65-F5344CB8AC3E}">
        <p14:creationId xmlns:p14="http://schemas.microsoft.com/office/powerpoint/2010/main" val="3093414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9FA2-A361-0847-DF1A-084E14293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838C3D64-0A7E-BA9D-0E34-0F9AD33831F2}"/>
              </a:ext>
            </a:extLst>
          </p:cNvPr>
          <p:cNvGrpSpPr/>
          <p:nvPr/>
        </p:nvGrpSpPr>
        <p:grpSpPr>
          <a:xfrm>
            <a:off x="827668" y="942690"/>
            <a:ext cx="8023661" cy="3952695"/>
            <a:chOff x="827668" y="942690"/>
            <a:chExt cx="8023661" cy="3952695"/>
          </a:xfrm>
        </p:grpSpPr>
        <p:graphicFrame>
          <p:nvGraphicFramePr>
            <p:cNvPr id="2" name="图示 1">
              <a:extLst>
                <a:ext uri="{FF2B5EF4-FFF2-40B4-BE49-F238E27FC236}">
                  <a16:creationId xmlns:a16="http://schemas.microsoft.com/office/drawing/2014/main" id="{74B6B2DF-432A-D19E-6CB6-4D3E565B82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136230141"/>
                </p:ext>
              </p:extLst>
            </p:nvPr>
          </p:nvGraphicFramePr>
          <p:xfrm>
            <a:off x="827668" y="942690"/>
            <a:ext cx="845015" cy="395269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8BF49C1E-A361-9D68-4F31-965807179BC7}"/>
                </a:ext>
              </a:extLst>
            </p:cNvPr>
            <p:cNvCxnSpPr>
              <a:cxnSpLocks/>
              <a:stCxn id="2" idx="3"/>
              <a:endCxn id="7" idx="1"/>
            </p:cNvCxnSpPr>
            <p:nvPr/>
          </p:nvCxnSpPr>
          <p:spPr>
            <a:xfrm>
              <a:off x="1672683" y="2919037"/>
              <a:ext cx="1024053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AACBD07-D6FE-A8E0-0D4E-38AF50CF3C66}"/>
                </a:ext>
              </a:extLst>
            </p:cNvPr>
            <p:cNvSpPr/>
            <p:nvPr/>
          </p:nvSpPr>
          <p:spPr>
            <a:xfrm>
              <a:off x="2696736" y="2684861"/>
              <a:ext cx="970156" cy="4683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生料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E2DC87A-FCC0-2A9D-4195-0814E41BD268}"/>
                </a:ext>
              </a:extLst>
            </p:cNvPr>
            <p:cNvSpPr/>
            <p:nvPr/>
          </p:nvSpPr>
          <p:spPr>
            <a:xfrm>
              <a:off x="5043896" y="2684861"/>
              <a:ext cx="970156" cy="4683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水泥</a:t>
              </a:r>
            </a:p>
          </p:txBody>
        </p:sp>
        <p:cxnSp>
          <p:nvCxnSpPr>
            <p:cNvPr id="12" name="直线箭头连接符 11">
              <a:extLst>
                <a:ext uri="{FF2B5EF4-FFF2-40B4-BE49-F238E27FC236}">
                  <a16:creationId xmlns:a16="http://schemas.microsoft.com/office/drawing/2014/main" id="{1F8AAE7F-2FFC-9F5C-5D76-3A0DD9658153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666892" y="2919037"/>
              <a:ext cx="137700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D4939682-6239-46F0-81BB-15008AFF621D}"/>
                </a:ext>
              </a:extLst>
            </p:cNvPr>
            <p:cNvSpPr txBox="1"/>
            <p:nvPr/>
          </p:nvSpPr>
          <p:spPr>
            <a:xfrm>
              <a:off x="1834595" y="2615808"/>
              <a:ext cx="6463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磨细</a:t>
              </a:r>
              <a:endParaRPr kumimoji="1" lang="en-US" altLang="zh-CN" dirty="0"/>
            </a:p>
            <a:p>
              <a:r>
                <a:rPr kumimoji="1" lang="zh-CN" altLang="en-US" dirty="0"/>
                <a:t>均化</a:t>
              </a:r>
              <a:endParaRPr kumimoji="1" lang="en-US" altLang="zh-CN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A690A95-458A-6AB9-5712-D9C45C22664C}"/>
                </a:ext>
              </a:extLst>
            </p:cNvPr>
            <p:cNvSpPr txBox="1"/>
            <p:nvPr/>
          </p:nvSpPr>
          <p:spPr>
            <a:xfrm>
              <a:off x="3889561" y="2615808"/>
              <a:ext cx="93166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煅烧</a:t>
              </a:r>
              <a:endParaRPr kumimoji="1" lang="en-US" altLang="zh-CN" dirty="0"/>
            </a:p>
            <a:p>
              <a:r>
                <a:rPr kumimoji="1" lang="en-US" altLang="zh-CN" dirty="0"/>
                <a:t>1450</a:t>
              </a:r>
              <a:r>
                <a:rPr kumimoji="1" lang="zh-CN" altLang="en-US" dirty="0"/>
                <a:t>度</a:t>
              </a:r>
              <a:endParaRPr kumimoji="1" lang="en-US" altLang="zh-CN" dirty="0"/>
            </a:p>
          </p:txBody>
        </p:sp>
        <p:sp>
          <p:nvSpPr>
            <p:cNvPr id="23" name="左大括号 22">
              <a:extLst>
                <a:ext uri="{FF2B5EF4-FFF2-40B4-BE49-F238E27FC236}">
                  <a16:creationId xmlns:a16="http://schemas.microsoft.com/office/drawing/2014/main" id="{9714B632-A243-5966-A0A9-B8BE637A5870}"/>
                </a:ext>
              </a:extLst>
            </p:cNvPr>
            <p:cNvSpPr/>
            <p:nvPr/>
          </p:nvSpPr>
          <p:spPr>
            <a:xfrm>
              <a:off x="6236722" y="1285005"/>
              <a:ext cx="970157" cy="3268063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980502E6-DF83-27AC-F78A-1AA345936DBE}"/>
                </a:ext>
              </a:extLst>
            </p:cNvPr>
            <p:cNvSpPr/>
            <p:nvPr/>
          </p:nvSpPr>
          <p:spPr>
            <a:xfrm>
              <a:off x="7429548" y="1439134"/>
              <a:ext cx="1421781" cy="299967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zh-CN" altLang="en-US" dirty="0"/>
                <a:t>碳酸三钙</a:t>
              </a:r>
              <a:endParaRPr kumimoji="1" lang="en-US" altLang="zh-CN" dirty="0"/>
            </a:p>
            <a:p>
              <a:endParaRPr kumimoji="1" lang="en-US" altLang="zh-CN" dirty="0"/>
            </a:p>
            <a:p>
              <a:r>
                <a:rPr kumimoji="1" lang="zh-CN" altLang="en-US" dirty="0"/>
                <a:t>碳酸二钙</a:t>
              </a:r>
              <a:endParaRPr kumimoji="1" lang="en-US" altLang="zh-CN" dirty="0"/>
            </a:p>
            <a:p>
              <a:endParaRPr kumimoji="1" lang="en-US" altLang="zh-CN" dirty="0"/>
            </a:p>
            <a:p>
              <a:r>
                <a:rPr kumimoji="1" lang="zh-CN" altLang="en-US" dirty="0"/>
                <a:t>铁铝酸四钙</a:t>
              </a:r>
              <a:endParaRPr kumimoji="1" lang="en-US" altLang="zh-CN" dirty="0"/>
            </a:p>
            <a:p>
              <a:endParaRPr kumimoji="1" lang="en-US" altLang="zh-CN" dirty="0"/>
            </a:p>
            <a:p>
              <a:r>
                <a:rPr kumimoji="1" lang="zh-CN" altLang="en-US" dirty="0"/>
                <a:t>铝酸三钙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5841E042-43CC-4626-9202-BB29B1689C06}"/>
                </a:ext>
              </a:extLst>
            </p:cNvPr>
            <p:cNvSpPr txBox="1"/>
            <p:nvPr/>
          </p:nvSpPr>
          <p:spPr>
            <a:xfrm>
              <a:off x="3181814" y="1285005"/>
              <a:ext cx="198002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水泥的生产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1162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7BDA8-08C9-BD1C-299C-6BA7438F4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448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31CFA-037A-5BF6-C43B-189CD207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612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820E-6CF4-036D-E272-A02582DB6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4598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4EE6-B17C-3A5A-DF96-2D6C24052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9147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20CF-DA20-FD9F-5311-31C08F9B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1729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63</Words>
  <Application>Microsoft Macintosh PowerPoint</Application>
  <PresentationFormat>宽屏</PresentationFormat>
  <Paragraphs>42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Lantinghei SC Extralight</vt:lpstr>
      <vt:lpstr>Lantinghei SC Heavy</vt:lpstr>
      <vt:lpstr>Arial</vt:lpstr>
      <vt:lpstr>Verdana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13</cp:revision>
  <dcterms:created xsi:type="dcterms:W3CDTF">2026-10-09T11:46:10Z</dcterms:created>
  <dcterms:modified xsi:type="dcterms:W3CDTF">2026-10-13T12:12:42Z</dcterms:modified>
</cp:coreProperties>
</file>