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B0F0"/>
    <a:srgbClr val="1A6A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48"/>
  </p:normalViewPr>
  <p:slideViewPr>
    <p:cSldViewPr snapToGrid="0">
      <p:cViewPr varScale="1">
        <p:scale>
          <a:sx n="85" d="100"/>
          <a:sy n="85" d="100"/>
        </p:scale>
        <p:origin x="17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B705DB-1E07-EC4D-85A3-93F57BEE72F1}" type="doc">
      <dgm:prSet loTypeId="urn:microsoft.com/office/officeart/2005/8/layout/bProcess3" loCatId="" qsTypeId="urn:microsoft.com/office/officeart/2005/8/quickstyle/simple1" qsCatId="simple" csTypeId="urn:microsoft.com/office/officeart/2005/8/colors/accent3_2" csCatId="accent3" phldr="1"/>
      <dgm:spPr/>
    </dgm:pt>
    <dgm:pt modelId="{3D225FD0-240D-FA4C-87B0-B79BA6B105F0}">
      <dgm:prSet phldrT="[文本]"/>
      <dgm:spPr/>
      <dgm:t>
        <a:bodyPr/>
        <a:lstStyle/>
        <a:p>
          <a:r>
            <a:rPr kumimoji="1" lang="en" altLang="zh-CN" dirty="0"/>
            <a:t>{"name": "</a:t>
          </a:r>
          <a:endParaRPr lang="zh-CN" altLang="en-US" dirty="0"/>
        </a:p>
      </dgm:t>
    </dgm:pt>
    <dgm:pt modelId="{649B92CF-778F-1449-BEF8-F9815D636C80}" type="par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D6F43F0-8723-1E4E-A593-821DD8D072FE}" type="sib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2D5ED06-92DD-F540-8750-593C800E59F4}">
      <dgm:prSet/>
      <dgm:spPr/>
      <dgm:t>
        <a:bodyPr/>
        <a:lstStyle/>
        <a:p>
          <a:r>
            <a:rPr kumimoji="1" lang="en" altLang="zh-CN" dirty="0"/>
            <a:t>}}</a:t>
          </a:r>
        </a:p>
      </dgm:t>
    </dgm:pt>
    <dgm:pt modelId="{49E074F3-92FD-6144-9086-E6A950AD6430}" type="par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C1CCEA3-BA61-3E49-A7C5-596155959A32}" type="sib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6FFF4EE-5ED8-7C46-A677-9E13779C65D2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Beijing</a:t>
          </a:r>
          <a:endParaRPr lang="zh-CN" altLang="en-US" dirty="0"/>
        </a:p>
      </dgm:t>
    </dgm:pt>
    <dgm:pt modelId="{CE80A5F5-10B1-9F49-BEC8-9834A4635E1E}" type="par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CFE5CE02-AD36-B34A-BBDE-0E4DA2394B39}" type="sib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D77ACC7B-2D7C-CE49-827D-C61389468E0B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"country": "</a:t>
          </a:r>
          <a:endParaRPr lang="zh-CN" altLang="en-US" dirty="0"/>
        </a:p>
      </dgm:t>
    </dgm:pt>
    <dgm:pt modelId="{E7E4BB2E-0315-B344-AB6B-24F88E3D6B5A}" type="par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FEADD46F-A28C-F74A-80FF-B606DE32B41A}" type="sib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DCE85CF5-2B9D-7D49-ABD4-5891A6884ACD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China</a:t>
          </a:r>
          <a:endParaRPr lang="zh-CN" altLang="en-US" dirty="0"/>
        </a:p>
      </dgm:t>
    </dgm:pt>
    <dgm:pt modelId="{FD03F99E-14E5-8E43-8DCB-AF167B811090}" type="par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C2DA13D1-63CF-304F-B653-3A2F51E0D37B}" type="sib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64587983-0066-EE4D-B219-C20AE77111A0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</a:t>
          </a:r>
          <a:r>
            <a:rPr kumimoji="1" lang="en" altLang="zh-CN" dirty="0" err="1"/>
            <a:t>pop_m</a:t>
          </a:r>
          <a:r>
            <a:rPr kumimoji="1" lang="en" altLang="zh-CN" dirty="0"/>
            <a:t>":</a:t>
          </a:r>
          <a:endParaRPr lang="zh-CN" altLang="en-US" dirty="0"/>
        </a:p>
      </dgm:t>
    </dgm:pt>
    <dgm:pt modelId="{B45FEBDE-EC8A-0D46-AC01-CBF5E53E0F7E}" type="par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A04037D5-BE45-7141-81CE-3D8D4105AA10}" type="sib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6EF1BDFC-5E75-7B41-BB54-B70BF625ABFC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21.9</a:t>
          </a:r>
          <a:endParaRPr lang="zh-CN" altLang="en-US" dirty="0"/>
        </a:p>
      </dgm:t>
    </dgm:pt>
    <dgm:pt modelId="{1E5DD2BE-19BB-DF47-83A7-551141E25350}" type="par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55CC1977-334E-1249-8BE2-88CDC76CB0ED}" type="sib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C4EFBAB9-E8F5-2045-B1F4-5EC050D7D078}">
      <dgm:prSet phldrT="[文本]"/>
      <dgm:spPr/>
      <dgm:t>
        <a:bodyPr/>
        <a:lstStyle/>
        <a:p>
          <a:r>
            <a:rPr kumimoji="1" lang="en" altLang="zh-CN" dirty="0"/>
            <a:t>,"coordinates": {"latitude":</a:t>
          </a:r>
          <a:endParaRPr lang="zh-CN" altLang="en-US" dirty="0"/>
        </a:p>
      </dgm:t>
    </dgm:pt>
    <dgm:pt modelId="{5E1D8BEE-CE52-D548-B7E4-876C94B47E96}" type="par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6D86D63E-D2F2-2B47-8925-C2393CAF5FC2}" type="sib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36E8FA72-31B6-734F-896F-F648F7F5CB06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39.9042</a:t>
          </a:r>
          <a:endParaRPr lang="zh-CN" altLang="en-US" dirty="0"/>
        </a:p>
      </dgm:t>
    </dgm:pt>
    <dgm:pt modelId="{FB555F9F-58F7-C04E-AB01-C710BD87B852}" type="par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603A949A-0784-A044-97EE-51B8897A03BA}" type="sib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7DDB8B2B-9048-804F-82BA-BA1ED88AB0BA}">
      <dgm:prSet phldrT="[文本]"/>
      <dgm:spPr/>
      <dgm:t>
        <a:bodyPr/>
        <a:lstStyle/>
        <a:p>
          <a:r>
            <a:rPr kumimoji="1" lang="en" altLang="zh-CN" dirty="0"/>
            <a:t>,</a:t>
          </a:r>
          <a:r>
            <a:rPr kumimoji="1" lang="zh-CN" altLang="en-US" dirty="0"/>
            <a:t> </a:t>
          </a:r>
          <a:r>
            <a:rPr kumimoji="1" lang="en" altLang="zh-CN" dirty="0"/>
            <a:t>"longitude":</a:t>
          </a:r>
          <a:endParaRPr lang="zh-CN" altLang="en-US" dirty="0"/>
        </a:p>
      </dgm:t>
    </dgm:pt>
    <dgm:pt modelId="{464CC582-00C2-1F4A-ABC9-AC4877F3F808}" type="par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2D8FFD8E-8453-5947-A11A-ECB7943DF900}" type="sib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8033EF43-54F7-C14D-9D51-E82E94644631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116.4074</a:t>
          </a:r>
          <a:endParaRPr lang="zh-CN" altLang="en-US" dirty="0"/>
        </a:p>
      </dgm:t>
    </dgm:pt>
    <dgm:pt modelId="{C85EB3CC-2241-704E-A73C-2F39A4E9F34A}" type="par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B8FBA1E-AD2E-E647-8C81-5F646B0E54A6}" type="sib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ADE7808-8498-1547-BD5A-65FFF2BFCF35}" type="pres">
      <dgm:prSet presAssocID="{08B705DB-1E07-EC4D-85A3-93F57BEE72F1}" presName="Name0" presStyleCnt="0">
        <dgm:presLayoutVars>
          <dgm:dir/>
          <dgm:resizeHandles val="exact"/>
        </dgm:presLayoutVars>
      </dgm:prSet>
      <dgm:spPr/>
    </dgm:pt>
    <dgm:pt modelId="{7F157345-C1A5-274C-9957-DBBC2D60974F}" type="pres">
      <dgm:prSet presAssocID="{3D225FD0-240D-FA4C-87B0-B79BA6B105F0}" presName="node" presStyleLbl="node1" presStyleIdx="0" presStyleCnt="11">
        <dgm:presLayoutVars>
          <dgm:bulletEnabled val="1"/>
        </dgm:presLayoutVars>
      </dgm:prSet>
      <dgm:spPr/>
    </dgm:pt>
    <dgm:pt modelId="{E97A65E3-0915-1B42-BF14-32DF59D13429}" type="pres">
      <dgm:prSet presAssocID="{5D6F43F0-8723-1E4E-A593-821DD8D072FE}" presName="sibTrans" presStyleLbl="sibTrans1D1" presStyleIdx="0" presStyleCnt="10"/>
      <dgm:spPr/>
    </dgm:pt>
    <dgm:pt modelId="{7615ED71-F3F9-3846-BD7E-423AC208F32C}" type="pres">
      <dgm:prSet presAssocID="{5D6F43F0-8723-1E4E-A593-821DD8D072FE}" presName="connectorText" presStyleLbl="sibTrans1D1" presStyleIdx="0" presStyleCnt="10"/>
      <dgm:spPr/>
    </dgm:pt>
    <dgm:pt modelId="{1C22DAC3-8D29-EC4C-8327-29FB378960CC}" type="pres">
      <dgm:prSet presAssocID="{86FFF4EE-5ED8-7C46-A677-9E13779C65D2}" presName="node" presStyleLbl="node1" presStyleIdx="1" presStyleCnt="11">
        <dgm:presLayoutVars>
          <dgm:bulletEnabled val="1"/>
        </dgm:presLayoutVars>
      </dgm:prSet>
      <dgm:spPr/>
    </dgm:pt>
    <dgm:pt modelId="{837D612E-482C-9B48-833D-CFD05393E5BC}" type="pres">
      <dgm:prSet presAssocID="{CFE5CE02-AD36-B34A-BBDE-0E4DA2394B39}" presName="sibTrans" presStyleLbl="sibTrans1D1" presStyleIdx="1" presStyleCnt="10"/>
      <dgm:spPr/>
    </dgm:pt>
    <dgm:pt modelId="{3392897B-8B08-8F48-9CC1-97DD471A456D}" type="pres">
      <dgm:prSet presAssocID="{CFE5CE02-AD36-B34A-BBDE-0E4DA2394B39}" presName="connectorText" presStyleLbl="sibTrans1D1" presStyleIdx="1" presStyleCnt="10"/>
      <dgm:spPr/>
    </dgm:pt>
    <dgm:pt modelId="{85D527B5-B997-2E41-9786-5B9BF949C965}" type="pres">
      <dgm:prSet presAssocID="{D77ACC7B-2D7C-CE49-827D-C61389468E0B}" presName="node" presStyleLbl="node1" presStyleIdx="2" presStyleCnt="11">
        <dgm:presLayoutVars>
          <dgm:bulletEnabled val="1"/>
        </dgm:presLayoutVars>
      </dgm:prSet>
      <dgm:spPr/>
    </dgm:pt>
    <dgm:pt modelId="{084356E2-2C3B-D044-9307-2E36CAF3EFA0}" type="pres">
      <dgm:prSet presAssocID="{FEADD46F-A28C-F74A-80FF-B606DE32B41A}" presName="sibTrans" presStyleLbl="sibTrans1D1" presStyleIdx="2" presStyleCnt="10"/>
      <dgm:spPr/>
    </dgm:pt>
    <dgm:pt modelId="{42C04929-20D5-FB46-A3D6-1E43009D092C}" type="pres">
      <dgm:prSet presAssocID="{FEADD46F-A28C-F74A-80FF-B606DE32B41A}" presName="connectorText" presStyleLbl="sibTrans1D1" presStyleIdx="2" presStyleCnt="10"/>
      <dgm:spPr/>
    </dgm:pt>
    <dgm:pt modelId="{E372BC9C-2CBB-CF46-9CA9-C8874297ABD3}" type="pres">
      <dgm:prSet presAssocID="{DCE85CF5-2B9D-7D49-ABD4-5891A6884ACD}" presName="node" presStyleLbl="node1" presStyleIdx="3" presStyleCnt="11">
        <dgm:presLayoutVars>
          <dgm:bulletEnabled val="1"/>
        </dgm:presLayoutVars>
      </dgm:prSet>
      <dgm:spPr/>
    </dgm:pt>
    <dgm:pt modelId="{F7572A13-E1B2-BC4D-9ED2-A987F9368AFF}" type="pres">
      <dgm:prSet presAssocID="{C2DA13D1-63CF-304F-B653-3A2F51E0D37B}" presName="sibTrans" presStyleLbl="sibTrans1D1" presStyleIdx="3" presStyleCnt="10"/>
      <dgm:spPr/>
    </dgm:pt>
    <dgm:pt modelId="{41277E04-D949-7744-86DB-64892A91BA27}" type="pres">
      <dgm:prSet presAssocID="{C2DA13D1-63CF-304F-B653-3A2F51E0D37B}" presName="connectorText" presStyleLbl="sibTrans1D1" presStyleIdx="3" presStyleCnt="10"/>
      <dgm:spPr/>
    </dgm:pt>
    <dgm:pt modelId="{C03973D7-9D4C-BE41-9C69-DCD58C47F453}" type="pres">
      <dgm:prSet presAssocID="{64587983-0066-EE4D-B219-C20AE77111A0}" presName="node" presStyleLbl="node1" presStyleIdx="4" presStyleCnt="11">
        <dgm:presLayoutVars>
          <dgm:bulletEnabled val="1"/>
        </dgm:presLayoutVars>
      </dgm:prSet>
      <dgm:spPr/>
    </dgm:pt>
    <dgm:pt modelId="{A2223329-EEBE-EA4A-A46A-5AB98EE28E29}" type="pres">
      <dgm:prSet presAssocID="{A04037D5-BE45-7141-81CE-3D8D4105AA10}" presName="sibTrans" presStyleLbl="sibTrans1D1" presStyleIdx="4" presStyleCnt="10"/>
      <dgm:spPr/>
    </dgm:pt>
    <dgm:pt modelId="{D984AAA3-0BC8-4849-8A8D-2499B23BF1D8}" type="pres">
      <dgm:prSet presAssocID="{A04037D5-BE45-7141-81CE-3D8D4105AA10}" presName="connectorText" presStyleLbl="sibTrans1D1" presStyleIdx="4" presStyleCnt="10"/>
      <dgm:spPr/>
    </dgm:pt>
    <dgm:pt modelId="{A4D03026-EE64-344C-B111-C7BB4734EE15}" type="pres">
      <dgm:prSet presAssocID="{6EF1BDFC-5E75-7B41-BB54-B70BF625ABFC}" presName="node" presStyleLbl="node1" presStyleIdx="5" presStyleCnt="11">
        <dgm:presLayoutVars>
          <dgm:bulletEnabled val="1"/>
        </dgm:presLayoutVars>
      </dgm:prSet>
      <dgm:spPr/>
    </dgm:pt>
    <dgm:pt modelId="{5B08B1FB-39D1-B244-B404-CBD129F292A1}" type="pres">
      <dgm:prSet presAssocID="{55CC1977-334E-1249-8BE2-88CDC76CB0ED}" presName="sibTrans" presStyleLbl="sibTrans1D1" presStyleIdx="5" presStyleCnt="10"/>
      <dgm:spPr/>
    </dgm:pt>
    <dgm:pt modelId="{76D427C1-EA32-F54C-B81C-E9AC16BF588F}" type="pres">
      <dgm:prSet presAssocID="{55CC1977-334E-1249-8BE2-88CDC76CB0ED}" presName="connectorText" presStyleLbl="sibTrans1D1" presStyleIdx="5" presStyleCnt="10"/>
      <dgm:spPr/>
    </dgm:pt>
    <dgm:pt modelId="{42245AF3-AD77-014A-A69C-2A5203AA3C3F}" type="pres">
      <dgm:prSet presAssocID="{C4EFBAB9-E8F5-2045-B1F4-5EC050D7D078}" presName="node" presStyleLbl="node1" presStyleIdx="6" presStyleCnt="11">
        <dgm:presLayoutVars>
          <dgm:bulletEnabled val="1"/>
        </dgm:presLayoutVars>
      </dgm:prSet>
      <dgm:spPr/>
    </dgm:pt>
    <dgm:pt modelId="{0B1309D0-A885-4B4C-A675-3DAB771E4526}" type="pres">
      <dgm:prSet presAssocID="{6D86D63E-D2F2-2B47-8925-C2393CAF5FC2}" presName="sibTrans" presStyleLbl="sibTrans1D1" presStyleIdx="6" presStyleCnt="10"/>
      <dgm:spPr/>
    </dgm:pt>
    <dgm:pt modelId="{F3A68AD3-6A41-6149-881F-EC32BD2D6BE8}" type="pres">
      <dgm:prSet presAssocID="{6D86D63E-D2F2-2B47-8925-C2393CAF5FC2}" presName="connectorText" presStyleLbl="sibTrans1D1" presStyleIdx="6" presStyleCnt="10"/>
      <dgm:spPr/>
    </dgm:pt>
    <dgm:pt modelId="{CDDBD13D-F3BF-8F44-B823-21CBBDF973A7}" type="pres">
      <dgm:prSet presAssocID="{36E8FA72-31B6-734F-896F-F648F7F5CB06}" presName="node" presStyleLbl="node1" presStyleIdx="7" presStyleCnt="11">
        <dgm:presLayoutVars>
          <dgm:bulletEnabled val="1"/>
        </dgm:presLayoutVars>
      </dgm:prSet>
      <dgm:spPr/>
    </dgm:pt>
    <dgm:pt modelId="{78DE721B-4AD5-1849-966B-F22FB86AA407}" type="pres">
      <dgm:prSet presAssocID="{603A949A-0784-A044-97EE-51B8897A03BA}" presName="sibTrans" presStyleLbl="sibTrans1D1" presStyleIdx="7" presStyleCnt="10"/>
      <dgm:spPr/>
    </dgm:pt>
    <dgm:pt modelId="{CD99BA8F-06E4-EA41-B289-003D4A091FDD}" type="pres">
      <dgm:prSet presAssocID="{603A949A-0784-A044-97EE-51B8897A03BA}" presName="connectorText" presStyleLbl="sibTrans1D1" presStyleIdx="7" presStyleCnt="10"/>
      <dgm:spPr/>
    </dgm:pt>
    <dgm:pt modelId="{2B0D990B-0898-8F43-97DD-FE8673B0814A}" type="pres">
      <dgm:prSet presAssocID="{7DDB8B2B-9048-804F-82BA-BA1ED88AB0BA}" presName="node" presStyleLbl="node1" presStyleIdx="8" presStyleCnt="11">
        <dgm:presLayoutVars>
          <dgm:bulletEnabled val="1"/>
        </dgm:presLayoutVars>
      </dgm:prSet>
      <dgm:spPr/>
    </dgm:pt>
    <dgm:pt modelId="{92EFF01B-7A69-B84C-BFE3-981C140C88D5}" type="pres">
      <dgm:prSet presAssocID="{2D8FFD8E-8453-5947-A11A-ECB7943DF900}" presName="sibTrans" presStyleLbl="sibTrans1D1" presStyleIdx="8" presStyleCnt="10"/>
      <dgm:spPr/>
    </dgm:pt>
    <dgm:pt modelId="{74C45DA8-58D3-4B48-BC34-6188988E9391}" type="pres">
      <dgm:prSet presAssocID="{2D8FFD8E-8453-5947-A11A-ECB7943DF900}" presName="connectorText" presStyleLbl="sibTrans1D1" presStyleIdx="8" presStyleCnt="10"/>
      <dgm:spPr/>
    </dgm:pt>
    <dgm:pt modelId="{16847303-7254-724A-AB28-A01AD95039AA}" type="pres">
      <dgm:prSet presAssocID="{8033EF43-54F7-C14D-9D51-E82E94644631}" presName="node" presStyleLbl="node1" presStyleIdx="9" presStyleCnt="11">
        <dgm:presLayoutVars>
          <dgm:bulletEnabled val="1"/>
        </dgm:presLayoutVars>
      </dgm:prSet>
      <dgm:spPr/>
    </dgm:pt>
    <dgm:pt modelId="{52E97F59-0E46-2D46-8D04-47023BD23EC7}" type="pres">
      <dgm:prSet presAssocID="{4B8FBA1E-AD2E-E647-8C81-5F646B0E54A6}" presName="sibTrans" presStyleLbl="sibTrans1D1" presStyleIdx="9" presStyleCnt="10"/>
      <dgm:spPr/>
    </dgm:pt>
    <dgm:pt modelId="{32619DF4-4B88-D145-A7A7-04B864193D93}" type="pres">
      <dgm:prSet presAssocID="{4B8FBA1E-AD2E-E647-8C81-5F646B0E54A6}" presName="connectorText" presStyleLbl="sibTrans1D1" presStyleIdx="9" presStyleCnt="10"/>
      <dgm:spPr/>
    </dgm:pt>
    <dgm:pt modelId="{56B87AA9-AC77-F047-BD2C-E51FB0514469}" type="pres">
      <dgm:prSet presAssocID="{52D5ED06-92DD-F540-8750-593C800E59F4}" presName="node" presStyleLbl="node1" presStyleIdx="10" presStyleCnt="11">
        <dgm:presLayoutVars>
          <dgm:bulletEnabled val="1"/>
        </dgm:presLayoutVars>
      </dgm:prSet>
      <dgm:spPr/>
    </dgm:pt>
  </dgm:ptLst>
  <dgm:cxnLst>
    <dgm:cxn modelId="{2BCFDE04-0380-EA4F-8D3C-1E66B6D58454}" type="presOf" srcId="{3D225FD0-240D-FA4C-87B0-B79BA6B105F0}" destId="{7F157345-C1A5-274C-9957-DBBC2D60974F}" srcOrd="0" destOrd="0" presId="urn:microsoft.com/office/officeart/2005/8/layout/bProcess3"/>
    <dgm:cxn modelId="{08781606-E1E2-C747-A7E6-722E04B92997}" type="presOf" srcId="{36E8FA72-31B6-734F-896F-F648F7F5CB06}" destId="{CDDBD13D-F3BF-8F44-B823-21CBBDF973A7}" srcOrd="0" destOrd="0" presId="urn:microsoft.com/office/officeart/2005/8/layout/bProcess3"/>
    <dgm:cxn modelId="{85917109-E1AF-0147-B122-ED792FFC51A8}" type="presOf" srcId="{4B8FBA1E-AD2E-E647-8C81-5F646B0E54A6}" destId="{52E97F59-0E46-2D46-8D04-47023BD23EC7}" srcOrd="0" destOrd="0" presId="urn:microsoft.com/office/officeart/2005/8/layout/bProcess3"/>
    <dgm:cxn modelId="{49D83410-4399-D644-8EB2-61E2C1898D0D}" srcId="{08B705DB-1E07-EC4D-85A3-93F57BEE72F1}" destId="{8033EF43-54F7-C14D-9D51-E82E94644631}" srcOrd="9" destOrd="0" parTransId="{C85EB3CC-2241-704E-A73C-2F39A4E9F34A}" sibTransId="{4B8FBA1E-AD2E-E647-8C81-5F646B0E54A6}"/>
    <dgm:cxn modelId="{BFEBA012-9501-4744-B6B9-4F2CD900410F}" type="presOf" srcId="{DCE85CF5-2B9D-7D49-ABD4-5891A6884ACD}" destId="{E372BC9C-2CBB-CF46-9CA9-C8874297ABD3}" srcOrd="0" destOrd="0" presId="urn:microsoft.com/office/officeart/2005/8/layout/bProcess3"/>
    <dgm:cxn modelId="{ED8DEE16-16FD-F645-A178-5AC6DF816B0F}" srcId="{08B705DB-1E07-EC4D-85A3-93F57BEE72F1}" destId="{86FFF4EE-5ED8-7C46-A677-9E13779C65D2}" srcOrd="1" destOrd="0" parTransId="{CE80A5F5-10B1-9F49-BEC8-9834A4635E1E}" sibTransId="{CFE5CE02-AD36-B34A-BBDE-0E4DA2394B39}"/>
    <dgm:cxn modelId="{C53DF532-7B7B-BD47-91E6-B0FF075F1215}" type="presOf" srcId="{08B705DB-1E07-EC4D-85A3-93F57BEE72F1}" destId="{4ADE7808-8498-1547-BD5A-65FFF2BFCF35}" srcOrd="0" destOrd="0" presId="urn:microsoft.com/office/officeart/2005/8/layout/bProcess3"/>
    <dgm:cxn modelId="{7A38B333-AF83-7742-A818-224D705DED5C}" type="presOf" srcId="{2D8FFD8E-8453-5947-A11A-ECB7943DF900}" destId="{74C45DA8-58D3-4B48-BC34-6188988E9391}" srcOrd="1" destOrd="0" presId="urn:microsoft.com/office/officeart/2005/8/layout/bProcess3"/>
    <dgm:cxn modelId="{A9C0AD40-123B-F545-9811-BFBBBC6412A9}" type="presOf" srcId="{6D86D63E-D2F2-2B47-8925-C2393CAF5FC2}" destId="{F3A68AD3-6A41-6149-881F-EC32BD2D6BE8}" srcOrd="1" destOrd="0" presId="urn:microsoft.com/office/officeart/2005/8/layout/bProcess3"/>
    <dgm:cxn modelId="{C51C6E44-64F4-2540-89C1-44BC4AAFAA55}" type="presOf" srcId="{FEADD46F-A28C-F74A-80FF-B606DE32B41A}" destId="{42C04929-20D5-FB46-A3D6-1E43009D092C}" srcOrd="1" destOrd="0" presId="urn:microsoft.com/office/officeart/2005/8/layout/bProcess3"/>
    <dgm:cxn modelId="{4113CE4E-CE3B-BC4E-BF2D-CFDEC81A6308}" type="presOf" srcId="{7DDB8B2B-9048-804F-82BA-BA1ED88AB0BA}" destId="{2B0D990B-0898-8F43-97DD-FE8673B0814A}" srcOrd="0" destOrd="0" presId="urn:microsoft.com/office/officeart/2005/8/layout/bProcess3"/>
    <dgm:cxn modelId="{B670FA4F-898C-6649-AC57-65CAB592A54E}" type="presOf" srcId="{C2DA13D1-63CF-304F-B653-3A2F51E0D37B}" destId="{41277E04-D949-7744-86DB-64892A91BA27}" srcOrd="1" destOrd="0" presId="urn:microsoft.com/office/officeart/2005/8/layout/bProcess3"/>
    <dgm:cxn modelId="{94ECFA54-2D72-A842-B733-C5754DE24486}" type="presOf" srcId="{603A949A-0784-A044-97EE-51B8897A03BA}" destId="{CD99BA8F-06E4-EA41-B289-003D4A091FDD}" srcOrd="1" destOrd="0" presId="urn:microsoft.com/office/officeart/2005/8/layout/bProcess3"/>
    <dgm:cxn modelId="{F1769256-5485-6741-89D1-F6BD2597C869}" type="presOf" srcId="{55CC1977-334E-1249-8BE2-88CDC76CB0ED}" destId="{5B08B1FB-39D1-B244-B404-CBD129F292A1}" srcOrd="0" destOrd="0" presId="urn:microsoft.com/office/officeart/2005/8/layout/bProcess3"/>
    <dgm:cxn modelId="{26C6135E-3486-EC4E-9456-F9A2F6C9F9B7}" type="presOf" srcId="{A04037D5-BE45-7141-81CE-3D8D4105AA10}" destId="{A2223329-EEBE-EA4A-A46A-5AB98EE28E29}" srcOrd="0" destOrd="0" presId="urn:microsoft.com/office/officeart/2005/8/layout/bProcess3"/>
    <dgm:cxn modelId="{D6573168-8F91-8743-95DF-1129064420B7}" srcId="{08B705DB-1E07-EC4D-85A3-93F57BEE72F1}" destId="{64587983-0066-EE4D-B219-C20AE77111A0}" srcOrd="4" destOrd="0" parTransId="{B45FEBDE-EC8A-0D46-AC01-CBF5E53E0F7E}" sibTransId="{A04037D5-BE45-7141-81CE-3D8D4105AA10}"/>
    <dgm:cxn modelId="{5F3D356A-276A-F942-BA30-DE5F47103003}" type="presOf" srcId="{86FFF4EE-5ED8-7C46-A677-9E13779C65D2}" destId="{1C22DAC3-8D29-EC4C-8327-29FB378960CC}" srcOrd="0" destOrd="0" presId="urn:microsoft.com/office/officeart/2005/8/layout/bProcess3"/>
    <dgm:cxn modelId="{3E15F76B-A5A6-074D-BE07-D8CF73DA10DE}" type="presOf" srcId="{D77ACC7B-2D7C-CE49-827D-C61389468E0B}" destId="{85D527B5-B997-2E41-9786-5B9BF949C965}" srcOrd="0" destOrd="0" presId="urn:microsoft.com/office/officeart/2005/8/layout/bProcess3"/>
    <dgm:cxn modelId="{11CF666E-18C5-7A4E-8F63-580E2A2EA6BD}" type="presOf" srcId="{CFE5CE02-AD36-B34A-BBDE-0E4DA2394B39}" destId="{837D612E-482C-9B48-833D-CFD05393E5BC}" srcOrd="0" destOrd="0" presId="urn:microsoft.com/office/officeart/2005/8/layout/bProcess3"/>
    <dgm:cxn modelId="{2090A476-47A4-634D-9315-5408172AE602}" srcId="{08B705DB-1E07-EC4D-85A3-93F57BEE72F1}" destId="{36E8FA72-31B6-734F-896F-F648F7F5CB06}" srcOrd="7" destOrd="0" parTransId="{FB555F9F-58F7-C04E-AB01-C710BD87B852}" sibTransId="{603A949A-0784-A044-97EE-51B8897A03BA}"/>
    <dgm:cxn modelId="{A24CED7C-44A4-9F46-9601-473FC048532D}" type="presOf" srcId="{6EF1BDFC-5E75-7B41-BB54-B70BF625ABFC}" destId="{A4D03026-EE64-344C-B111-C7BB4734EE15}" srcOrd="0" destOrd="0" presId="urn:microsoft.com/office/officeart/2005/8/layout/bProcess3"/>
    <dgm:cxn modelId="{0C996B88-1DDE-054A-88FA-68E907AD13C7}" type="presOf" srcId="{C2DA13D1-63CF-304F-B653-3A2F51E0D37B}" destId="{F7572A13-E1B2-BC4D-9ED2-A987F9368AFF}" srcOrd="0" destOrd="0" presId="urn:microsoft.com/office/officeart/2005/8/layout/bProcess3"/>
    <dgm:cxn modelId="{45449B88-4301-9E47-A55F-4AFC8FAD17A5}" type="presOf" srcId="{64587983-0066-EE4D-B219-C20AE77111A0}" destId="{C03973D7-9D4C-BE41-9C69-DCD58C47F453}" srcOrd="0" destOrd="0" presId="urn:microsoft.com/office/officeart/2005/8/layout/bProcess3"/>
    <dgm:cxn modelId="{0F61B188-F06E-E243-94DE-28923551CB7E}" type="presOf" srcId="{2D8FFD8E-8453-5947-A11A-ECB7943DF900}" destId="{92EFF01B-7A69-B84C-BFE3-981C140C88D5}" srcOrd="0" destOrd="0" presId="urn:microsoft.com/office/officeart/2005/8/layout/bProcess3"/>
    <dgm:cxn modelId="{95CD9289-5513-C54D-8C3A-105037F61B56}" type="presOf" srcId="{5D6F43F0-8723-1E4E-A593-821DD8D072FE}" destId="{7615ED71-F3F9-3846-BD7E-423AC208F32C}" srcOrd="1" destOrd="0" presId="urn:microsoft.com/office/officeart/2005/8/layout/bProcess3"/>
    <dgm:cxn modelId="{6DFF4394-27C7-EA48-9CF2-86E827CFBB8F}" type="presOf" srcId="{CFE5CE02-AD36-B34A-BBDE-0E4DA2394B39}" destId="{3392897B-8B08-8F48-9CC1-97DD471A456D}" srcOrd="1" destOrd="0" presId="urn:microsoft.com/office/officeart/2005/8/layout/bProcess3"/>
    <dgm:cxn modelId="{39F9C097-87B1-3E42-9908-EDE8A7F8C1A1}" type="presOf" srcId="{A04037D5-BE45-7141-81CE-3D8D4105AA10}" destId="{D984AAA3-0BC8-4849-8A8D-2499B23BF1D8}" srcOrd="1" destOrd="0" presId="urn:microsoft.com/office/officeart/2005/8/layout/bProcess3"/>
    <dgm:cxn modelId="{5F0479A2-6FDC-E44C-AFB8-6B6B87C8CE81}" srcId="{08B705DB-1E07-EC4D-85A3-93F57BEE72F1}" destId="{6EF1BDFC-5E75-7B41-BB54-B70BF625ABFC}" srcOrd="5" destOrd="0" parTransId="{1E5DD2BE-19BB-DF47-83A7-551141E25350}" sibTransId="{55CC1977-334E-1249-8BE2-88CDC76CB0ED}"/>
    <dgm:cxn modelId="{FF57EEA7-8CB2-4F45-B897-510E97365069}" type="presOf" srcId="{8033EF43-54F7-C14D-9D51-E82E94644631}" destId="{16847303-7254-724A-AB28-A01AD95039AA}" srcOrd="0" destOrd="0" presId="urn:microsoft.com/office/officeart/2005/8/layout/bProcess3"/>
    <dgm:cxn modelId="{DEF732AD-C76F-FA46-82DF-23627C67F3BE}" srcId="{08B705DB-1E07-EC4D-85A3-93F57BEE72F1}" destId="{DCE85CF5-2B9D-7D49-ABD4-5891A6884ACD}" srcOrd="3" destOrd="0" parTransId="{FD03F99E-14E5-8E43-8DCB-AF167B811090}" sibTransId="{C2DA13D1-63CF-304F-B653-3A2F51E0D37B}"/>
    <dgm:cxn modelId="{85D70BB4-FA2C-9349-A800-BB1E2A5353C8}" type="presOf" srcId="{FEADD46F-A28C-F74A-80FF-B606DE32B41A}" destId="{084356E2-2C3B-D044-9307-2E36CAF3EFA0}" srcOrd="0" destOrd="0" presId="urn:microsoft.com/office/officeart/2005/8/layout/bProcess3"/>
    <dgm:cxn modelId="{D15A98B7-D8F8-894F-B064-B8A76B0397E7}" type="presOf" srcId="{55CC1977-334E-1249-8BE2-88CDC76CB0ED}" destId="{76D427C1-EA32-F54C-B81C-E9AC16BF588F}" srcOrd="1" destOrd="0" presId="urn:microsoft.com/office/officeart/2005/8/layout/bProcess3"/>
    <dgm:cxn modelId="{4FD33FBA-9A7C-C149-8D14-BF290EFC5FF6}" srcId="{08B705DB-1E07-EC4D-85A3-93F57BEE72F1}" destId="{52D5ED06-92DD-F540-8750-593C800E59F4}" srcOrd="10" destOrd="0" parTransId="{49E074F3-92FD-6144-9086-E6A950AD6430}" sibTransId="{8C1CCEA3-BA61-3E49-A7C5-596155959A32}"/>
    <dgm:cxn modelId="{7CBA6ABD-96D8-9844-B57E-10516CABB6CA}" type="presOf" srcId="{4B8FBA1E-AD2E-E647-8C81-5F646B0E54A6}" destId="{32619DF4-4B88-D145-A7A7-04B864193D93}" srcOrd="1" destOrd="0" presId="urn:microsoft.com/office/officeart/2005/8/layout/bProcess3"/>
    <dgm:cxn modelId="{B9F1A2BD-0516-DB48-BA9A-76D488AB18AF}" type="presOf" srcId="{6D86D63E-D2F2-2B47-8925-C2393CAF5FC2}" destId="{0B1309D0-A885-4B4C-A675-3DAB771E4526}" srcOrd="0" destOrd="0" presId="urn:microsoft.com/office/officeart/2005/8/layout/bProcess3"/>
    <dgm:cxn modelId="{0C52D8DA-3895-E34E-A29E-8B016F967EE3}" srcId="{08B705DB-1E07-EC4D-85A3-93F57BEE72F1}" destId="{C4EFBAB9-E8F5-2045-B1F4-5EC050D7D078}" srcOrd="6" destOrd="0" parTransId="{5E1D8BEE-CE52-D548-B7E4-876C94B47E96}" sibTransId="{6D86D63E-D2F2-2B47-8925-C2393CAF5FC2}"/>
    <dgm:cxn modelId="{8DBB03DC-401F-544E-A6C4-4152E46D6161}" srcId="{08B705DB-1E07-EC4D-85A3-93F57BEE72F1}" destId="{7DDB8B2B-9048-804F-82BA-BA1ED88AB0BA}" srcOrd="8" destOrd="0" parTransId="{464CC582-00C2-1F4A-ABC9-AC4877F3F808}" sibTransId="{2D8FFD8E-8453-5947-A11A-ECB7943DF900}"/>
    <dgm:cxn modelId="{FFC12EDC-C557-C443-9D85-BAC31BE39762}" type="presOf" srcId="{5D6F43F0-8723-1E4E-A593-821DD8D072FE}" destId="{E97A65E3-0915-1B42-BF14-32DF59D13429}" srcOrd="0" destOrd="0" presId="urn:microsoft.com/office/officeart/2005/8/layout/bProcess3"/>
    <dgm:cxn modelId="{39923EEA-223E-AA40-9D96-BA0C8F1E0084}" srcId="{08B705DB-1E07-EC4D-85A3-93F57BEE72F1}" destId="{D77ACC7B-2D7C-CE49-827D-C61389468E0B}" srcOrd="2" destOrd="0" parTransId="{E7E4BB2E-0315-B344-AB6B-24F88E3D6B5A}" sibTransId="{FEADD46F-A28C-F74A-80FF-B606DE32B41A}"/>
    <dgm:cxn modelId="{9A81C3EB-F24E-134E-8F56-E4D7AA218C13}" type="presOf" srcId="{603A949A-0784-A044-97EE-51B8897A03BA}" destId="{78DE721B-4AD5-1849-966B-F22FB86AA407}" srcOrd="0" destOrd="0" presId="urn:microsoft.com/office/officeart/2005/8/layout/bProcess3"/>
    <dgm:cxn modelId="{CD27A9F1-5F0C-6944-8C0A-0A1DCBC15AC8}" type="presOf" srcId="{52D5ED06-92DD-F540-8750-593C800E59F4}" destId="{56B87AA9-AC77-F047-BD2C-E51FB0514469}" srcOrd="0" destOrd="0" presId="urn:microsoft.com/office/officeart/2005/8/layout/bProcess3"/>
    <dgm:cxn modelId="{90CAF0F5-0CB4-6344-BB58-395D8629A0AD}" srcId="{08B705DB-1E07-EC4D-85A3-93F57BEE72F1}" destId="{3D225FD0-240D-FA4C-87B0-B79BA6B105F0}" srcOrd="0" destOrd="0" parTransId="{649B92CF-778F-1449-BEF8-F9815D636C80}" sibTransId="{5D6F43F0-8723-1E4E-A593-821DD8D072FE}"/>
    <dgm:cxn modelId="{196209F8-51C6-344F-9B69-1410E85AFBE0}" type="presOf" srcId="{C4EFBAB9-E8F5-2045-B1F4-5EC050D7D078}" destId="{42245AF3-AD77-014A-A69C-2A5203AA3C3F}" srcOrd="0" destOrd="0" presId="urn:microsoft.com/office/officeart/2005/8/layout/bProcess3"/>
    <dgm:cxn modelId="{CBC581A0-4734-034C-8A96-F69CCB3325D5}" type="presParOf" srcId="{4ADE7808-8498-1547-BD5A-65FFF2BFCF35}" destId="{7F157345-C1A5-274C-9957-DBBC2D60974F}" srcOrd="0" destOrd="0" presId="urn:microsoft.com/office/officeart/2005/8/layout/bProcess3"/>
    <dgm:cxn modelId="{43405969-951A-DF4A-8BA6-98BB6943794A}" type="presParOf" srcId="{4ADE7808-8498-1547-BD5A-65FFF2BFCF35}" destId="{E97A65E3-0915-1B42-BF14-32DF59D13429}" srcOrd="1" destOrd="0" presId="urn:microsoft.com/office/officeart/2005/8/layout/bProcess3"/>
    <dgm:cxn modelId="{E4A41F66-58E7-A245-BED7-2DEBC48D5BFF}" type="presParOf" srcId="{E97A65E3-0915-1B42-BF14-32DF59D13429}" destId="{7615ED71-F3F9-3846-BD7E-423AC208F32C}" srcOrd="0" destOrd="0" presId="urn:microsoft.com/office/officeart/2005/8/layout/bProcess3"/>
    <dgm:cxn modelId="{6A368402-0E33-4A43-88D6-35DB2A5D375B}" type="presParOf" srcId="{4ADE7808-8498-1547-BD5A-65FFF2BFCF35}" destId="{1C22DAC3-8D29-EC4C-8327-29FB378960CC}" srcOrd="2" destOrd="0" presId="urn:microsoft.com/office/officeart/2005/8/layout/bProcess3"/>
    <dgm:cxn modelId="{29E46924-36D0-9D4F-B6C2-8976A954DB33}" type="presParOf" srcId="{4ADE7808-8498-1547-BD5A-65FFF2BFCF35}" destId="{837D612E-482C-9B48-833D-CFD05393E5BC}" srcOrd="3" destOrd="0" presId="urn:microsoft.com/office/officeart/2005/8/layout/bProcess3"/>
    <dgm:cxn modelId="{FFC4C9C8-7A32-484A-8AEC-33F1CEF33B57}" type="presParOf" srcId="{837D612E-482C-9B48-833D-CFD05393E5BC}" destId="{3392897B-8B08-8F48-9CC1-97DD471A456D}" srcOrd="0" destOrd="0" presId="urn:microsoft.com/office/officeart/2005/8/layout/bProcess3"/>
    <dgm:cxn modelId="{03CCC470-7A86-6E43-97E4-7CCF4F65B6BB}" type="presParOf" srcId="{4ADE7808-8498-1547-BD5A-65FFF2BFCF35}" destId="{85D527B5-B997-2E41-9786-5B9BF949C965}" srcOrd="4" destOrd="0" presId="urn:microsoft.com/office/officeart/2005/8/layout/bProcess3"/>
    <dgm:cxn modelId="{6CB67A8E-3F2E-CB4A-B4AD-22B8786977CF}" type="presParOf" srcId="{4ADE7808-8498-1547-BD5A-65FFF2BFCF35}" destId="{084356E2-2C3B-D044-9307-2E36CAF3EFA0}" srcOrd="5" destOrd="0" presId="urn:microsoft.com/office/officeart/2005/8/layout/bProcess3"/>
    <dgm:cxn modelId="{0092C25A-86EB-4D45-BC07-274A9FDF4214}" type="presParOf" srcId="{084356E2-2C3B-D044-9307-2E36CAF3EFA0}" destId="{42C04929-20D5-FB46-A3D6-1E43009D092C}" srcOrd="0" destOrd="0" presId="urn:microsoft.com/office/officeart/2005/8/layout/bProcess3"/>
    <dgm:cxn modelId="{74FC4193-A6F8-4548-A4A6-B2523AD92829}" type="presParOf" srcId="{4ADE7808-8498-1547-BD5A-65FFF2BFCF35}" destId="{E372BC9C-2CBB-CF46-9CA9-C8874297ABD3}" srcOrd="6" destOrd="0" presId="urn:microsoft.com/office/officeart/2005/8/layout/bProcess3"/>
    <dgm:cxn modelId="{34C546F0-8EAF-A94B-BB23-DB5C6E24E49C}" type="presParOf" srcId="{4ADE7808-8498-1547-BD5A-65FFF2BFCF35}" destId="{F7572A13-E1B2-BC4D-9ED2-A987F9368AFF}" srcOrd="7" destOrd="0" presId="urn:microsoft.com/office/officeart/2005/8/layout/bProcess3"/>
    <dgm:cxn modelId="{B34BD7FB-23DA-3746-A534-684D5A5DE296}" type="presParOf" srcId="{F7572A13-E1B2-BC4D-9ED2-A987F9368AFF}" destId="{41277E04-D949-7744-86DB-64892A91BA27}" srcOrd="0" destOrd="0" presId="urn:microsoft.com/office/officeart/2005/8/layout/bProcess3"/>
    <dgm:cxn modelId="{C47FC1A7-9BCB-034B-9567-3111D2A719F7}" type="presParOf" srcId="{4ADE7808-8498-1547-BD5A-65FFF2BFCF35}" destId="{C03973D7-9D4C-BE41-9C69-DCD58C47F453}" srcOrd="8" destOrd="0" presId="urn:microsoft.com/office/officeart/2005/8/layout/bProcess3"/>
    <dgm:cxn modelId="{3356858F-A41A-364E-BFEC-053ADA83E196}" type="presParOf" srcId="{4ADE7808-8498-1547-BD5A-65FFF2BFCF35}" destId="{A2223329-EEBE-EA4A-A46A-5AB98EE28E29}" srcOrd="9" destOrd="0" presId="urn:microsoft.com/office/officeart/2005/8/layout/bProcess3"/>
    <dgm:cxn modelId="{5EFD76B8-3CF0-1246-AF95-B8AC48917D9B}" type="presParOf" srcId="{A2223329-EEBE-EA4A-A46A-5AB98EE28E29}" destId="{D984AAA3-0BC8-4849-8A8D-2499B23BF1D8}" srcOrd="0" destOrd="0" presId="urn:microsoft.com/office/officeart/2005/8/layout/bProcess3"/>
    <dgm:cxn modelId="{06A6D49F-4EE6-3B4F-9C79-861977412D82}" type="presParOf" srcId="{4ADE7808-8498-1547-BD5A-65FFF2BFCF35}" destId="{A4D03026-EE64-344C-B111-C7BB4734EE15}" srcOrd="10" destOrd="0" presId="urn:microsoft.com/office/officeart/2005/8/layout/bProcess3"/>
    <dgm:cxn modelId="{4B4F06C8-5E3F-7A4F-A792-B22D39A7E677}" type="presParOf" srcId="{4ADE7808-8498-1547-BD5A-65FFF2BFCF35}" destId="{5B08B1FB-39D1-B244-B404-CBD129F292A1}" srcOrd="11" destOrd="0" presId="urn:microsoft.com/office/officeart/2005/8/layout/bProcess3"/>
    <dgm:cxn modelId="{0FB6FAFD-AB17-0D4C-B457-2949A85D59D4}" type="presParOf" srcId="{5B08B1FB-39D1-B244-B404-CBD129F292A1}" destId="{76D427C1-EA32-F54C-B81C-E9AC16BF588F}" srcOrd="0" destOrd="0" presId="urn:microsoft.com/office/officeart/2005/8/layout/bProcess3"/>
    <dgm:cxn modelId="{2333DDA0-D922-1845-80C2-9D91CCA740E3}" type="presParOf" srcId="{4ADE7808-8498-1547-BD5A-65FFF2BFCF35}" destId="{42245AF3-AD77-014A-A69C-2A5203AA3C3F}" srcOrd="12" destOrd="0" presId="urn:microsoft.com/office/officeart/2005/8/layout/bProcess3"/>
    <dgm:cxn modelId="{4EE2099B-08FA-1448-A66A-F8F7BC841FD3}" type="presParOf" srcId="{4ADE7808-8498-1547-BD5A-65FFF2BFCF35}" destId="{0B1309D0-A885-4B4C-A675-3DAB771E4526}" srcOrd="13" destOrd="0" presId="urn:microsoft.com/office/officeart/2005/8/layout/bProcess3"/>
    <dgm:cxn modelId="{C8194FE0-F873-9B4E-A0B7-6B70B3DA144B}" type="presParOf" srcId="{0B1309D0-A885-4B4C-A675-3DAB771E4526}" destId="{F3A68AD3-6A41-6149-881F-EC32BD2D6BE8}" srcOrd="0" destOrd="0" presId="urn:microsoft.com/office/officeart/2005/8/layout/bProcess3"/>
    <dgm:cxn modelId="{5B73A8A4-E23C-6841-BF80-6BDF84FEE427}" type="presParOf" srcId="{4ADE7808-8498-1547-BD5A-65FFF2BFCF35}" destId="{CDDBD13D-F3BF-8F44-B823-21CBBDF973A7}" srcOrd="14" destOrd="0" presId="urn:microsoft.com/office/officeart/2005/8/layout/bProcess3"/>
    <dgm:cxn modelId="{BD07671D-EC1D-9C4B-82F8-0D8F3C025567}" type="presParOf" srcId="{4ADE7808-8498-1547-BD5A-65FFF2BFCF35}" destId="{78DE721B-4AD5-1849-966B-F22FB86AA407}" srcOrd="15" destOrd="0" presId="urn:microsoft.com/office/officeart/2005/8/layout/bProcess3"/>
    <dgm:cxn modelId="{6E1CFDCF-4CA3-C444-822D-3C5FF623C011}" type="presParOf" srcId="{78DE721B-4AD5-1849-966B-F22FB86AA407}" destId="{CD99BA8F-06E4-EA41-B289-003D4A091FDD}" srcOrd="0" destOrd="0" presId="urn:microsoft.com/office/officeart/2005/8/layout/bProcess3"/>
    <dgm:cxn modelId="{522285B1-D1A0-8F47-BBE5-3B31AF5057A6}" type="presParOf" srcId="{4ADE7808-8498-1547-BD5A-65FFF2BFCF35}" destId="{2B0D990B-0898-8F43-97DD-FE8673B0814A}" srcOrd="16" destOrd="0" presId="urn:microsoft.com/office/officeart/2005/8/layout/bProcess3"/>
    <dgm:cxn modelId="{42FE120F-67E3-B943-8EED-EC4FDAE9D435}" type="presParOf" srcId="{4ADE7808-8498-1547-BD5A-65FFF2BFCF35}" destId="{92EFF01B-7A69-B84C-BFE3-981C140C88D5}" srcOrd="17" destOrd="0" presId="urn:microsoft.com/office/officeart/2005/8/layout/bProcess3"/>
    <dgm:cxn modelId="{FECCC852-8E1E-0D40-AB40-22D024F74A81}" type="presParOf" srcId="{92EFF01B-7A69-B84C-BFE3-981C140C88D5}" destId="{74C45DA8-58D3-4B48-BC34-6188988E9391}" srcOrd="0" destOrd="0" presId="urn:microsoft.com/office/officeart/2005/8/layout/bProcess3"/>
    <dgm:cxn modelId="{EC4DC719-EF5F-6B49-9C1F-0D6662B73225}" type="presParOf" srcId="{4ADE7808-8498-1547-BD5A-65FFF2BFCF35}" destId="{16847303-7254-724A-AB28-A01AD95039AA}" srcOrd="18" destOrd="0" presId="urn:microsoft.com/office/officeart/2005/8/layout/bProcess3"/>
    <dgm:cxn modelId="{57E56D40-A6A9-1442-9358-042F1B8D52F0}" type="presParOf" srcId="{4ADE7808-8498-1547-BD5A-65FFF2BFCF35}" destId="{52E97F59-0E46-2D46-8D04-47023BD23EC7}" srcOrd="19" destOrd="0" presId="urn:microsoft.com/office/officeart/2005/8/layout/bProcess3"/>
    <dgm:cxn modelId="{3EDEC363-6748-9843-BCBE-060B0E338F1E}" type="presParOf" srcId="{52E97F59-0E46-2D46-8D04-47023BD23EC7}" destId="{32619DF4-4B88-D145-A7A7-04B864193D93}" srcOrd="0" destOrd="0" presId="urn:microsoft.com/office/officeart/2005/8/layout/bProcess3"/>
    <dgm:cxn modelId="{53D2753D-6E8A-D24E-997F-D7519DB3BDBB}" type="presParOf" srcId="{4ADE7808-8498-1547-BD5A-65FFF2BFCF35}" destId="{56B87AA9-AC77-F047-BD2C-E51FB0514469}" srcOrd="2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5BF750-4123-724D-A620-12A4FE2F7723}" type="doc">
      <dgm:prSet loTypeId="urn:microsoft.com/office/officeart/2005/8/layout/process1" loCatId="" qsTypeId="urn:microsoft.com/office/officeart/2005/8/quickstyle/simple1" qsCatId="simple" csTypeId="urn:microsoft.com/office/officeart/2005/8/colors/accent2_2" csCatId="accent2" phldr="1"/>
      <dgm:spPr/>
    </dgm:pt>
    <dgm:pt modelId="{1FC31559-A516-9440-9FD1-D1DBB587FC40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中文增强</a:t>
          </a:r>
          <a:endParaRPr lang="zh-CN" altLang="en-US" dirty="0"/>
        </a:p>
      </dgm:t>
    </dgm:pt>
    <dgm:pt modelId="{044BB9FB-F247-E345-A443-FCC7D559054C}" type="par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8BAB918A-D3D0-0F4E-9432-27451AD2CCA1}" type="sib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D0641B88-A9FD-7943-BB1C-D33DA39325CF}">
      <dgm:prSet phldrT="[文本]"/>
      <dgm:spPr/>
      <dgm:t>
        <a:bodyPr/>
        <a:lstStyle/>
        <a:p>
          <a:r>
            <a:rPr lang="zh-CN" altLang="en-US" dirty="0"/>
            <a:t>通用 </a:t>
          </a:r>
          <a:r>
            <a:rPr lang="en-US" altLang="zh-CN" dirty="0"/>
            <a:t>SFT</a:t>
          </a:r>
          <a:endParaRPr lang="zh-CN" altLang="en-US" dirty="0"/>
        </a:p>
      </dgm:t>
    </dgm:pt>
    <dgm:pt modelId="{330DCF4D-FEA1-C144-A824-56284CAA16F1}" type="par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555F7EF-CB68-C044-9D01-725111942676}" type="sib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3B94FCD-1FFC-C44E-9CFA-E58FF0B6F138}">
      <dgm:prSet phldrT="[文本]"/>
      <dgm:spPr/>
      <dgm:t>
        <a:bodyPr/>
        <a:lstStyle/>
        <a:p>
          <a:r>
            <a:rPr lang="zh-CN" altLang="en-US" dirty="0"/>
            <a:t>垂直领域 </a:t>
          </a:r>
          <a:r>
            <a:rPr lang="en-US" altLang="zh-CN" dirty="0"/>
            <a:t>SFT</a:t>
          </a:r>
          <a:endParaRPr lang="zh-CN" altLang="en-US" dirty="0"/>
        </a:p>
      </dgm:t>
    </dgm:pt>
    <dgm:pt modelId="{7DEB8743-8497-024F-A4C2-2590D72DFBEC}" type="par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BCF35633-5D49-244D-B7E3-5E5A10BFC5F3}" type="sib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AB164BF7-2F38-C547-8A15-371259E721D8}">
      <dgm:prSet/>
      <dgm:spPr/>
      <dgm:t>
        <a:bodyPr/>
        <a:lstStyle/>
        <a:p>
          <a:pPr>
            <a:buNone/>
          </a:pPr>
          <a:r>
            <a:rPr lang="zh-CN" altLang="en-US" b="0" dirty="0"/>
            <a:t>垂直领域</a:t>
          </a:r>
        </a:p>
      </dgm:t>
    </dgm:pt>
    <dgm:pt modelId="{75C3820C-5083-5547-B13B-27496C8605F0}" type="par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B6B51A2B-1032-6E46-B0E6-2CDEC3F6799E}" type="sib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6BBFF1B9-ED9B-9B43-BF3A-18B5AAE98EEA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用大量中文语料，使其学会中文</a:t>
          </a:r>
          <a:endParaRPr lang="zh-CN" altLang="en-US" dirty="0"/>
        </a:p>
      </dgm:t>
    </dgm:pt>
    <dgm:pt modelId="{3E8E26FA-D6B9-E24F-8975-F5D731FB8527}" type="par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AC3E17E4-25FA-064B-A581-D35EA64311E5}" type="sib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BDD1EAF3-ECDE-CF4F-A2A7-B08400393E94}">
      <dgm:prSet/>
      <dgm:spPr/>
      <dgm:t>
        <a:bodyPr/>
        <a:lstStyle/>
        <a:p>
          <a:pPr>
            <a:buNone/>
          </a:pPr>
          <a:r>
            <a:rPr lang="zh-CN" altLang="en-US" b="0" dirty="0"/>
            <a:t>用大量金融数据，使其懂金融</a:t>
          </a:r>
        </a:p>
      </dgm:t>
    </dgm:pt>
    <dgm:pt modelId="{93F3F8C1-744F-1646-9E94-91B51530D679}" type="par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2FE03761-8944-E940-9E8F-4CEA2559F56E}" type="sib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D957088A-7025-374B-B874-6AA97A8F235C}">
      <dgm:prSet phldrT="[文本]"/>
      <dgm:spPr/>
      <dgm:t>
        <a:bodyPr/>
        <a:lstStyle/>
        <a:p>
          <a:r>
            <a:rPr lang="en-US" altLang="zh-CN" dirty="0"/>
            <a:t>RLHF/DPO</a:t>
          </a:r>
          <a:r>
            <a:rPr lang="zh-CN" altLang="en-US" dirty="0"/>
            <a:t> </a:t>
          </a:r>
          <a:r>
            <a:rPr lang="en-US" altLang="zh-CN" dirty="0"/>
            <a:t>Alignment</a:t>
          </a:r>
          <a:endParaRPr lang="zh-CN" altLang="en-US" dirty="0"/>
        </a:p>
      </dgm:t>
    </dgm:pt>
    <dgm:pt modelId="{A7405A1E-9B7F-8A41-A3BD-339BB6A19346}" type="par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8CBD1575-5278-B64E-B3FB-0C835C66A66D}" type="sib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2217F1BD-7CBF-4046-BBA7-02A5D6910337}" type="pres">
      <dgm:prSet presAssocID="{F55BF750-4123-724D-A620-12A4FE2F7723}" presName="Name0" presStyleCnt="0">
        <dgm:presLayoutVars>
          <dgm:dir/>
          <dgm:resizeHandles val="exact"/>
        </dgm:presLayoutVars>
      </dgm:prSet>
      <dgm:spPr/>
    </dgm:pt>
    <dgm:pt modelId="{DBA87834-8F93-424F-B976-042AD75C1887}" type="pres">
      <dgm:prSet presAssocID="{1FC31559-A516-9440-9FD1-D1DBB587FC40}" presName="node" presStyleLbl="node1" presStyleIdx="0" presStyleCnt="5">
        <dgm:presLayoutVars>
          <dgm:bulletEnabled val="1"/>
        </dgm:presLayoutVars>
      </dgm:prSet>
      <dgm:spPr/>
    </dgm:pt>
    <dgm:pt modelId="{3B2583CA-BB50-C742-A660-822AECEFE2B5}" type="pres">
      <dgm:prSet presAssocID="{8BAB918A-D3D0-0F4E-9432-27451AD2CCA1}" presName="sibTrans" presStyleLbl="sibTrans2D1" presStyleIdx="0" presStyleCnt="4"/>
      <dgm:spPr/>
    </dgm:pt>
    <dgm:pt modelId="{14F56BEE-674B-DF41-943D-016977B45B1B}" type="pres">
      <dgm:prSet presAssocID="{8BAB918A-D3D0-0F4E-9432-27451AD2CCA1}" presName="connectorText" presStyleLbl="sibTrans2D1" presStyleIdx="0" presStyleCnt="4"/>
      <dgm:spPr/>
    </dgm:pt>
    <dgm:pt modelId="{A8D5D89C-6B8A-AD44-B762-BC94B71609EF}" type="pres">
      <dgm:prSet presAssocID="{AB164BF7-2F38-C547-8A15-371259E721D8}" presName="node" presStyleLbl="node1" presStyleIdx="1" presStyleCnt="5">
        <dgm:presLayoutVars>
          <dgm:bulletEnabled val="1"/>
        </dgm:presLayoutVars>
      </dgm:prSet>
      <dgm:spPr/>
    </dgm:pt>
    <dgm:pt modelId="{12CBA4A5-36A8-F846-B681-8D4C2524B0C5}" type="pres">
      <dgm:prSet presAssocID="{B6B51A2B-1032-6E46-B0E6-2CDEC3F6799E}" presName="sibTrans" presStyleLbl="sibTrans2D1" presStyleIdx="1" presStyleCnt="4"/>
      <dgm:spPr/>
    </dgm:pt>
    <dgm:pt modelId="{0B8ED026-7C53-AF42-9E30-FEB6EBB533AD}" type="pres">
      <dgm:prSet presAssocID="{B6B51A2B-1032-6E46-B0E6-2CDEC3F6799E}" presName="connectorText" presStyleLbl="sibTrans2D1" presStyleIdx="1" presStyleCnt="4"/>
      <dgm:spPr/>
    </dgm:pt>
    <dgm:pt modelId="{1A2FF343-81B9-784E-9A45-467713EB5E7B}" type="pres">
      <dgm:prSet presAssocID="{D0641B88-A9FD-7943-BB1C-D33DA39325CF}" presName="node" presStyleLbl="node1" presStyleIdx="2" presStyleCnt="5">
        <dgm:presLayoutVars>
          <dgm:bulletEnabled val="1"/>
        </dgm:presLayoutVars>
      </dgm:prSet>
      <dgm:spPr/>
    </dgm:pt>
    <dgm:pt modelId="{C6976878-483A-6D44-806A-4F03393537BF}" type="pres">
      <dgm:prSet presAssocID="{F555F7EF-CB68-C044-9D01-725111942676}" presName="sibTrans" presStyleLbl="sibTrans2D1" presStyleIdx="2" presStyleCnt="4"/>
      <dgm:spPr/>
    </dgm:pt>
    <dgm:pt modelId="{DD2ECD6B-AA6A-274F-AD3D-F08A3EE7EA8A}" type="pres">
      <dgm:prSet presAssocID="{F555F7EF-CB68-C044-9D01-725111942676}" presName="connectorText" presStyleLbl="sibTrans2D1" presStyleIdx="2" presStyleCnt="4"/>
      <dgm:spPr/>
    </dgm:pt>
    <dgm:pt modelId="{5EBAC9B2-4F24-2C49-8399-D428F6527E9E}" type="pres">
      <dgm:prSet presAssocID="{F3B94FCD-1FFC-C44E-9CFA-E58FF0B6F138}" presName="node" presStyleLbl="node1" presStyleIdx="3" presStyleCnt="5">
        <dgm:presLayoutVars>
          <dgm:bulletEnabled val="1"/>
        </dgm:presLayoutVars>
      </dgm:prSet>
      <dgm:spPr/>
    </dgm:pt>
    <dgm:pt modelId="{50816B86-9C45-C64E-A9BB-ED6E83036994}" type="pres">
      <dgm:prSet presAssocID="{BCF35633-5D49-244D-B7E3-5E5A10BFC5F3}" presName="sibTrans" presStyleLbl="sibTrans2D1" presStyleIdx="3" presStyleCnt="4"/>
      <dgm:spPr/>
    </dgm:pt>
    <dgm:pt modelId="{908A294A-E9BB-464D-9D3A-7A63F4771B1A}" type="pres">
      <dgm:prSet presAssocID="{BCF35633-5D49-244D-B7E3-5E5A10BFC5F3}" presName="connectorText" presStyleLbl="sibTrans2D1" presStyleIdx="3" presStyleCnt="4"/>
      <dgm:spPr/>
    </dgm:pt>
    <dgm:pt modelId="{461D7D92-D263-C542-9E69-79ECAC3ACFBD}" type="pres">
      <dgm:prSet presAssocID="{D957088A-7025-374B-B874-6AA97A8F235C}" presName="node" presStyleLbl="node1" presStyleIdx="4" presStyleCnt="5">
        <dgm:presLayoutVars>
          <dgm:bulletEnabled val="1"/>
        </dgm:presLayoutVars>
      </dgm:prSet>
      <dgm:spPr/>
    </dgm:pt>
  </dgm:ptLst>
  <dgm:cxnLst>
    <dgm:cxn modelId="{D6DF5804-50DB-2B47-8F66-B1C75A24B656}" srcId="{F55BF750-4123-724D-A620-12A4FE2F7723}" destId="{D957088A-7025-374B-B874-6AA97A8F235C}" srcOrd="4" destOrd="0" parTransId="{A7405A1E-9B7F-8A41-A3BD-339BB6A19346}" sibTransId="{8CBD1575-5278-B64E-B3FB-0C835C66A66D}"/>
    <dgm:cxn modelId="{66147D1B-EB04-F442-98C0-42FC3D639F55}" type="presOf" srcId="{F555F7EF-CB68-C044-9D01-725111942676}" destId="{DD2ECD6B-AA6A-274F-AD3D-F08A3EE7EA8A}" srcOrd="1" destOrd="0" presId="urn:microsoft.com/office/officeart/2005/8/layout/process1"/>
    <dgm:cxn modelId="{12A1071E-85AB-2C42-B6CA-81C121C52B3F}" srcId="{F55BF750-4123-724D-A620-12A4FE2F7723}" destId="{AB164BF7-2F38-C547-8A15-371259E721D8}" srcOrd="1" destOrd="0" parTransId="{75C3820C-5083-5547-B13B-27496C8605F0}" sibTransId="{B6B51A2B-1032-6E46-B0E6-2CDEC3F6799E}"/>
    <dgm:cxn modelId="{8872B025-1EEA-5D48-BEC1-B36E9ED2249F}" type="presOf" srcId="{F555F7EF-CB68-C044-9D01-725111942676}" destId="{C6976878-483A-6D44-806A-4F03393537BF}" srcOrd="0" destOrd="0" presId="urn:microsoft.com/office/officeart/2005/8/layout/process1"/>
    <dgm:cxn modelId="{5703A637-5423-3947-B5BA-2EC3245C3E89}" type="presOf" srcId="{B6B51A2B-1032-6E46-B0E6-2CDEC3F6799E}" destId="{0B8ED026-7C53-AF42-9E30-FEB6EBB533AD}" srcOrd="1" destOrd="0" presId="urn:microsoft.com/office/officeart/2005/8/layout/process1"/>
    <dgm:cxn modelId="{564A1B3B-4745-6A44-97FC-E7D55A345F62}" srcId="{F55BF750-4123-724D-A620-12A4FE2F7723}" destId="{1FC31559-A516-9440-9FD1-D1DBB587FC40}" srcOrd="0" destOrd="0" parTransId="{044BB9FB-F247-E345-A443-FCC7D559054C}" sibTransId="{8BAB918A-D3D0-0F4E-9432-27451AD2CCA1}"/>
    <dgm:cxn modelId="{4167A34A-CBAC-054E-B122-8B497DC4C9EA}" srcId="{F55BF750-4123-724D-A620-12A4FE2F7723}" destId="{F3B94FCD-1FFC-C44E-9CFA-E58FF0B6F138}" srcOrd="3" destOrd="0" parTransId="{7DEB8743-8497-024F-A4C2-2590D72DFBEC}" sibTransId="{BCF35633-5D49-244D-B7E3-5E5A10BFC5F3}"/>
    <dgm:cxn modelId="{DEEFC94D-657F-A24E-B754-B8098CF53128}" type="presOf" srcId="{F55BF750-4123-724D-A620-12A4FE2F7723}" destId="{2217F1BD-7CBF-4046-BBA7-02A5D6910337}" srcOrd="0" destOrd="0" presId="urn:microsoft.com/office/officeart/2005/8/layout/process1"/>
    <dgm:cxn modelId="{E8240D4F-A233-614B-9532-67A1BB86B0F7}" type="presOf" srcId="{AB164BF7-2F38-C547-8A15-371259E721D8}" destId="{A8D5D89C-6B8A-AD44-B762-BC94B71609EF}" srcOrd="0" destOrd="0" presId="urn:microsoft.com/office/officeart/2005/8/layout/process1"/>
    <dgm:cxn modelId="{5B272D5C-B80E-3248-91AC-B2D3A4996B61}" srcId="{1FC31559-A516-9440-9FD1-D1DBB587FC40}" destId="{6BBFF1B9-ED9B-9B43-BF3A-18B5AAE98EEA}" srcOrd="0" destOrd="0" parTransId="{3E8E26FA-D6B9-E24F-8975-F5D731FB8527}" sibTransId="{AC3E17E4-25FA-064B-A581-D35EA64311E5}"/>
    <dgm:cxn modelId="{060A4566-5E4F-DE40-AF91-6D2F2978D0FC}" type="presOf" srcId="{D0641B88-A9FD-7943-BB1C-D33DA39325CF}" destId="{1A2FF343-81B9-784E-9A45-467713EB5E7B}" srcOrd="0" destOrd="0" presId="urn:microsoft.com/office/officeart/2005/8/layout/process1"/>
    <dgm:cxn modelId="{D897396A-20A1-724C-8C1C-E4D736E41780}" type="presOf" srcId="{B6B51A2B-1032-6E46-B0E6-2CDEC3F6799E}" destId="{12CBA4A5-36A8-F846-B681-8D4C2524B0C5}" srcOrd="0" destOrd="0" presId="urn:microsoft.com/office/officeart/2005/8/layout/process1"/>
    <dgm:cxn modelId="{872B5178-7E94-EA4A-A825-2C52DBF962F6}" type="presOf" srcId="{6BBFF1B9-ED9B-9B43-BF3A-18B5AAE98EEA}" destId="{DBA87834-8F93-424F-B976-042AD75C1887}" srcOrd="0" destOrd="1" presId="urn:microsoft.com/office/officeart/2005/8/layout/process1"/>
    <dgm:cxn modelId="{CEF80C85-9383-1E49-A15E-F8C02833D712}" type="presOf" srcId="{BDD1EAF3-ECDE-CF4F-A2A7-B08400393E94}" destId="{A8D5D89C-6B8A-AD44-B762-BC94B71609EF}" srcOrd="0" destOrd="1" presId="urn:microsoft.com/office/officeart/2005/8/layout/process1"/>
    <dgm:cxn modelId="{E455F78A-35FC-C547-B071-CD2E66E4F91E}" type="presOf" srcId="{BCF35633-5D49-244D-B7E3-5E5A10BFC5F3}" destId="{908A294A-E9BB-464D-9D3A-7A63F4771B1A}" srcOrd="1" destOrd="0" presId="urn:microsoft.com/office/officeart/2005/8/layout/process1"/>
    <dgm:cxn modelId="{73858D91-C01C-7A47-A995-BAD2C7CF9782}" srcId="{AB164BF7-2F38-C547-8A15-371259E721D8}" destId="{BDD1EAF3-ECDE-CF4F-A2A7-B08400393E94}" srcOrd="0" destOrd="0" parTransId="{93F3F8C1-744F-1646-9E94-91B51530D679}" sibTransId="{2FE03761-8944-E940-9E8F-4CEA2559F56E}"/>
    <dgm:cxn modelId="{6619C099-E8C3-5243-8B6B-B5E42F34C903}" type="presOf" srcId="{F3B94FCD-1FFC-C44E-9CFA-E58FF0B6F138}" destId="{5EBAC9B2-4F24-2C49-8399-D428F6527E9E}" srcOrd="0" destOrd="0" presId="urn:microsoft.com/office/officeart/2005/8/layout/process1"/>
    <dgm:cxn modelId="{B50CDAAA-DAB3-7E4A-8DA8-DFAE758FBAC2}" type="presOf" srcId="{D957088A-7025-374B-B874-6AA97A8F235C}" destId="{461D7D92-D263-C542-9E69-79ECAC3ACFBD}" srcOrd="0" destOrd="0" presId="urn:microsoft.com/office/officeart/2005/8/layout/process1"/>
    <dgm:cxn modelId="{5F373EAC-4E1E-F342-B42B-3649C13ABBBB}" type="presOf" srcId="{8BAB918A-D3D0-0F4E-9432-27451AD2CCA1}" destId="{14F56BEE-674B-DF41-943D-016977B45B1B}" srcOrd="1" destOrd="0" presId="urn:microsoft.com/office/officeart/2005/8/layout/process1"/>
    <dgm:cxn modelId="{54C05AAF-23B2-A341-BE8A-7501EF481C53}" type="presOf" srcId="{8BAB918A-D3D0-0F4E-9432-27451AD2CCA1}" destId="{3B2583CA-BB50-C742-A660-822AECEFE2B5}" srcOrd="0" destOrd="0" presId="urn:microsoft.com/office/officeart/2005/8/layout/process1"/>
    <dgm:cxn modelId="{7257CBCA-0302-EB4B-9EB2-A17EBB02EFCF}" srcId="{F55BF750-4123-724D-A620-12A4FE2F7723}" destId="{D0641B88-A9FD-7943-BB1C-D33DA39325CF}" srcOrd="2" destOrd="0" parTransId="{330DCF4D-FEA1-C144-A824-56284CAA16F1}" sibTransId="{F555F7EF-CB68-C044-9D01-725111942676}"/>
    <dgm:cxn modelId="{B60CA2DA-81ED-7B48-B92D-E841C763DB20}" type="presOf" srcId="{1FC31559-A516-9440-9FD1-D1DBB587FC40}" destId="{DBA87834-8F93-424F-B976-042AD75C1887}" srcOrd="0" destOrd="0" presId="urn:microsoft.com/office/officeart/2005/8/layout/process1"/>
    <dgm:cxn modelId="{C8A951FD-4880-8D47-9669-D11779EDD3BE}" type="presOf" srcId="{BCF35633-5D49-244D-B7E3-5E5A10BFC5F3}" destId="{50816B86-9C45-C64E-A9BB-ED6E83036994}" srcOrd="0" destOrd="0" presId="urn:microsoft.com/office/officeart/2005/8/layout/process1"/>
    <dgm:cxn modelId="{9B809379-351D-194A-8478-2CA30CFDB05D}" type="presParOf" srcId="{2217F1BD-7CBF-4046-BBA7-02A5D6910337}" destId="{DBA87834-8F93-424F-B976-042AD75C1887}" srcOrd="0" destOrd="0" presId="urn:microsoft.com/office/officeart/2005/8/layout/process1"/>
    <dgm:cxn modelId="{F69AF761-4BFA-D745-8DED-176C5DABDA6A}" type="presParOf" srcId="{2217F1BD-7CBF-4046-BBA7-02A5D6910337}" destId="{3B2583CA-BB50-C742-A660-822AECEFE2B5}" srcOrd="1" destOrd="0" presId="urn:microsoft.com/office/officeart/2005/8/layout/process1"/>
    <dgm:cxn modelId="{F163C3B4-D4D6-DF4A-8441-8ECB90B6B2EE}" type="presParOf" srcId="{3B2583CA-BB50-C742-A660-822AECEFE2B5}" destId="{14F56BEE-674B-DF41-943D-016977B45B1B}" srcOrd="0" destOrd="0" presId="urn:microsoft.com/office/officeart/2005/8/layout/process1"/>
    <dgm:cxn modelId="{D6C8FF07-1DAF-604D-BBB8-A1690514CF9A}" type="presParOf" srcId="{2217F1BD-7CBF-4046-BBA7-02A5D6910337}" destId="{A8D5D89C-6B8A-AD44-B762-BC94B71609EF}" srcOrd="2" destOrd="0" presId="urn:microsoft.com/office/officeart/2005/8/layout/process1"/>
    <dgm:cxn modelId="{865F3C7C-9928-1849-AAED-223FF6BEE92F}" type="presParOf" srcId="{2217F1BD-7CBF-4046-BBA7-02A5D6910337}" destId="{12CBA4A5-36A8-F846-B681-8D4C2524B0C5}" srcOrd="3" destOrd="0" presId="urn:microsoft.com/office/officeart/2005/8/layout/process1"/>
    <dgm:cxn modelId="{49B3487C-C530-824C-B58D-37A794BA45B0}" type="presParOf" srcId="{12CBA4A5-36A8-F846-B681-8D4C2524B0C5}" destId="{0B8ED026-7C53-AF42-9E30-FEB6EBB533AD}" srcOrd="0" destOrd="0" presId="urn:microsoft.com/office/officeart/2005/8/layout/process1"/>
    <dgm:cxn modelId="{F1D3753B-3FA0-024D-8F34-83A48CF21E97}" type="presParOf" srcId="{2217F1BD-7CBF-4046-BBA7-02A5D6910337}" destId="{1A2FF343-81B9-784E-9A45-467713EB5E7B}" srcOrd="4" destOrd="0" presId="urn:microsoft.com/office/officeart/2005/8/layout/process1"/>
    <dgm:cxn modelId="{43BAA754-07BB-1946-861B-A53EB04EAC9F}" type="presParOf" srcId="{2217F1BD-7CBF-4046-BBA7-02A5D6910337}" destId="{C6976878-483A-6D44-806A-4F03393537BF}" srcOrd="5" destOrd="0" presId="urn:microsoft.com/office/officeart/2005/8/layout/process1"/>
    <dgm:cxn modelId="{9640D35B-1AA8-264B-9C9A-2822B356EA3A}" type="presParOf" srcId="{C6976878-483A-6D44-806A-4F03393537BF}" destId="{DD2ECD6B-AA6A-274F-AD3D-F08A3EE7EA8A}" srcOrd="0" destOrd="0" presId="urn:microsoft.com/office/officeart/2005/8/layout/process1"/>
    <dgm:cxn modelId="{E5A72728-D567-D94F-97A9-5B8CD35AE7D2}" type="presParOf" srcId="{2217F1BD-7CBF-4046-BBA7-02A5D6910337}" destId="{5EBAC9B2-4F24-2C49-8399-D428F6527E9E}" srcOrd="6" destOrd="0" presId="urn:microsoft.com/office/officeart/2005/8/layout/process1"/>
    <dgm:cxn modelId="{2CA05A07-C5EA-A444-94C9-6D5979DE41FC}" type="presParOf" srcId="{2217F1BD-7CBF-4046-BBA7-02A5D6910337}" destId="{50816B86-9C45-C64E-A9BB-ED6E83036994}" srcOrd="7" destOrd="0" presId="urn:microsoft.com/office/officeart/2005/8/layout/process1"/>
    <dgm:cxn modelId="{46938745-58A1-3346-B842-44FA0F7E5F9A}" type="presParOf" srcId="{50816B86-9C45-C64E-A9BB-ED6E83036994}" destId="{908A294A-E9BB-464D-9D3A-7A63F4771B1A}" srcOrd="0" destOrd="0" presId="urn:microsoft.com/office/officeart/2005/8/layout/process1"/>
    <dgm:cxn modelId="{23292FBD-6882-0742-A67E-975CD225B3A6}" type="presParOf" srcId="{2217F1BD-7CBF-4046-BBA7-02A5D6910337}" destId="{461D7D92-D263-C542-9E69-79ECAC3ACFBD}" srcOrd="8" destOrd="0" presId="urn:microsoft.com/office/officeart/2005/8/layout/process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A65E3-0915-1B42-BF14-32DF59D13429}">
      <dsp:nvSpPr>
        <dsp:cNvPr id="0" name=""/>
        <dsp:cNvSpPr/>
      </dsp:nvSpPr>
      <dsp:spPr>
        <a:xfrm>
          <a:off x="1638618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1024097"/>
        <a:ext cx="18847" cy="3769"/>
      </dsp:txXfrm>
    </dsp:sp>
    <dsp:sp modelId="{7F157345-C1A5-274C-9957-DBBC2D60974F}">
      <dsp:nvSpPr>
        <dsp:cNvPr id="0" name=""/>
        <dsp:cNvSpPr/>
      </dsp:nvSpPr>
      <dsp:spPr>
        <a:xfrm>
          <a:off x="1530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{"name": "</a:t>
          </a:r>
          <a:endParaRPr lang="zh-CN" altLang="en-US" sz="1800" kern="1200" dirty="0"/>
        </a:p>
      </dsp:txBody>
      <dsp:txXfrm>
        <a:off x="1530" y="534316"/>
        <a:ext cx="1638888" cy="983333"/>
      </dsp:txXfrm>
    </dsp:sp>
    <dsp:sp modelId="{837D612E-482C-9B48-833D-CFD05393E5BC}">
      <dsp:nvSpPr>
        <dsp:cNvPr id="0" name=""/>
        <dsp:cNvSpPr/>
      </dsp:nvSpPr>
      <dsp:spPr>
        <a:xfrm>
          <a:off x="3654452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1024097"/>
        <a:ext cx="18847" cy="3769"/>
      </dsp:txXfrm>
    </dsp:sp>
    <dsp:sp modelId="{1C22DAC3-8D29-EC4C-8327-29FB378960CC}">
      <dsp:nvSpPr>
        <dsp:cNvPr id="0" name=""/>
        <dsp:cNvSpPr/>
      </dsp:nvSpPr>
      <dsp:spPr>
        <a:xfrm>
          <a:off x="2017363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Beijing</a:t>
          </a:r>
          <a:endParaRPr lang="zh-CN" altLang="en-US" sz="1800" kern="1200" dirty="0"/>
        </a:p>
      </dsp:txBody>
      <dsp:txXfrm>
        <a:off x="2017363" y="534316"/>
        <a:ext cx="1638888" cy="983333"/>
      </dsp:txXfrm>
    </dsp:sp>
    <dsp:sp modelId="{084356E2-2C3B-D044-9307-2E36CAF3EFA0}">
      <dsp:nvSpPr>
        <dsp:cNvPr id="0" name=""/>
        <dsp:cNvSpPr/>
      </dsp:nvSpPr>
      <dsp:spPr>
        <a:xfrm>
          <a:off x="5670285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1024097"/>
        <a:ext cx="18847" cy="3769"/>
      </dsp:txXfrm>
    </dsp:sp>
    <dsp:sp modelId="{85D527B5-B997-2E41-9786-5B9BF949C965}">
      <dsp:nvSpPr>
        <dsp:cNvPr id="0" name=""/>
        <dsp:cNvSpPr/>
      </dsp:nvSpPr>
      <dsp:spPr>
        <a:xfrm>
          <a:off x="4033196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"country": "</a:t>
          </a:r>
          <a:endParaRPr lang="zh-CN" altLang="en-US" sz="1800" kern="1200" dirty="0"/>
        </a:p>
      </dsp:txBody>
      <dsp:txXfrm>
        <a:off x="4033196" y="534316"/>
        <a:ext cx="1638888" cy="983333"/>
      </dsp:txXfrm>
    </dsp:sp>
    <dsp:sp modelId="{F7572A13-E1B2-BC4D-9ED2-A987F9368AFF}">
      <dsp:nvSpPr>
        <dsp:cNvPr id="0" name=""/>
        <dsp:cNvSpPr/>
      </dsp:nvSpPr>
      <dsp:spPr>
        <a:xfrm>
          <a:off x="820974" y="1515849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1687136"/>
        <a:ext cx="302961" cy="3769"/>
      </dsp:txXfrm>
    </dsp:sp>
    <dsp:sp modelId="{E372BC9C-2CBB-CF46-9CA9-C8874297ABD3}">
      <dsp:nvSpPr>
        <dsp:cNvPr id="0" name=""/>
        <dsp:cNvSpPr/>
      </dsp:nvSpPr>
      <dsp:spPr>
        <a:xfrm>
          <a:off x="6049030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China</a:t>
          </a:r>
          <a:endParaRPr lang="zh-CN" altLang="en-US" sz="1800" kern="1200" dirty="0"/>
        </a:p>
      </dsp:txBody>
      <dsp:txXfrm>
        <a:off x="6049030" y="534316"/>
        <a:ext cx="1638888" cy="983333"/>
      </dsp:txXfrm>
    </dsp:sp>
    <dsp:sp modelId="{A2223329-EEBE-EA4A-A46A-5AB98EE28E29}">
      <dsp:nvSpPr>
        <dsp:cNvPr id="0" name=""/>
        <dsp:cNvSpPr/>
      </dsp:nvSpPr>
      <dsp:spPr>
        <a:xfrm>
          <a:off x="1638618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2384375"/>
        <a:ext cx="18847" cy="3769"/>
      </dsp:txXfrm>
    </dsp:sp>
    <dsp:sp modelId="{C03973D7-9D4C-BE41-9C69-DCD58C47F453}">
      <dsp:nvSpPr>
        <dsp:cNvPr id="0" name=""/>
        <dsp:cNvSpPr/>
      </dsp:nvSpPr>
      <dsp:spPr>
        <a:xfrm>
          <a:off x="1530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</a:t>
          </a:r>
          <a:r>
            <a:rPr kumimoji="1" lang="en" altLang="zh-CN" sz="1800" kern="1200" dirty="0" err="1"/>
            <a:t>pop_m</a:t>
          </a:r>
          <a:r>
            <a:rPr kumimoji="1" lang="en" altLang="zh-CN" sz="1800" kern="1200" dirty="0"/>
            <a:t>":</a:t>
          </a:r>
          <a:endParaRPr lang="zh-CN" altLang="en-US" sz="1800" kern="1200" dirty="0"/>
        </a:p>
      </dsp:txBody>
      <dsp:txXfrm>
        <a:off x="1530" y="1894593"/>
        <a:ext cx="1638888" cy="983333"/>
      </dsp:txXfrm>
    </dsp:sp>
    <dsp:sp modelId="{5B08B1FB-39D1-B244-B404-CBD129F292A1}">
      <dsp:nvSpPr>
        <dsp:cNvPr id="0" name=""/>
        <dsp:cNvSpPr/>
      </dsp:nvSpPr>
      <dsp:spPr>
        <a:xfrm>
          <a:off x="3654452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2384375"/>
        <a:ext cx="18847" cy="3769"/>
      </dsp:txXfrm>
    </dsp:sp>
    <dsp:sp modelId="{A4D03026-EE64-344C-B111-C7BB4734EE15}">
      <dsp:nvSpPr>
        <dsp:cNvPr id="0" name=""/>
        <dsp:cNvSpPr/>
      </dsp:nvSpPr>
      <dsp:spPr>
        <a:xfrm>
          <a:off x="2017363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21.9</a:t>
          </a:r>
          <a:endParaRPr lang="zh-CN" altLang="en-US" sz="1800" kern="1200" dirty="0"/>
        </a:p>
      </dsp:txBody>
      <dsp:txXfrm>
        <a:off x="2017363" y="1894593"/>
        <a:ext cx="1638888" cy="983333"/>
      </dsp:txXfrm>
    </dsp:sp>
    <dsp:sp modelId="{0B1309D0-A885-4B4C-A675-3DAB771E4526}">
      <dsp:nvSpPr>
        <dsp:cNvPr id="0" name=""/>
        <dsp:cNvSpPr/>
      </dsp:nvSpPr>
      <dsp:spPr>
        <a:xfrm>
          <a:off x="5670285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2384375"/>
        <a:ext cx="18847" cy="3769"/>
      </dsp:txXfrm>
    </dsp:sp>
    <dsp:sp modelId="{42245AF3-AD77-014A-A69C-2A5203AA3C3F}">
      <dsp:nvSpPr>
        <dsp:cNvPr id="0" name=""/>
        <dsp:cNvSpPr/>
      </dsp:nvSpPr>
      <dsp:spPr>
        <a:xfrm>
          <a:off x="4033196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,"coordinates": {"latitude":</a:t>
          </a:r>
          <a:endParaRPr lang="zh-CN" altLang="en-US" sz="1800" kern="1200" dirty="0"/>
        </a:p>
      </dsp:txBody>
      <dsp:txXfrm>
        <a:off x="4033196" y="1894593"/>
        <a:ext cx="1638888" cy="983333"/>
      </dsp:txXfrm>
    </dsp:sp>
    <dsp:sp modelId="{78DE721B-4AD5-1849-966B-F22FB86AA407}">
      <dsp:nvSpPr>
        <dsp:cNvPr id="0" name=""/>
        <dsp:cNvSpPr/>
      </dsp:nvSpPr>
      <dsp:spPr>
        <a:xfrm>
          <a:off x="820974" y="2876127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3047414"/>
        <a:ext cx="302961" cy="3769"/>
      </dsp:txXfrm>
    </dsp:sp>
    <dsp:sp modelId="{CDDBD13D-F3BF-8F44-B823-21CBBDF973A7}">
      <dsp:nvSpPr>
        <dsp:cNvPr id="0" name=""/>
        <dsp:cNvSpPr/>
      </dsp:nvSpPr>
      <dsp:spPr>
        <a:xfrm>
          <a:off x="6049030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39.9042</a:t>
          </a:r>
          <a:endParaRPr lang="zh-CN" altLang="en-US" sz="1800" kern="1200" dirty="0"/>
        </a:p>
      </dsp:txBody>
      <dsp:txXfrm>
        <a:off x="6049030" y="1894593"/>
        <a:ext cx="1638888" cy="983333"/>
      </dsp:txXfrm>
    </dsp:sp>
    <dsp:sp modelId="{92EFF01B-7A69-B84C-BFE3-981C140C88D5}">
      <dsp:nvSpPr>
        <dsp:cNvPr id="0" name=""/>
        <dsp:cNvSpPr/>
      </dsp:nvSpPr>
      <dsp:spPr>
        <a:xfrm>
          <a:off x="1638618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3744653"/>
        <a:ext cx="18847" cy="3769"/>
      </dsp:txXfrm>
    </dsp:sp>
    <dsp:sp modelId="{2B0D990B-0898-8F43-97DD-FE8673B0814A}">
      <dsp:nvSpPr>
        <dsp:cNvPr id="0" name=""/>
        <dsp:cNvSpPr/>
      </dsp:nvSpPr>
      <dsp:spPr>
        <a:xfrm>
          <a:off x="1530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"longitude":</a:t>
          </a:r>
          <a:endParaRPr lang="zh-CN" altLang="en-US" sz="1800" kern="1200" dirty="0"/>
        </a:p>
      </dsp:txBody>
      <dsp:txXfrm>
        <a:off x="1530" y="3254871"/>
        <a:ext cx="1638888" cy="983333"/>
      </dsp:txXfrm>
    </dsp:sp>
    <dsp:sp modelId="{52E97F59-0E46-2D46-8D04-47023BD23EC7}">
      <dsp:nvSpPr>
        <dsp:cNvPr id="0" name=""/>
        <dsp:cNvSpPr/>
      </dsp:nvSpPr>
      <dsp:spPr>
        <a:xfrm>
          <a:off x="3654452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3744653"/>
        <a:ext cx="18847" cy="3769"/>
      </dsp:txXfrm>
    </dsp:sp>
    <dsp:sp modelId="{16847303-7254-724A-AB28-A01AD95039AA}">
      <dsp:nvSpPr>
        <dsp:cNvPr id="0" name=""/>
        <dsp:cNvSpPr/>
      </dsp:nvSpPr>
      <dsp:spPr>
        <a:xfrm>
          <a:off x="2017363" y="3254871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116.4074</a:t>
          </a:r>
          <a:endParaRPr lang="zh-CN" altLang="en-US" sz="1800" kern="1200" dirty="0"/>
        </a:p>
      </dsp:txBody>
      <dsp:txXfrm>
        <a:off x="2017363" y="3254871"/>
        <a:ext cx="1638888" cy="983333"/>
      </dsp:txXfrm>
    </dsp:sp>
    <dsp:sp modelId="{56B87AA9-AC77-F047-BD2C-E51FB0514469}">
      <dsp:nvSpPr>
        <dsp:cNvPr id="0" name=""/>
        <dsp:cNvSpPr/>
      </dsp:nvSpPr>
      <dsp:spPr>
        <a:xfrm>
          <a:off x="4033196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}}</a:t>
          </a:r>
        </a:p>
      </dsp:txBody>
      <dsp:txXfrm>
        <a:off x="4033196" y="3254871"/>
        <a:ext cx="1638888" cy="9833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A87834-8F93-424F-B976-042AD75C1887}">
      <dsp:nvSpPr>
        <dsp:cNvPr id="0" name=""/>
        <dsp:cNvSpPr/>
      </dsp:nvSpPr>
      <dsp:spPr>
        <a:xfrm>
          <a:off x="5134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中文增强</a:t>
          </a:r>
          <a:endParaRPr lang="zh-CN" altLang="en-US" sz="18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用大量中文语料，使其学会中文</a:t>
          </a:r>
          <a:endParaRPr lang="zh-CN" altLang="en-US" sz="1400" kern="1200" dirty="0"/>
        </a:p>
      </dsp:txBody>
      <dsp:txXfrm>
        <a:off x="35728" y="1683980"/>
        <a:ext cx="1530528" cy="983376"/>
      </dsp:txXfrm>
    </dsp:sp>
    <dsp:sp modelId="{3B2583CA-BB50-C742-A660-822AECEFE2B5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756023" y="2057245"/>
        <a:ext cx="236210" cy="236847"/>
      </dsp:txXfrm>
    </dsp:sp>
    <dsp:sp modelId="{A8D5D89C-6B8A-AD44-B762-BC94B71609EF}">
      <dsp:nvSpPr>
        <dsp:cNvPr id="0" name=""/>
        <dsp:cNvSpPr/>
      </dsp:nvSpPr>
      <dsp:spPr>
        <a:xfrm>
          <a:off x="223353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垂直领域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用大量金融数据，使其懂金融</a:t>
          </a:r>
        </a:p>
      </dsp:txBody>
      <dsp:txXfrm>
        <a:off x="2264132" y="1683980"/>
        <a:ext cx="1530528" cy="983376"/>
      </dsp:txXfrm>
    </dsp:sp>
    <dsp:sp modelId="{12CBA4A5-36A8-F846-B681-8D4C2524B0C5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984426" y="2057245"/>
        <a:ext cx="236210" cy="236847"/>
      </dsp:txXfrm>
    </dsp:sp>
    <dsp:sp modelId="{1A2FF343-81B9-784E-9A45-467713EB5E7B}">
      <dsp:nvSpPr>
        <dsp:cNvPr id="0" name=""/>
        <dsp:cNvSpPr/>
      </dsp:nvSpPr>
      <dsp:spPr>
        <a:xfrm>
          <a:off x="4461941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通用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4492535" y="1683980"/>
        <a:ext cx="1530528" cy="983376"/>
      </dsp:txXfrm>
    </dsp:sp>
    <dsp:sp modelId="{C6976878-483A-6D44-806A-4F03393537BF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6212830" y="2057245"/>
        <a:ext cx="236210" cy="236847"/>
      </dsp:txXfrm>
    </dsp:sp>
    <dsp:sp modelId="{5EBAC9B2-4F24-2C49-8399-D428F6527E9E}">
      <dsp:nvSpPr>
        <dsp:cNvPr id="0" name=""/>
        <dsp:cNvSpPr/>
      </dsp:nvSpPr>
      <dsp:spPr>
        <a:xfrm>
          <a:off x="6690345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垂直领域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6720939" y="1683980"/>
        <a:ext cx="1530528" cy="983376"/>
      </dsp:txXfrm>
    </dsp:sp>
    <dsp:sp modelId="{50816B86-9C45-C64E-A9BB-ED6E83036994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441233" y="2057245"/>
        <a:ext cx="236210" cy="236847"/>
      </dsp:txXfrm>
    </dsp:sp>
    <dsp:sp modelId="{461D7D92-D263-C542-9E69-79ECAC3ACFBD}">
      <dsp:nvSpPr>
        <dsp:cNvPr id="0" name=""/>
        <dsp:cNvSpPr/>
      </dsp:nvSpPr>
      <dsp:spPr>
        <a:xfrm>
          <a:off x="891874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RLHF/DPO</a:t>
          </a:r>
          <a:r>
            <a:rPr lang="zh-CN" altLang="en-US" sz="1800" kern="1200" dirty="0"/>
            <a:t> </a:t>
          </a:r>
          <a:r>
            <a:rPr lang="en-US" altLang="zh-CN" sz="1800" kern="1200" dirty="0"/>
            <a:t>Alignment</a:t>
          </a:r>
          <a:endParaRPr lang="zh-CN" altLang="en-US" sz="1800" kern="1200" dirty="0"/>
        </a:p>
      </dsp:txBody>
      <dsp:txXfrm>
        <a:off x="8949342" y="1683980"/>
        <a:ext cx="1530528" cy="9833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DB8E9-D723-CDCE-363B-C2980C8D4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14D9D44-1C8D-F0D2-5CE4-C16679BD0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5DB25A-5594-1AE5-78C1-58FB59E42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32DDEC-6025-9747-534C-70D273F2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F80E5D-ED09-126A-6C18-C6B70D13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149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024231-BD1B-C729-83B4-B35F3C57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6E223D-099E-0C2D-54E4-7A375DD68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518BD-4955-C977-54A1-BF452CE3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419F1B-005D-2DFD-AB49-4B6B8E8FD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19234-D2A6-987B-E2C2-5CFB8329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0703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32857A-0356-4F35-48E3-38DF51D17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A79BB9-2D74-3845-6C77-C265D99F4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90443A-7A3E-FB3D-DAEA-B55D429A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1137EF-F91D-037D-8C32-FFF986D67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1B69EB-D8B8-C16F-6045-C1068D8D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750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3894C7-F0B4-D1F8-1D5E-CC4271063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76673A-862E-5C62-87AA-0752498C8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141458-57BA-EC53-1A01-288C637CF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3EC5BA-9BA7-9B63-0D34-E60A5709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6A1A3A-2CB2-0ADC-7162-FFD3DBDFB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63EA18-E43D-DA0D-FD3C-5D536D8A7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5851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A3D91-F711-5B1E-081F-3319CA35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B79E7-0428-6F84-8BEA-66EB4DAD1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D67558-D6BD-D158-8D93-52856A8B9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FBB5D-D93C-43A0-6DF0-BA6AF7B6B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45F6CA-34A6-C981-D997-B7A103154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762410-97CD-A10B-4569-7EA95C485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9C3AFD-8A7A-4AEF-DEE7-7F5AED65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CB2FD9-E09B-5247-3C56-D71764C83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506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759501-3840-E418-5994-5F79967FF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8FBF58-D85A-46B6-F3C6-ADD8E22A7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4DCC10-2A6B-6453-1722-DE68EE70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A778EE-1BDF-17F4-2C58-9E2AF7D3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036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03DC11-BB71-4E1A-B55D-57546386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A021E0-4853-D571-3A37-A260DAB83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719B65-C87E-D488-86E5-DF6D2E33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67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1A70B3-8DAE-076F-7B70-D26A2DA7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26763-4BE3-ACA9-0A2A-B0B13B430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2FAC57-17EA-0D73-C0FF-3E659627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A70CA1-3081-E7F3-2B47-67CB23E4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5EEFA7-9EEB-86D9-D9EC-FC0D9CE4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64D715-9777-F50F-FE1E-D077DDFFC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4253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9F9DA0-69DC-8D96-3DD4-AA3BEC626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9C6512-AB71-4B7D-1B55-47D33F2837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05F8D4-7C02-5991-2F42-0AC85BF8D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D94844-94F2-5342-B666-E15AFAA0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6CA325-FF30-C9EF-89A1-FD37F546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B4C1C-AA79-274D-6947-D0F604DF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82931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04EF1-6958-5A0E-B628-B01FF546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0D0875-CC38-36B1-7974-FECDA729A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C74539-8A3A-F226-7039-5C16650C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2D8A03-1C9E-4B93-1EC5-028871430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AB140-BA73-BEA5-6311-279D0A55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2062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E9BF4C-1E7F-ECC3-684E-5CB9636A1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E6234B-EA18-1386-9B51-4C2501EFE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955AB7-1200-C982-5785-06D8866C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549D5D-917C-4B9A-1C91-56AAD72C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817B07-7C62-DFA3-E34B-A4BF75B6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0667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AF0185-C0C4-4C2C-74B7-34A4AA70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C19D94-ADBA-2D87-966F-4F63FB9F9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23AED2-D096-2BEA-3CFD-51042C1430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E58194-DAD9-C14F-82BD-122725DF620D}" type="datetimeFigureOut">
              <a:rPr kumimoji="1" lang="zh-CN" altLang="en-US" smtClean="0"/>
              <a:t>2026/1/14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522A6-D5DB-270B-4482-B6C970DE6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D008C4-2285-1DA9-1CFF-EB6E5D466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497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672365E-57D0-C571-6E86-6580718DAB58}"/>
              </a:ext>
            </a:extLst>
          </p:cNvPr>
          <p:cNvSpPr txBox="1"/>
          <p:nvPr/>
        </p:nvSpPr>
        <p:spPr>
          <a:xfrm>
            <a:off x="9263602" y="706057"/>
            <a:ext cx="283194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sz="2000" dirty="0"/>
              <a:t>{</a:t>
            </a:r>
          </a:p>
          <a:p>
            <a:r>
              <a:rPr kumimoji="1" lang="en" altLang="zh-CN" sz="2000" dirty="0"/>
              <a:t>  "name": "Beijing",</a:t>
            </a:r>
          </a:p>
          <a:p>
            <a:r>
              <a:rPr kumimoji="1" lang="en" altLang="zh-CN" sz="2000" dirty="0"/>
              <a:t>  "country": "China",</a:t>
            </a:r>
          </a:p>
          <a:p>
            <a:r>
              <a:rPr kumimoji="1" lang="zh-CN" altLang="en-US" sz="2000" dirty="0"/>
              <a:t>  </a:t>
            </a:r>
            <a:r>
              <a:rPr kumimoji="1" lang="en" altLang="zh-CN" sz="2000" dirty="0"/>
              <a:t>"</a:t>
            </a:r>
            <a:r>
              <a:rPr kumimoji="1" lang="en" altLang="zh-CN" sz="2000" dirty="0" err="1"/>
              <a:t>pop_m</a:t>
            </a:r>
            <a:r>
              <a:rPr kumimoji="1" lang="en" altLang="zh-CN" sz="2000" dirty="0"/>
              <a:t>": 21.9,</a:t>
            </a:r>
          </a:p>
          <a:p>
            <a:r>
              <a:rPr kumimoji="1" lang="en" altLang="zh-CN" sz="2000" dirty="0"/>
              <a:t>  "coordinates": {</a:t>
            </a:r>
          </a:p>
          <a:p>
            <a:r>
              <a:rPr kumimoji="1" lang="en" altLang="zh-CN" sz="2000" dirty="0"/>
              <a:t>    "latitude": 39.9042,</a:t>
            </a:r>
          </a:p>
          <a:p>
            <a:r>
              <a:rPr kumimoji="1" lang="en" altLang="zh-CN" sz="2000" dirty="0"/>
              <a:t>    "longitude": 116.4074</a:t>
            </a:r>
          </a:p>
          <a:p>
            <a:r>
              <a:rPr kumimoji="1" lang="en" altLang="zh-CN" sz="2000" dirty="0"/>
              <a:t>  }</a:t>
            </a:r>
          </a:p>
          <a:p>
            <a:r>
              <a:rPr kumimoji="1" lang="en" altLang="zh-CN" sz="2000" dirty="0"/>
              <a:t>}</a:t>
            </a:r>
          </a:p>
          <a:p>
            <a:endParaRPr kumimoji="1" lang="zh-CN" altLang="en-US" sz="2000" dirty="0"/>
          </a:p>
        </p:txBody>
      </p:sp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5B71587E-7F7A-6B1B-6425-00E0194E24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459399"/>
              </p:ext>
            </p:extLst>
          </p:nvPr>
        </p:nvGraphicFramePr>
        <p:xfrm>
          <a:off x="96456" y="174596"/>
          <a:ext cx="7689449" cy="47725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467EE02-1ED9-D283-8546-27DE6D8A33B8}"/>
              </a:ext>
            </a:extLst>
          </p:cNvPr>
          <p:cNvSpPr/>
          <p:nvPr/>
        </p:nvSpPr>
        <p:spPr>
          <a:xfrm>
            <a:off x="2023642" y="5094408"/>
            <a:ext cx="3877519" cy="428263"/>
          </a:xfrm>
          <a:prstGeom prst="rect">
            <a:avLst/>
          </a:prstGeom>
          <a:solidFill>
            <a:srgbClr val="1A6A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这个颜色表示被限制的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05D920-245A-1AA3-0D70-62C1996CCCB1}"/>
              </a:ext>
            </a:extLst>
          </p:cNvPr>
          <p:cNvSpPr/>
          <p:nvPr/>
        </p:nvSpPr>
        <p:spPr>
          <a:xfrm>
            <a:off x="2023642" y="5756285"/>
            <a:ext cx="3877519" cy="428263"/>
          </a:xfrm>
          <a:prstGeom prst="rect">
            <a:avLst/>
          </a:prstGeom>
          <a:solidFill>
            <a:srgbClr val="05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这个颜色表示模型生成的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C6DD1F-F7EC-6ECC-19F4-B448B504FD71}"/>
              </a:ext>
            </a:extLst>
          </p:cNvPr>
          <p:cNvSpPr/>
          <p:nvPr/>
        </p:nvSpPr>
        <p:spPr>
          <a:xfrm>
            <a:off x="1670613" y="4809281"/>
            <a:ext cx="4583575" cy="160888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3DC344F6-F5D8-B1EC-2816-038CBBDB80C7}"/>
              </a:ext>
            </a:extLst>
          </p:cNvPr>
          <p:cNvSpPr/>
          <p:nvPr/>
        </p:nvSpPr>
        <p:spPr>
          <a:xfrm>
            <a:off x="8137003" y="970207"/>
            <a:ext cx="925974" cy="35786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653309-43C8-57B7-D255-0BF04FADFF23}"/>
              </a:ext>
            </a:extLst>
          </p:cNvPr>
          <p:cNvSpPr txBox="1"/>
          <p:nvPr/>
        </p:nvSpPr>
        <p:spPr>
          <a:xfrm>
            <a:off x="3703898" y="70506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Structured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Output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9546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C0F8D2BB-D9ED-D6ED-FA9C-E0BF5F0A05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0482857"/>
              </p:ext>
            </p:extLst>
          </p:nvPr>
        </p:nvGraphicFramePr>
        <p:xfrm>
          <a:off x="838200" y="1928114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组合 9">
            <a:extLst>
              <a:ext uri="{FF2B5EF4-FFF2-40B4-BE49-F238E27FC236}">
                <a16:creationId xmlns:a16="http://schemas.microsoft.com/office/drawing/2014/main" id="{6F238025-8044-A18A-1ABE-070AC75F9497}"/>
              </a:ext>
            </a:extLst>
          </p:cNvPr>
          <p:cNvGrpSpPr/>
          <p:nvPr/>
        </p:nvGrpSpPr>
        <p:grpSpPr>
          <a:xfrm>
            <a:off x="572877" y="2886419"/>
            <a:ext cx="10817111" cy="2434728"/>
            <a:chOff x="572877" y="2886419"/>
            <a:chExt cx="10817111" cy="2434728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8E29694D-73AC-1037-5687-382D8E7A1C54}"/>
                </a:ext>
              </a:extLst>
            </p:cNvPr>
            <p:cNvSpPr/>
            <p:nvPr/>
          </p:nvSpPr>
          <p:spPr>
            <a:xfrm>
              <a:off x="572877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19BDF27-DCEA-331A-16F2-8B8CA6631BCF}"/>
                </a:ext>
              </a:extLst>
            </p:cNvPr>
            <p:cNvSpPr txBox="1"/>
            <p:nvPr/>
          </p:nvSpPr>
          <p:spPr>
            <a:xfrm>
              <a:off x="2027487" y="4814372"/>
              <a:ext cx="149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Post-Pretrain</a:t>
              </a:r>
              <a:endParaRPr kumimoji="1" lang="zh-CN" altLang="en-US" dirty="0"/>
            </a:p>
          </p:txBody>
        </p:sp>
        <p:sp>
          <p:nvSpPr>
            <p:cNvPr id="7" name="圆角矩形 6">
              <a:extLst>
                <a:ext uri="{FF2B5EF4-FFF2-40B4-BE49-F238E27FC236}">
                  <a16:creationId xmlns:a16="http://schemas.microsoft.com/office/drawing/2014/main" id="{0DCC72EE-72C9-B9BA-D232-2EB27E9310D4}"/>
                </a:ext>
              </a:extLst>
            </p:cNvPr>
            <p:cNvSpPr/>
            <p:nvPr/>
          </p:nvSpPr>
          <p:spPr>
            <a:xfrm>
              <a:off x="5143041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A14C10F-4D2A-F9D9-C08D-380D04B91D98}"/>
                </a:ext>
              </a:extLst>
            </p:cNvPr>
            <p:cNvSpPr txBox="1"/>
            <p:nvPr/>
          </p:nvSpPr>
          <p:spPr>
            <a:xfrm>
              <a:off x="6983241" y="481437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SFT</a:t>
              </a:r>
              <a:endParaRPr kumimoji="1"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1D382EA-1743-4ED0-BAB3-D8F46745978E}"/>
                </a:ext>
              </a:extLst>
            </p:cNvPr>
            <p:cNvSpPr txBox="1"/>
            <p:nvPr/>
          </p:nvSpPr>
          <p:spPr>
            <a:xfrm>
              <a:off x="9820328" y="4814372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人类偏好对齐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1A2477CA-31D8-5254-10CD-919D028807CE}"/>
              </a:ext>
            </a:extLst>
          </p:cNvPr>
          <p:cNvSpPr txBox="1"/>
          <p:nvPr/>
        </p:nvSpPr>
        <p:spPr>
          <a:xfrm>
            <a:off x="3925994" y="192811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200" dirty="0"/>
              <a:t>训练领域大模型</a:t>
            </a:r>
          </a:p>
        </p:txBody>
      </p:sp>
    </p:spTree>
    <p:extLst>
      <p:ext uri="{BB962C8B-B14F-4D97-AF65-F5344CB8AC3E}">
        <p14:creationId xmlns:p14="http://schemas.microsoft.com/office/powerpoint/2010/main" val="410686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</TotalTime>
  <Words>129</Words>
  <Application>Microsoft Macintosh PowerPoint</Application>
  <PresentationFormat>宽屏</PresentationFormat>
  <Paragraphs>34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27</cp:revision>
  <dcterms:created xsi:type="dcterms:W3CDTF">2026-01-10T13:10:56Z</dcterms:created>
  <dcterms:modified xsi:type="dcterms:W3CDTF">2026-01-15T08:17:06Z</dcterms:modified>
</cp:coreProperties>
</file>