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0" r:id="rId10"/>
    <p:sldId id="271" r:id="rId11"/>
    <p:sldId id="272" r:id="rId12"/>
    <p:sldId id="263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6A24"/>
    <a:srgbClr val="05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94"/>
    <p:restoredTop sz="94558"/>
  </p:normalViewPr>
  <p:slideViewPr>
    <p:cSldViewPr snapToGrid="0">
      <p:cViewPr varScale="1">
        <p:scale>
          <a:sx n="104" d="100"/>
          <a:sy n="104" d="100"/>
        </p:scale>
        <p:origin x="23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B705DB-1E07-EC4D-85A3-93F57BEE72F1}" type="doc">
      <dgm:prSet loTypeId="urn:microsoft.com/office/officeart/2005/8/layout/bProcess3" loCatId="" qsTypeId="urn:microsoft.com/office/officeart/2005/8/quickstyle/simple1" qsCatId="simple" csTypeId="urn:microsoft.com/office/officeart/2005/8/colors/accent3_2" csCatId="accent3" phldr="1"/>
      <dgm:spPr/>
    </dgm:pt>
    <dgm:pt modelId="{3D225FD0-240D-FA4C-87B0-B79BA6B105F0}">
      <dgm:prSet phldrT="[文本]"/>
      <dgm:spPr/>
      <dgm:t>
        <a:bodyPr/>
        <a:lstStyle/>
        <a:p>
          <a:r>
            <a:rPr kumimoji="1" lang="en" altLang="zh-CN" dirty="0"/>
            <a:t>{"name": "</a:t>
          </a:r>
          <a:endParaRPr lang="zh-CN" altLang="en-US" dirty="0"/>
        </a:p>
      </dgm:t>
    </dgm:pt>
    <dgm:pt modelId="{649B92CF-778F-1449-BEF8-F9815D636C80}" type="parTrans" cxnId="{90CAF0F5-0CB4-6344-BB58-395D8629A0AD}">
      <dgm:prSet/>
      <dgm:spPr/>
      <dgm:t>
        <a:bodyPr/>
        <a:lstStyle/>
        <a:p>
          <a:endParaRPr lang="zh-CN" altLang="en-US"/>
        </a:p>
      </dgm:t>
    </dgm:pt>
    <dgm:pt modelId="{5D6F43F0-8723-1E4E-A593-821DD8D072FE}" type="sibTrans" cxnId="{90CAF0F5-0CB4-6344-BB58-395D8629A0AD}">
      <dgm:prSet/>
      <dgm:spPr/>
      <dgm:t>
        <a:bodyPr/>
        <a:lstStyle/>
        <a:p>
          <a:endParaRPr lang="zh-CN" altLang="en-US"/>
        </a:p>
      </dgm:t>
    </dgm:pt>
    <dgm:pt modelId="{52D5ED06-92DD-F540-8750-593C800E59F4}">
      <dgm:prSet/>
      <dgm:spPr/>
      <dgm:t>
        <a:bodyPr/>
        <a:lstStyle/>
        <a:p>
          <a:r>
            <a:rPr kumimoji="1" lang="en" altLang="zh-CN" dirty="0"/>
            <a:t>}}</a:t>
          </a:r>
        </a:p>
      </dgm:t>
    </dgm:pt>
    <dgm:pt modelId="{49E074F3-92FD-6144-9086-E6A950AD6430}" type="parTrans" cxnId="{4FD33FBA-9A7C-C149-8D14-BF290EFC5FF6}">
      <dgm:prSet/>
      <dgm:spPr/>
      <dgm:t>
        <a:bodyPr/>
        <a:lstStyle/>
        <a:p>
          <a:endParaRPr lang="zh-CN" altLang="en-US"/>
        </a:p>
      </dgm:t>
    </dgm:pt>
    <dgm:pt modelId="{8C1CCEA3-BA61-3E49-A7C5-596155959A32}" type="sibTrans" cxnId="{4FD33FBA-9A7C-C149-8D14-BF290EFC5FF6}">
      <dgm:prSet/>
      <dgm:spPr/>
      <dgm:t>
        <a:bodyPr/>
        <a:lstStyle/>
        <a:p>
          <a:endParaRPr lang="zh-CN" altLang="en-US"/>
        </a:p>
      </dgm:t>
    </dgm:pt>
    <dgm:pt modelId="{86FFF4EE-5ED8-7C46-A677-9E13779C65D2}">
      <dgm:prSet phldrT="[文本]"/>
      <dgm:spPr>
        <a:solidFill>
          <a:srgbClr val="00B0F0"/>
        </a:solidFill>
      </dgm:spPr>
      <dgm:t>
        <a:bodyPr/>
        <a:lstStyle/>
        <a:p>
          <a:r>
            <a:rPr kumimoji="1" lang="en" altLang="zh-CN" dirty="0"/>
            <a:t>Beijing</a:t>
          </a:r>
          <a:endParaRPr lang="zh-CN" altLang="en-US" dirty="0"/>
        </a:p>
      </dgm:t>
    </dgm:pt>
    <dgm:pt modelId="{CE80A5F5-10B1-9F49-BEC8-9834A4635E1E}" type="parTrans" cxnId="{ED8DEE16-16FD-F645-A178-5AC6DF816B0F}">
      <dgm:prSet/>
      <dgm:spPr/>
      <dgm:t>
        <a:bodyPr/>
        <a:lstStyle/>
        <a:p>
          <a:endParaRPr lang="zh-CN" altLang="en-US"/>
        </a:p>
      </dgm:t>
    </dgm:pt>
    <dgm:pt modelId="{CFE5CE02-AD36-B34A-BBDE-0E4DA2394B39}" type="sibTrans" cxnId="{ED8DEE16-16FD-F645-A178-5AC6DF816B0F}">
      <dgm:prSet/>
      <dgm:spPr/>
      <dgm:t>
        <a:bodyPr/>
        <a:lstStyle/>
        <a:p>
          <a:endParaRPr lang="zh-CN" altLang="en-US"/>
        </a:p>
      </dgm:t>
    </dgm:pt>
    <dgm:pt modelId="{D77ACC7B-2D7C-CE49-827D-C61389468E0B}">
      <dgm:prSet phldrT="[文本]"/>
      <dgm:spPr/>
      <dgm:t>
        <a:bodyPr/>
        <a:lstStyle/>
        <a:p>
          <a:r>
            <a:rPr kumimoji="1" lang="en" altLang="zh-CN" dirty="0"/>
            <a:t>",</a:t>
          </a:r>
          <a:r>
            <a:rPr kumimoji="1" lang="zh-CN" altLang="en-US" dirty="0"/>
            <a:t> </a:t>
          </a:r>
          <a:r>
            <a:rPr kumimoji="1" lang="en" altLang="zh-CN" dirty="0"/>
            <a:t>"country": "</a:t>
          </a:r>
          <a:endParaRPr lang="zh-CN" altLang="en-US" dirty="0"/>
        </a:p>
      </dgm:t>
    </dgm:pt>
    <dgm:pt modelId="{E7E4BB2E-0315-B344-AB6B-24F88E3D6B5A}" type="parTrans" cxnId="{39923EEA-223E-AA40-9D96-BA0C8F1E0084}">
      <dgm:prSet/>
      <dgm:spPr/>
      <dgm:t>
        <a:bodyPr/>
        <a:lstStyle/>
        <a:p>
          <a:endParaRPr lang="zh-CN" altLang="en-US"/>
        </a:p>
      </dgm:t>
    </dgm:pt>
    <dgm:pt modelId="{FEADD46F-A28C-F74A-80FF-B606DE32B41A}" type="sibTrans" cxnId="{39923EEA-223E-AA40-9D96-BA0C8F1E0084}">
      <dgm:prSet/>
      <dgm:spPr/>
      <dgm:t>
        <a:bodyPr/>
        <a:lstStyle/>
        <a:p>
          <a:endParaRPr lang="zh-CN" altLang="en-US"/>
        </a:p>
      </dgm:t>
    </dgm:pt>
    <dgm:pt modelId="{DCE85CF5-2B9D-7D49-ABD4-5891A6884ACD}">
      <dgm:prSet phldrT="[文本]"/>
      <dgm:spPr>
        <a:solidFill>
          <a:srgbClr val="00B0F0"/>
        </a:solidFill>
      </dgm:spPr>
      <dgm:t>
        <a:bodyPr/>
        <a:lstStyle/>
        <a:p>
          <a:r>
            <a:rPr kumimoji="1" lang="en" altLang="zh-CN" dirty="0"/>
            <a:t>China</a:t>
          </a:r>
          <a:endParaRPr lang="zh-CN" altLang="en-US" dirty="0"/>
        </a:p>
      </dgm:t>
    </dgm:pt>
    <dgm:pt modelId="{FD03F99E-14E5-8E43-8DCB-AF167B811090}" type="parTrans" cxnId="{DEF732AD-C76F-FA46-82DF-23627C67F3BE}">
      <dgm:prSet/>
      <dgm:spPr/>
      <dgm:t>
        <a:bodyPr/>
        <a:lstStyle/>
        <a:p>
          <a:endParaRPr lang="zh-CN" altLang="en-US"/>
        </a:p>
      </dgm:t>
    </dgm:pt>
    <dgm:pt modelId="{C2DA13D1-63CF-304F-B653-3A2F51E0D37B}" type="sibTrans" cxnId="{DEF732AD-C76F-FA46-82DF-23627C67F3BE}">
      <dgm:prSet/>
      <dgm:spPr/>
      <dgm:t>
        <a:bodyPr/>
        <a:lstStyle/>
        <a:p>
          <a:endParaRPr lang="zh-CN" altLang="en-US"/>
        </a:p>
      </dgm:t>
    </dgm:pt>
    <dgm:pt modelId="{64587983-0066-EE4D-B219-C20AE77111A0}">
      <dgm:prSet phldrT="[文本]"/>
      <dgm:spPr/>
      <dgm:t>
        <a:bodyPr/>
        <a:lstStyle/>
        <a:p>
          <a:r>
            <a:rPr kumimoji="1" lang="en" altLang="zh-CN" dirty="0"/>
            <a:t>",</a:t>
          </a:r>
          <a:r>
            <a:rPr kumimoji="1" lang="zh-CN" altLang="en-US" dirty="0"/>
            <a:t> </a:t>
          </a:r>
          <a:r>
            <a:rPr kumimoji="1" lang="en" altLang="zh-CN" dirty="0"/>
            <a:t>"</a:t>
          </a:r>
          <a:r>
            <a:rPr kumimoji="1" lang="en" altLang="zh-CN" dirty="0" err="1"/>
            <a:t>pop_m</a:t>
          </a:r>
          <a:r>
            <a:rPr kumimoji="1" lang="en" altLang="zh-CN" dirty="0"/>
            <a:t>":</a:t>
          </a:r>
          <a:endParaRPr lang="zh-CN" altLang="en-US" dirty="0"/>
        </a:p>
      </dgm:t>
    </dgm:pt>
    <dgm:pt modelId="{B45FEBDE-EC8A-0D46-AC01-CBF5E53E0F7E}" type="parTrans" cxnId="{D6573168-8F91-8743-95DF-1129064420B7}">
      <dgm:prSet/>
      <dgm:spPr/>
      <dgm:t>
        <a:bodyPr/>
        <a:lstStyle/>
        <a:p>
          <a:endParaRPr lang="zh-CN" altLang="en-US"/>
        </a:p>
      </dgm:t>
    </dgm:pt>
    <dgm:pt modelId="{A04037D5-BE45-7141-81CE-3D8D4105AA10}" type="sibTrans" cxnId="{D6573168-8F91-8743-95DF-1129064420B7}">
      <dgm:prSet/>
      <dgm:spPr/>
      <dgm:t>
        <a:bodyPr/>
        <a:lstStyle/>
        <a:p>
          <a:endParaRPr lang="zh-CN" altLang="en-US"/>
        </a:p>
      </dgm:t>
    </dgm:pt>
    <dgm:pt modelId="{6EF1BDFC-5E75-7B41-BB54-B70BF625ABFC}">
      <dgm:prSet phldrT="[文本]"/>
      <dgm:spPr>
        <a:solidFill>
          <a:srgbClr val="00B0F0"/>
        </a:solidFill>
      </dgm:spPr>
      <dgm:t>
        <a:bodyPr/>
        <a:lstStyle/>
        <a:p>
          <a:r>
            <a:rPr kumimoji="1" lang="en" altLang="zh-CN" dirty="0"/>
            <a:t>21.9</a:t>
          </a:r>
          <a:endParaRPr lang="zh-CN" altLang="en-US" dirty="0"/>
        </a:p>
      </dgm:t>
    </dgm:pt>
    <dgm:pt modelId="{1E5DD2BE-19BB-DF47-83A7-551141E25350}" type="parTrans" cxnId="{5F0479A2-6FDC-E44C-AFB8-6B6B87C8CE81}">
      <dgm:prSet/>
      <dgm:spPr/>
      <dgm:t>
        <a:bodyPr/>
        <a:lstStyle/>
        <a:p>
          <a:endParaRPr lang="zh-CN" altLang="en-US"/>
        </a:p>
      </dgm:t>
    </dgm:pt>
    <dgm:pt modelId="{55CC1977-334E-1249-8BE2-88CDC76CB0ED}" type="sibTrans" cxnId="{5F0479A2-6FDC-E44C-AFB8-6B6B87C8CE81}">
      <dgm:prSet/>
      <dgm:spPr/>
      <dgm:t>
        <a:bodyPr/>
        <a:lstStyle/>
        <a:p>
          <a:endParaRPr lang="zh-CN" altLang="en-US"/>
        </a:p>
      </dgm:t>
    </dgm:pt>
    <dgm:pt modelId="{C4EFBAB9-E8F5-2045-B1F4-5EC050D7D078}">
      <dgm:prSet phldrT="[文本]"/>
      <dgm:spPr/>
      <dgm:t>
        <a:bodyPr/>
        <a:lstStyle/>
        <a:p>
          <a:r>
            <a:rPr kumimoji="1" lang="en" altLang="zh-CN" dirty="0"/>
            <a:t>,"coordinates": {"latitude":</a:t>
          </a:r>
          <a:endParaRPr lang="zh-CN" altLang="en-US" dirty="0"/>
        </a:p>
      </dgm:t>
    </dgm:pt>
    <dgm:pt modelId="{5E1D8BEE-CE52-D548-B7E4-876C94B47E96}" type="parTrans" cxnId="{0C52D8DA-3895-E34E-A29E-8B016F967EE3}">
      <dgm:prSet/>
      <dgm:spPr/>
      <dgm:t>
        <a:bodyPr/>
        <a:lstStyle/>
        <a:p>
          <a:endParaRPr lang="zh-CN" altLang="en-US"/>
        </a:p>
      </dgm:t>
    </dgm:pt>
    <dgm:pt modelId="{6D86D63E-D2F2-2B47-8925-C2393CAF5FC2}" type="sibTrans" cxnId="{0C52D8DA-3895-E34E-A29E-8B016F967EE3}">
      <dgm:prSet/>
      <dgm:spPr/>
      <dgm:t>
        <a:bodyPr/>
        <a:lstStyle/>
        <a:p>
          <a:endParaRPr lang="zh-CN" altLang="en-US"/>
        </a:p>
      </dgm:t>
    </dgm:pt>
    <dgm:pt modelId="{36E8FA72-31B6-734F-896F-F648F7F5CB06}">
      <dgm:prSet phldrT="[文本]"/>
      <dgm:spPr>
        <a:solidFill>
          <a:srgbClr val="00B0F0"/>
        </a:solidFill>
      </dgm:spPr>
      <dgm:t>
        <a:bodyPr/>
        <a:lstStyle/>
        <a:p>
          <a:r>
            <a:rPr kumimoji="1" lang="en" altLang="zh-CN" dirty="0"/>
            <a:t>39.9042</a:t>
          </a:r>
          <a:endParaRPr lang="zh-CN" altLang="en-US" dirty="0"/>
        </a:p>
      </dgm:t>
    </dgm:pt>
    <dgm:pt modelId="{FB555F9F-58F7-C04E-AB01-C710BD87B852}" type="parTrans" cxnId="{2090A476-47A4-634D-9315-5408172AE602}">
      <dgm:prSet/>
      <dgm:spPr/>
      <dgm:t>
        <a:bodyPr/>
        <a:lstStyle/>
        <a:p>
          <a:endParaRPr lang="zh-CN" altLang="en-US"/>
        </a:p>
      </dgm:t>
    </dgm:pt>
    <dgm:pt modelId="{603A949A-0784-A044-97EE-51B8897A03BA}" type="sibTrans" cxnId="{2090A476-47A4-634D-9315-5408172AE602}">
      <dgm:prSet/>
      <dgm:spPr/>
      <dgm:t>
        <a:bodyPr/>
        <a:lstStyle/>
        <a:p>
          <a:endParaRPr lang="zh-CN" altLang="en-US"/>
        </a:p>
      </dgm:t>
    </dgm:pt>
    <dgm:pt modelId="{7DDB8B2B-9048-804F-82BA-BA1ED88AB0BA}">
      <dgm:prSet phldrT="[文本]"/>
      <dgm:spPr/>
      <dgm:t>
        <a:bodyPr/>
        <a:lstStyle/>
        <a:p>
          <a:r>
            <a:rPr kumimoji="1" lang="en" altLang="zh-CN" dirty="0"/>
            <a:t>,</a:t>
          </a:r>
          <a:r>
            <a:rPr kumimoji="1" lang="zh-CN" altLang="en-US" dirty="0"/>
            <a:t> </a:t>
          </a:r>
          <a:r>
            <a:rPr kumimoji="1" lang="en" altLang="zh-CN" dirty="0"/>
            <a:t>"longitude":</a:t>
          </a:r>
          <a:endParaRPr lang="zh-CN" altLang="en-US" dirty="0"/>
        </a:p>
      </dgm:t>
    </dgm:pt>
    <dgm:pt modelId="{464CC582-00C2-1F4A-ABC9-AC4877F3F808}" type="parTrans" cxnId="{8DBB03DC-401F-544E-A6C4-4152E46D6161}">
      <dgm:prSet/>
      <dgm:spPr/>
      <dgm:t>
        <a:bodyPr/>
        <a:lstStyle/>
        <a:p>
          <a:endParaRPr lang="zh-CN" altLang="en-US"/>
        </a:p>
      </dgm:t>
    </dgm:pt>
    <dgm:pt modelId="{2D8FFD8E-8453-5947-A11A-ECB7943DF900}" type="sibTrans" cxnId="{8DBB03DC-401F-544E-A6C4-4152E46D6161}">
      <dgm:prSet/>
      <dgm:spPr/>
      <dgm:t>
        <a:bodyPr/>
        <a:lstStyle/>
        <a:p>
          <a:endParaRPr lang="zh-CN" altLang="en-US"/>
        </a:p>
      </dgm:t>
    </dgm:pt>
    <dgm:pt modelId="{8033EF43-54F7-C14D-9D51-E82E94644631}">
      <dgm:prSet phldrT="[文本]"/>
      <dgm:spPr>
        <a:solidFill>
          <a:srgbClr val="00B0F0"/>
        </a:solidFill>
      </dgm:spPr>
      <dgm:t>
        <a:bodyPr/>
        <a:lstStyle/>
        <a:p>
          <a:r>
            <a:rPr kumimoji="1" lang="en" altLang="zh-CN" dirty="0"/>
            <a:t>116.4074</a:t>
          </a:r>
          <a:endParaRPr lang="zh-CN" altLang="en-US" dirty="0"/>
        </a:p>
      </dgm:t>
    </dgm:pt>
    <dgm:pt modelId="{C85EB3CC-2241-704E-A73C-2F39A4E9F34A}" type="parTrans" cxnId="{49D83410-4399-D644-8EB2-61E2C1898D0D}">
      <dgm:prSet/>
      <dgm:spPr/>
      <dgm:t>
        <a:bodyPr/>
        <a:lstStyle/>
        <a:p>
          <a:endParaRPr lang="zh-CN" altLang="en-US"/>
        </a:p>
      </dgm:t>
    </dgm:pt>
    <dgm:pt modelId="{4B8FBA1E-AD2E-E647-8C81-5F646B0E54A6}" type="sibTrans" cxnId="{49D83410-4399-D644-8EB2-61E2C1898D0D}">
      <dgm:prSet/>
      <dgm:spPr/>
      <dgm:t>
        <a:bodyPr/>
        <a:lstStyle/>
        <a:p>
          <a:endParaRPr lang="zh-CN" altLang="en-US"/>
        </a:p>
      </dgm:t>
    </dgm:pt>
    <dgm:pt modelId="{4ADE7808-8498-1547-BD5A-65FFF2BFCF35}" type="pres">
      <dgm:prSet presAssocID="{08B705DB-1E07-EC4D-85A3-93F57BEE72F1}" presName="Name0" presStyleCnt="0">
        <dgm:presLayoutVars>
          <dgm:dir/>
          <dgm:resizeHandles val="exact"/>
        </dgm:presLayoutVars>
      </dgm:prSet>
      <dgm:spPr/>
    </dgm:pt>
    <dgm:pt modelId="{7F157345-C1A5-274C-9957-DBBC2D60974F}" type="pres">
      <dgm:prSet presAssocID="{3D225FD0-240D-FA4C-87B0-B79BA6B105F0}" presName="node" presStyleLbl="node1" presStyleIdx="0" presStyleCnt="11">
        <dgm:presLayoutVars>
          <dgm:bulletEnabled val="1"/>
        </dgm:presLayoutVars>
      </dgm:prSet>
      <dgm:spPr/>
    </dgm:pt>
    <dgm:pt modelId="{E97A65E3-0915-1B42-BF14-32DF59D13429}" type="pres">
      <dgm:prSet presAssocID="{5D6F43F0-8723-1E4E-A593-821DD8D072FE}" presName="sibTrans" presStyleLbl="sibTrans1D1" presStyleIdx="0" presStyleCnt="10"/>
      <dgm:spPr/>
    </dgm:pt>
    <dgm:pt modelId="{7615ED71-F3F9-3846-BD7E-423AC208F32C}" type="pres">
      <dgm:prSet presAssocID="{5D6F43F0-8723-1E4E-A593-821DD8D072FE}" presName="connectorText" presStyleLbl="sibTrans1D1" presStyleIdx="0" presStyleCnt="10"/>
      <dgm:spPr/>
    </dgm:pt>
    <dgm:pt modelId="{1C22DAC3-8D29-EC4C-8327-29FB378960CC}" type="pres">
      <dgm:prSet presAssocID="{86FFF4EE-5ED8-7C46-A677-9E13779C65D2}" presName="node" presStyleLbl="node1" presStyleIdx="1" presStyleCnt="11">
        <dgm:presLayoutVars>
          <dgm:bulletEnabled val="1"/>
        </dgm:presLayoutVars>
      </dgm:prSet>
      <dgm:spPr/>
    </dgm:pt>
    <dgm:pt modelId="{837D612E-482C-9B48-833D-CFD05393E5BC}" type="pres">
      <dgm:prSet presAssocID="{CFE5CE02-AD36-B34A-BBDE-0E4DA2394B39}" presName="sibTrans" presStyleLbl="sibTrans1D1" presStyleIdx="1" presStyleCnt="10"/>
      <dgm:spPr/>
    </dgm:pt>
    <dgm:pt modelId="{3392897B-8B08-8F48-9CC1-97DD471A456D}" type="pres">
      <dgm:prSet presAssocID="{CFE5CE02-AD36-B34A-BBDE-0E4DA2394B39}" presName="connectorText" presStyleLbl="sibTrans1D1" presStyleIdx="1" presStyleCnt="10"/>
      <dgm:spPr/>
    </dgm:pt>
    <dgm:pt modelId="{85D527B5-B997-2E41-9786-5B9BF949C965}" type="pres">
      <dgm:prSet presAssocID="{D77ACC7B-2D7C-CE49-827D-C61389468E0B}" presName="node" presStyleLbl="node1" presStyleIdx="2" presStyleCnt="11">
        <dgm:presLayoutVars>
          <dgm:bulletEnabled val="1"/>
        </dgm:presLayoutVars>
      </dgm:prSet>
      <dgm:spPr/>
    </dgm:pt>
    <dgm:pt modelId="{084356E2-2C3B-D044-9307-2E36CAF3EFA0}" type="pres">
      <dgm:prSet presAssocID="{FEADD46F-A28C-F74A-80FF-B606DE32B41A}" presName="sibTrans" presStyleLbl="sibTrans1D1" presStyleIdx="2" presStyleCnt="10"/>
      <dgm:spPr/>
    </dgm:pt>
    <dgm:pt modelId="{42C04929-20D5-FB46-A3D6-1E43009D092C}" type="pres">
      <dgm:prSet presAssocID="{FEADD46F-A28C-F74A-80FF-B606DE32B41A}" presName="connectorText" presStyleLbl="sibTrans1D1" presStyleIdx="2" presStyleCnt="10"/>
      <dgm:spPr/>
    </dgm:pt>
    <dgm:pt modelId="{E372BC9C-2CBB-CF46-9CA9-C8874297ABD3}" type="pres">
      <dgm:prSet presAssocID="{DCE85CF5-2B9D-7D49-ABD4-5891A6884ACD}" presName="node" presStyleLbl="node1" presStyleIdx="3" presStyleCnt="11">
        <dgm:presLayoutVars>
          <dgm:bulletEnabled val="1"/>
        </dgm:presLayoutVars>
      </dgm:prSet>
      <dgm:spPr/>
    </dgm:pt>
    <dgm:pt modelId="{F7572A13-E1B2-BC4D-9ED2-A987F9368AFF}" type="pres">
      <dgm:prSet presAssocID="{C2DA13D1-63CF-304F-B653-3A2F51E0D37B}" presName="sibTrans" presStyleLbl="sibTrans1D1" presStyleIdx="3" presStyleCnt="10"/>
      <dgm:spPr/>
    </dgm:pt>
    <dgm:pt modelId="{41277E04-D949-7744-86DB-64892A91BA27}" type="pres">
      <dgm:prSet presAssocID="{C2DA13D1-63CF-304F-B653-3A2F51E0D37B}" presName="connectorText" presStyleLbl="sibTrans1D1" presStyleIdx="3" presStyleCnt="10"/>
      <dgm:spPr/>
    </dgm:pt>
    <dgm:pt modelId="{C03973D7-9D4C-BE41-9C69-DCD58C47F453}" type="pres">
      <dgm:prSet presAssocID="{64587983-0066-EE4D-B219-C20AE77111A0}" presName="node" presStyleLbl="node1" presStyleIdx="4" presStyleCnt="11">
        <dgm:presLayoutVars>
          <dgm:bulletEnabled val="1"/>
        </dgm:presLayoutVars>
      </dgm:prSet>
      <dgm:spPr/>
    </dgm:pt>
    <dgm:pt modelId="{A2223329-EEBE-EA4A-A46A-5AB98EE28E29}" type="pres">
      <dgm:prSet presAssocID="{A04037D5-BE45-7141-81CE-3D8D4105AA10}" presName="sibTrans" presStyleLbl="sibTrans1D1" presStyleIdx="4" presStyleCnt="10"/>
      <dgm:spPr/>
    </dgm:pt>
    <dgm:pt modelId="{D984AAA3-0BC8-4849-8A8D-2499B23BF1D8}" type="pres">
      <dgm:prSet presAssocID="{A04037D5-BE45-7141-81CE-3D8D4105AA10}" presName="connectorText" presStyleLbl="sibTrans1D1" presStyleIdx="4" presStyleCnt="10"/>
      <dgm:spPr/>
    </dgm:pt>
    <dgm:pt modelId="{A4D03026-EE64-344C-B111-C7BB4734EE15}" type="pres">
      <dgm:prSet presAssocID="{6EF1BDFC-5E75-7B41-BB54-B70BF625ABFC}" presName="node" presStyleLbl="node1" presStyleIdx="5" presStyleCnt="11">
        <dgm:presLayoutVars>
          <dgm:bulletEnabled val="1"/>
        </dgm:presLayoutVars>
      </dgm:prSet>
      <dgm:spPr/>
    </dgm:pt>
    <dgm:pt modelId="{5B08B1FB-39D1-B244-B404-CBD129F292A1}" type="pres">
      <dgm:prSet presAssocID="{55CC1977-334E-1249-8BE2-88CDC76CB0ED}" presName="sibTrans" presStyleLbl="sibTrans1D1" presStyleIdx="5" presStyleCnt="10"/>
      <dgm:spPr/>
    </dgm:pt>
    <dgm:pt modelId="{76D427C1-EA32-F54C-B81C-E9AC16BF588F}" type="pres">
      <dgm:prSet presAssocID="{55CC1977-334E-1249-8BE2-88CDC76CB0ED}" presName="connectorText" presStyleLbl="sibTrans1D1" presStyleIdx="5" presStyleCnt="10"/>
      <dgm:spPr/>
    </dgm:pt>
    <dgm:pt modelId="{42245AF3-AD77-014A-A69C-2A5203AA3C3F}" type="pres">
      <dgm:prSet presAssocID="{C4EFBAB9-E8F5-2045-B1F4-5EC050D7D078}" presName="node" presStyleLbl="node1" presStyleIdx="6" presStyleCnt="11">
        <dgm:presLayoutVars>
          <dgm:bulletEnabled val="1"/>
        </dgm:presLayoutVars>
      </dgm:prSet>
      <dgm:spPr/>
    </dgm:pt>
    <dgm:pt modelId="{0B1309D0-A885-4B4C-A675-3DAB771E4526}" type="pres">
      <dgm:prSet presAssocID="{6D86D63E-D2F2-2B47-8925-C2393CAF5FC2}" presName="sibTrans" presStyleLbl="sibTrans1D1" presStyleIdx="6" presStyleCnt="10"/>
      <dgm:spPr/>
    </dgm:pt>
    <dgm:pt modelId="{F3A68AD3-6A41-6149-881F-EC32BD2D6BE8}" type="pres">
      <dgm:prSet presAssocID="{6D86D63E-D2F2-2B47-8925-C2393CAF5FC2}" presName="connectorText" presStyleLbl="sibTrans1D1" presStyleIdx="6" presStyleCnt="10"/>
      <dgm:spPr/>
    </dgm:pt>
    <dgm:pt modelId="{CDDBD13D-F3BF-8F44-B823-21CBBDF973A7}" type="pres">
      <dgm:prSet presAssocID="{36E8FA72-31B6-734F-896F-F648F7F5CB06}" presName="node" presStyleLbl="node1" presStyleIdx="7" presStyleCnt="11">
        <dgm:presLayoutVars>
          <dgm:bulletEnabled val="1"/>
        </dgm:presLayoutVars>
      </dgm:prSet>
      <dgm:spPr/>
    </dgm:pt>
    <dgm:pt modelId="{78DE721B-4AD5-1849-966B-F22FB86AA407}" type="pres">
      <dgm:prSet presAssocID="{603A949A-0784-A044-97EE-51B8897A03BA}" presName="sibTrans" presStyleLbl="sibTrans1D1" presStyleIdx="7" presStyleCnt="10"/>
      <dgm:spPr/>
    </dgm:pt>
    <dgm:pt modelId="{CD99BA8F-06E4-EA41-B289-003D4A091FDD}" type="pres">
      <dgm:prSet presAssocID="{603A949A-0784-A044-97EE-51B8897A03BA}" presName="connectorText" presStyleLbl="sibTrans1D1" presStyleIdx="7" presStyleCnt="10"/>
      <dgm:spPr/>
    </dgm:pt>
    <dgm:pt modelId="{2B0D990B-0898-8F43-97DD-FE8673B0814A}" type="pres">
      <dgm:prSet presAssocID="{7DDB8B2B-9048-804F-82BA-BA1ED88AB0BA}" presName="node" presStyleLbl="node1" presStyleIdx="8" presStyleCnt="11">
        <dgm:presLayoutVars>
          <dgm:bulletEnabled val="1"/>
        </dgm:presLayoutVars>
      </dgm:prSet>
      <dgm:spPr/>
    </dgm:pt>
    <dgm:pt modelId="{92EFF01B-7A69-B84C-BFE3-981C140C88D5}" type="pres">
      <dgm:prSet presAssocID="{2D8FFD8E-8453-5947-A11A-ECB7943DF900}" presName="sibTrans" presStyleLbl="sibTrans1D1" presStyleIdx="8" presStyleCnt="10"/>
      <dgm:spPr/>
    </dgm:pt>
    <dgm:pt modelId="{74C45DA8-58D3-4B48-BC34-6188988E9391}" type="pres">
      <dgm:prSet presAssocID="{2D8FFD8E-8453-5947-A11A-ECB7943DF900}" presName="connectorText" presStyleLbl="sibTrans1D1" presStyleIdx="8" presStyleCnt="10"/>
      <dgm:spPr/>
    </dgm:pt>
    <dgm:pt modelId="{16847303-7254-724A-AB28-A01AD95039AA}" type="pres">
      <dgm:prSet presAssocID="{8033EF43-54F7-C14D-9D51-E82E94644631}" presName="node" presStyleLbl="node1" presStyleIdx="9" presStyleCnt="11">
        <dgm:presLayoutVars>
          <dgm:bulletEnabled val="1"/>
        </dgm:presLayoutVars>
      </dgm:prSet>
      <dgm:spPr/>
    </dgm:pt>
    <dgm:pt modelId="{52E97F59-0E46-2D46-8D04-47023BD23EC7}" type="pres">
      <dgm:prSet presAssocID="{4B8FBA1E-AD2E-E647-8C81-5F646B0E54A6}" presName="sibTrans" presStyleLbl="sibTrans1D1" presStyleIdx="9" presStyleCnt="10"/>
      <dgm:spPr/>
    </dgm:pt>
    <dgm:pt modelId="{32619DF4-4B88-D145-A7A7-04B864193D93}" type="pres">
      <dgm:prSet presAssocID="{4B8FBA1E-AD2E-E647-8C81-5F646B0E54A6}" presName="connectorText" presStyleLbl="sibTrans1D1" presStyleIdx="9" presStyleCnt="10"/>
      <dgm:spPr/>
    </dgm:pt>
    <dgm:pt modelId="{56B87AA9-AC77-F047-BD2C-E51FB0514469}" type="pres">
      <dgm:prSet presAssocID="{52D5ED06-92DD-F540-8750-593C800E59F4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BCFDE04-0380-EA4F-8D3C-1E66B6D58454}" type="presOf" srcId="{3D225FD0-240D-FA4C-87B0-B79BA6B105F0}" destId="{7F157345-C1A5-274C-9957-DBBC2D60974F}" srcOrd="0" destOrd="0" presId="urn:microsoft.com/office/officeart/2005/8/layout/bProcess3"/>
    <dgm:cxn modelId="{08781606-E1E2-C747-A7E6-722E04B92997}" type="presOf" srcId="{36E8FA72-31B6-734F-896F-F648F7F5CB06}" destId="{CDDBD13D-F3BF-8F44-B823-21CBBDF973A7}" srcOrd="0" destOrd="0" presId="urn:microsoft.com/office/officeart/2005/8/layout/bProcess3"/>
    <dgm:cxn modelId="{85917109-E1AF-0147-B122-ED792FFC51A8}" type="presOf" srcId="{4B8FBA1E-AD2E-E647-8C81-5F646B0E54A6}" destId="{52E97F59-0E46-2D46-8D04-47023BD23EC7}" srcOrd="0" destOrd="0" presId="urn:microsoft.com/office/officeart/2005/8/layout/bProcess3"/>
    <dgm:cxn modelId="{49D83410-4399-D644-8EB2-61E2C1898D0D}" srcId="{08B705DB-1E07-EC4D-85A3-93F57BEE72F1}" destId="{8033EF43-54F7-C14D-9D51-E82E94644631}" srcOrd="9" destOrd="0" parTransId="{C85EB3CC-2241-704E-A73C-2F39A4E9F34A}" sibTransId="{4B8FBA1E-AD2E-E647-8C81-5F646B0E54A6}"/>
    <dgm:cxn modelId="{BFEBA012-9501-4744-B6B9-4F2CD900410F}" type="presOf" srcId="{DCE85CF5-2B9D-7D49-ABD4-5891A6884ACD}" destId="{E372BC9C-2CBB-CF46-9CA9-C8874297ABD3}" srcOrd="0" destOrd="0" presId="urn:microsoft.com/office/officeart/2005/8/layout/bProcess3"/>
    <dgm:cxn modelId="{ED8DEE16-16FD-F645-A178-5AC6DF816B0F}" srcId="{08B705DB-1E07-EC4D-85A3-93F57BEE72F1}" destId="{86FFF4EE-5ED8-7C46-A677-9E13779C65D2}" srcOrd="1" destOrd="0" parTransId="{CE80A5F5-10B1-9F49-BEC8-9834A4635E1E}" sibTransId="{CFE5CE02-AD36-B34A-BBDE-0E4DA2394B39}"/>
    <dgm:cxn modelId="{C53DF532-7B7B-BD47-91E6-B0FF075F1215}" type="presOf" srcId="{08B705DB-1E07-EC4D-85A3-93F57BEE72F1}" destId="{4ADE7808-8498-1547-BD5A-65FFF2BFCF35}" srcOrd="0" destOrd="0" presId="urn:microsoft.com/office/officeart/2005/8/layout/bProcess3"/>
    <dgm:cxn modelId="{7A38B333-AF83-7742-A818-224D705DED5C}" type="presOf" srcId="{2D8FFD8E-8453-5947-A11A-ECB7943DF900}" destId="{74C45DA8-58D3-4B48-BC34-6188988E9391}" srcOrd="1" destOrd="0" presId="urn:microsoft.com/office/officeart/2005/8/layout/bProcess3"/>
    <dgm:cxn modelId="{A9C0AD40-123B-F545-9811-BFBBBC6412A9}" type="presOf" srcId="{6D86D63E-D2F2-2B47-8925-C2393CAF5FC2}" destId="{F3A68AD3-6A41-6149-881F-EC32BD2D6BE8}" srcOrd="1" destOrd="0" presId="urn:microsoft.com/office/officeart/2005/8/layout/bProcess3"/>
    <dgm:cxn modelId="{C51C6E44-64F4-2540-89C1-44BC4AAFAA55}" type="presOf" srcId="{FEADD46F-A28C-F74A-80FF-B606DE32B41A}" destId="{42C04929-20D5-FB46-A3D6-1E43009D092C}" srcOrd="1" destOrd="0" presId="urn:microsoft.com/office/officeart/2005/8/layout/bProcess3"/>
    <dgm:cxn modelId="{4113CE4E-CE3B-BC4E-BF2D-CFDEC81A6308}" type="presOf" srcId="{7DDB8B2B-9048-804F-82BA-BA1ED88AB0BA}" destId="{2B0D990B-0898-8F43-97DD-FE8673B0814A}" srcOrd="0" destOrd="0" presId="urn:microsoft.com/office/officeart/2005/8/layout/bProcess3"/>
    <dgm:cxn modelId="{B670FA4F-898C-6649-AC57-65CAB592A54E}" type="presOf" srcId="{C2DA13D1-63CF-304F-B653-3A2F51E0D37B}" destId="{41277E04-D949-7744-86DB-64892A91BA27}" srcOrd="1" destOrd="0" presId="urn:microsoft.com/office/officeart/2005/8/layout/bProcess3"/>
    <dgm:cxn modelId="{94ECFA54-2D72-A842-B733-C5754DE24486}" type="presOf" srcId="{603A949A-0784-A044-97EE-51B8897A03BA}" destId="{CD99BA8F-06E4-EA41-B289-003D4A091FDD}" srcOrd="1" destOrd="0" presId="urn:microsoft.com/office/officeart/2005/8/layout/bProcess3"/>
    <dgm:cxn modelId="{F1769256-5485-6741-89D1-F6BD2597C869}" type="presOf" srcId="{55CC1977-334E-1249-8BE2-88CDC76CB0ED}" destId="{5B08B1FB-39D1-B244-B404-CBD129F292A1}" srcOrd="0" destOrd="0" presId="urn:microsoft.com/office/officeart/2005/8/layout/bProcess3"/>
    <dgm:cxn modelId="{26C6135E-3486-EC4E-9456-F9A2F6C9F9B7}" type="presOf" srcId="{A04037D5-BE45-7141-81CE-3D8D4105AA10}" destId="{A2223329-EEBE-EA4A-A46A-5AB98EE28E29}" srcOrd="0" destOrd="0" presId="urn:microsoft.com/office/officeart/2005/8/layout/bProcess3"/>
    <dgm:cxn modelId="{D6573168-8F91-8743-95DF-1129064420B7}" srcId="{08B705DB-1E07-EC4D-85A3-93F57BEE72F1}" destId="{64587983-0066-EE4D-B219-C20AE77111A0}" srcOrd="4" destOrd="0" parTransId="{B45FEBDE-EC8A-0D46-AC01-CBF5E53E0F7E}" sibTransId="{A04037D5-BE45-7141-81CE-3D8D4105AA10}"/>
    <dgm:cxn modelId="{5F3D356A-276A-F942-BA30-DE5F47103003}" type="presOf" srcId="{86FFF4EE-5ED8-7C46-A677-9E13779C65D2}" destId="{1C22DAC3-8D29-EC4C-8327-29FB378960CC}" srcOrd="0" destOrd="0" presId="urn:microsoft.com/office/officeart/2005/8/layout/bProcess3"/>
    <dgm:cxn modelId="{3E15F76B-A5A6-074D-BE07-D8CF73DA10DE}" type="presOf" srcId="{D77ACC7B-2D7C-CE49-827D-C61389468E0B}" destId="{85D527B5-B997-2E41-9786-5B9BF949C965}" srcOrd="0" destOrd="0" presId="urn:microsoft.com/office/officeart/2005/8/layout/bProcess3"/>
    <dgm:cxn modelId="{11CF666E-18C5-7A4E-8F63-580E2A2EA6BD}" type="presOf" srcId="{CFE5CE02-AD36-B34A-BBDE-0E4DA2394B39}" destId="{837D612E-482C-9B48-833D-CFD05393E5BC}" srcOrd="0" destOrd="0" presId="urn:microsoft.com/office/officeart/2005/8/layout/bProcess3"/>
    <dgm:cxn modelId="{2090A476-47A4-634D-9315-5408172AE602}" srcId="{08B705DB-1E07-EC4D-85A3-93F57BEE72F1}" destId="{36E8FA72-31B6-734F-896F-F648F7F5CB06}" srcOrd="7" destOrd="0" parTransId="{FB555F9F-58F7-C04E-AB01-C710BD87B852}" sibTransId="{603A949A-0784-A044-97EE-51B8897A03BA}"/>
    <dgm:cxn modelId="{A24CED7C-44A4-9F46-9601-473FC048532D}" type="presOf" srcId="{6EF1BDFC-5E75-7B41-BB54-B70BF625ABFC}" destId="{A4D03026-EE64-344C-B111-C7BB4734EE15}" srcOrd="0" destOrd="0" presId="urn:microsoft.com/office/officeart/2005/8/layout/bProcess3"/>
    <dgm:cxn modelId="{0C996B88-1DDE-054A-88FA-68E907AD13C7}" type="presOf" srcId="{C2DA13D1-63CF-304F-B653-3A2F51E0D37B}" destId="{F7572A13-E1B2-BC4D-9ED2-A987F9368AFF}" srcOrd="0" destOrd="0" presId="urn:microsoft.com/office/officeart/2005/8/layout/bProcess3"/>
    <dgm:cxn modelId="{45449B88-4301-9E47-A55F-4AFC8FAD17A5}" type="presOf" srcId="{64587983-0066-EE4D-B219-C20AE77111A0}" destId="{C03973D7-9D4C-BE41-9C69-DCD58C47F453}" srcOrd="0" destOrd="0" presId="urn:microsoft.com/office/officeart/2005/8/layout/bProcess3"/>
    <dgm:cxn modelId="{0F61B188-F06E-E243-94DE-28923551CB7E}" type="presOf" srcId="{2D8FFD8E-8453-5947-A11A-ECB7943DF900}" destId="{92EFF01B-7A69-B84C-BFE3-981C140C88D5}" srcOrd="0" destOrd="0" presId="urn:microsoft.com/office/officeart/2005/8/layout/bProcess3"/>
    <dgm:cxn modelId="{95CD9289-5513-C54D-8C3A-105037F61B56}" type="presOf" srcId="{5D6F43F0-8723-1E4E-A593-821DD8D072FE}" destId="{7615ED71-F3F9-3846-BD7E-423AC208F32C}" srcOrd="1" destOrd="0" presId="urn:microsoft.com/office/officeart/2005/8/layout/bProcess3"/>
    <dgm:cxn modelId="{6DFF4394-27C7-EA48-9CF2-86E827CFBB8F}" type="presOf" srcId="{CFE5CE02-AD36-B34A-BBDE-0E4DA2394B39}" destId="{3392897B-8B08-8F48-9CC1-97DD471A456D}" srcOrd="1" destOrd="0" presId="urn:microsoft.com/office/officeart/2005/8/layout/bProcess3"/>
    <dgm:cxn modelId="{39F9C097-87B1-3E42-9908-EDE8A7F8C1A1}" type="presOf" srcId="{A04037D5-BE45-7141-81CE-3D8D4105AA10}" destId="{D984AAA3-0BC8-4849-8A8D-2499B23BF1D8}" srcOrd="1" destOrd="0" presId="urn:microsoft.com/office/officeart/2005/8/layout/bProcess3"/>
    <dgm:cxn modelId="{5F0479A2-6FDC-E44C-AFB8-6B6B87C8CE81}" srcId="{08B705DB-1E07-EC4D-85A3-93F57BEE72F1}" destId="{6EF1BDFC-5E75-7B41-BB54-B70BF625ABFC}" srcOrd="5" destOrd="0" parTransId="{1E5DD2BE-19BB-DF47-83A7-551141E25350}" sibTransId="{55CC1977-334E-1249-8BE2-88CDC76CB0ED}"/>
    <dgm:cxn modelId="{FF57EEA7-8CB2-4F45-B897-510E97365069}" type="presOf" srcId="{8033EF43-54F7-C14D-9D51-E82E94644631}" destId="{16847303-7254-724A-AB28-A01AD95039AA}" srcOrd="0" destOrd="0" presId="urn:microsoft.com/office/officeart/2005/8/layout/bProcess3"/>
    <dgm:cxn modelId="{DEF732AD-C76F-FA46-82DF-23627C67F3BE}" srcId="{08B705DB-1E07-EC4D-85A3-93F57BEE72F1}" destId="{DCE85CF5-2B9D-7D49-ABD4-5891A6884ACD}" srcOrd="3" destOrd="0" parTransId="{FD03F99E-14E5-8E43-8DCB-AF167B811090}" sibTransId="{C2DA13D1-63CF-304F-B653-3A2F51E0D37B}"/>
    <dgm:cxn modelId="{85D70BB4-FA2C-9349-A800-BB1E2A5353C8}" type="presOf" srcId="{FEADD46F-A28C-F74A-80FF-B606DE32B41A}" destId="{084356E2-2C3B-D044-9307-2E36CAF3EFA0}" srcOrd="0" destOrd="0" presId="urn:microsoft.com/office/officeart/2005/8/layout/bProcess3"/>
    <dgm:cxn modelId="{D15A98B7-D8F8-894F-B064-B8A76B0397E7}" type="presOf" srcId="{55CC1977-334E-1249-8BE2-88CDC76CB0ED}" destId="{76D427C1-EA32-F54C-B81C-E9AC16BF588F}" srcOrd="1" destOrd="0" presId="urn:microsoft.com/office/officeart/2005/8/layout/bProcess3"/>
    <dgm:cxn modelId="{4FD33FBA-9A7C-C149-8D14-BF290EFC5FF6}" srcId="{08B705DB-1E07-EC4D-85A3-93F57BEE72F1}" destId="{52D5ED06-92DD-F540-8750-593C800E59F4}" srcOrd="10" destOrd="0" parTransId="{49E074F3-92FD-6144-9086-E6A950AD6430}" sibTransId="{8C1CCEA3-BA61-3E49-A7C5-596155959A32}"/>
    <dgm:cxn modelId="{7CBA6ABD-96D8-9844-B57E-10516CABB6CA}" type="presOf" srcId="{4B8FBA1E-AD2E-E647-8C81-5F646B0E54A6}" destId="{32619DF4-4B88-D145-A7A7-04B864193D93}" srcOrd="1" destOrd="0" presId="urn:microsoft.com/office/officeart/2005/8/layout/bProcess3"/>
    <dgm:cxn modelId="{B9F1A2BD-0516-DB48-BA9A-76D488AB18AF}" type="presOf" srcId="{6D86D63E-D2F2-2B47-8925-C2393CAF5FC2}" destId="{0B1309D0-A885-4B4C-A675-3DAB771E4526}" srcOrd="0" destOrd="0" presId="urn:microsoft.com/office/officeart/2005/8/layout/bProcess3"/>
    <dgm:cxn modelId="{0C52D8DA-3895-E34E-A29E-8B016F967EE3}" srcId="{08B705DB-1E07-EC4D-85A3-93F57BEE72F1}" destId="{C4EFBAB9-E8F5-2045-B1F4-5EC050D7D078}" srcOrd="6" destOrd="0" parTransId="{5E1D8BEE-CE52-D548-B7E4-876C94B47E96}" sibTransId="{6D86D63E-D2F2-2B47-8925-C2393CAF5FC2}"/>
    <dgm:cxn modelId="{8DBB03DC-401F-544E-A6C4-4152E46D6161}" srcId="{08B705DB-1E07-EC4D-85A3-93F57BEE72F1}" destId="{7DDB8B2B-9048-804F-82BA-BA1ED88AB0BA}" srcOrd="8" destOrd="0" parTransId="{464CC582-00C2-1F4A-ABC9-AC4877F3F808}" sibTransId="{2D8FFD8E-8453-5947-A11A-ECB7943DF900}"/>
    <dgm:cxn modelId="{FFC12EDC-C557-C443-9D85-BAC31BE39762}" type="presOf" srcId="{5D6F43F0-8723-1E4E-A593-821DD8D072FE}" destId="{E97A65E3-0915-1B42-BF14-32DF59D13429}" srcOrd="0" destOrd="0" presId="urn:microsoft.com/office/officeart/2005/8/layout/bProcess3"/>
    <dgm:cxn modelId="{39923EEA-223E-AA40-9D96-BA0C8F1E0084}" srcId="{08B705DB-1E07-EC4D-85A3-93F57BEE72F1}" destId="{D77ACC7B-2D7C-CE49-827D-C61389468E0B}" srcOrd="2" destOrd="0" parTransId="{E7E4BB2E-0315-B344-AB6B-24F88E3D6B5A}" sibTransId="{FEADD46F-A28C-F74A-80FF-B606DE32B41A}"/>
    <dgm:cxn modelId="{9A81C3EB-F24E-134E-8F56-E4D7AA218C13}" type="presOf" srcId="{603A949A-0784-A044-97EE-51B8897A03BA}" destId="{78DE721B-4AD5-1849-966B-F22FB86AA407}" srcOrd="0" destOrd="0" presId="urn:microsoft.com/office/officeart/2005/8/layout/bProcess3"/>
    <dgm:cxn modelId="{CD27A9F1-5F0C-6944-8C0A-0A1DCBC15AC8}" type="presOf" srcId="{52D5ED06-92DD-F540-8750-593C800E59F4}" destId="{56B87AA9-AC77-F047-BD2C-E51FB0514469}" srcOrd="0" destOrd="0" presId="urn:microsoft.com/office/officeart/2005/8/layout/bProcess3"/>
    <dgm:cxn modelId="{90CAF0F5-0CB4-6344-BB58-395D8629A0AD}" srcId="{08B705DB-1E07-EC4D-85A3-93F57BEE72F1}" destId="{3D225FD0-240D-FA4C-87B0-B79BA6B105F0}" srcOrd="0" destOrd="0" parTransId="{649B92CF-778F-1449-BEF8-F9815D636C80}" sibTransId="{5D6F43F0-8723-1E4E-A593-821DD8D072FE}"/>
    <dgm:cxn modelId="{196209F8-51C6-344F-9B69-1410E85AFBE0}" type="presOf" srcId="{C4EFBAB9-E8F5-2045-B1F4-5EC050D7D078}" destId="{42245AF3-AD77-014A-A69C-2A5203AA3C3F}" srcOrd="0" destOrd="0" presId="urn:microsoft.com/office/officeart/2005/8/layout/bProcess3"/>
    <dgm:cxn modelId="{CBC581A0-4734-034C-8A96-F69CCB3325D5}" type="presParOf" srcId="{4ADE7808-8498-1547-BD5A-65FFF2BFCF35}" destId="{7F157345-C1A5-274C-9957-DBBC2D60974F}" srcOrd="0" destOrd="0" presId="urn:microsoft.com/office/officeart/2005/8/layout/bProcess3"/>
    <dgm:cxn modelId="{43405969-951A-DF4A-8BA6-98BB6943794A}" type="presParOf" srcId="{4ADE7808-8498-1547-BD5A-65FFF2BFCF35}" destId="{E97A65E3-0915-1B42-BF14-32DF59D13429}" srcOrd="1" destOrd="0" presId="urn:microsoft.com/office/officeart/2005/8/layout/bProcess3"/>
    <dgm:cxn modelId="{E4A41F66-58E7-A245-BED7-2DEBC48D5BFF}" type="presParOf" srcId="{E97A65E3-0915-1B42-BF14-32DF59D13429}" destId="{7615ED71-F3F9-3846-BD7E-423AC208F32C}" srcOrd="0" destOrd="0" presId="urn:microsoft.com/office/officeart/2005/8/layout/bProcess3"/>
    <dgm:cxn modelId="{6A368402-0E33-4A43-88D6-35DB2A5D375B}" type="presParOf" srcId="{4ADE7808-8498-1547-BD5A-65FFF2BFCF35}" destId="{1C22DAC3-8D29-EC4C-8327-29FB378960CC}" srcOrd="2" destOrd="0" presId="urn:microsoft.com/office/officeart/2005/8/layout/bProcess3"/>
    <dgm:cxn modelId="{29E46924-36D0-9D4F-B6C2-8976A954DB33}" type="presParOf" srcId="{4ADE7808-8498-1547-BD5A-65FFF2BFCF35}" destId="{837D612E-482C-9B48-833D-CFD05393E5BC}" srcOrd="3" destOrd="0" presId="urn:microsoft.com/office/officeart/2005/8/layout/bProcess3"/>
    <dgm:cxn modelId="{FFC4C9C8-7A32-484A-8AEC-33F1CEF33B57}" type="presParOf" srcId="{837D612E-482C-9B48-833D-CFD05393E5BC}" destId="{3392897B-8B08-8F48-9CC1-97DD471A456D}" srcOrd="0" destOrd="0" presId="urn:microsoft.com/office/officeart/2005/8/layout/bProcess3"/>
    <dgm:cxn modelId="{03CCC470-7A86-6E43-97E4-7CCF4F65B6BB}" type="presParOf" srcId="{4ADE7808-8498-1547-BD5A-65FFF2BFCF35}" destId="{85D527B5-B997-2E41-9786-5B9BF949C965}" srcOrd="4" destOrd="0" presId="urn:microsoft.com/office/officeart/2005/8/layout/bProcess3"/>
    <dgm:cxn modelId="{6CB67A8E-3F2E-CB4A-B4AD-22B8786977CF}" type="presParOf" srcId="{4ADE7808-8498-1547-BD5A-65FFF2BFCF35}" destId="{084356E2-2C3B-D044-9307-2E36CAF3EFA0}" srcOrd="5" destOrd="0" presId="urn:microsoft.com/office/officeart/2005/8/layout/bProcess3"/>
    <dgm:cxn modelId="{0092C25A-86EB-4D45-BC07-274A9FDF4214}" type="presParOf" srcId="{084356E2-2C3B-D044-9307-2E36CAF3EFA0}" destId="{42C04929-20D5-FB46-A3D6-1E43009D092C}" srcOrd="0" destOrd="0" presId="urn:microsoft.com/office/officeart/2005/8/layout/bProcess3"/>
    <dgm:cxn modelId="{74FC4193-A6F8-4548-A4A6-B2523AD92829}" type="presParOf" srcId="{4ADE7808-8498-1547-BD5A-65FFF2BFCF35}" destId="{E372BC9C-2CBB-CF46-9CA9-C8874297ABD3}" srcOrd="6" destOrd="0" presId="urn:microsoft.com/office/officeart/2005/8/layout/bProcess3"/>
    <dgm:cxn modelId="{34C546F0-8EAF-A94B-BB23-DB5C6E24E49C}" type="presParOf" srcId="{4ADE7808-8498-1547-BD5A-65FFF2BFCF35}" destId="{F7572A13-E1B2-BC4D-9ED2-A987F9368AFF}" srcOrd="7" destOrd="0" presId="urn:microsoft.com/office/officeart/2005/8/layout/bProcess3"/>
    <dgm:cxn modelId="{B34BD7FB-23DA-3746-A534-684D5A5DE296}" type="presParOf" srcId="{F7572A13-E1B2-BC4D-9ED2-A987F9368AFF}" destId="{41277E04-D949-7744-86DB-64892A91BA27}" srcOrd="0" destOrd="0" presId="urn:microsoft.com/office/officeart/2005/8/layout/bProcess3"/>
    <dgm:cxn modelId="{C47FC1A7-9BCB-034B-9567-3111D2A719F7}" type="presParOf" srcId="{4ADE7808-8498-1547-BD5A-65FFF2BFCF35}" destId="{C03973D7-9D4C-BE41-9C69-DCD58C47F453}" srcOrd="8" destOrd="0" presId="urn:microsoft.com/office/officeart/2005/8/layout/bProcess3"/>
    <dgm:cxn modelId="{3356858F-A41A-364E-BFEC-053ADA83E196}" type="presParOf" srcId="{4ADE7808-8498-1547-BD5A-65FFF2BFCF35}" destId="{A2223329-EEBE-EA4A-A46A-5AB98EE28E29}" srcOrd="9" destOrd="0" presId="urn:microsoft.com/office/officeart/2005/8/layout/bProcess3"/>
    <dgm:cxn modelId="{5EFD76B8-3CF0-1246-AF95-B8AC48917D9B}" type="presParOf" srcId="{A2223329-EEBE-EA4A-A46A-5AB98EE28E29}" destId="{D984AAA3-0BC8-4849-8A8D-2499B23BF1D8}" srcOrd="0" destOrd="0" presId="urn:microsoft.com/office/officeart/2005/8/layout/bProcess3"/>
    <dgm:cxn modelId="{06A6D49F-4EE6-3B4F-9C79-861977412D82}" type="presParOf" srcId="{4ADE7808-8498-1547-BD5A-65FFF2BFCF35}" destId="{A4D03026-EE64-344C-B111-C7BB4734EE15}" srcOrd="10" destOrd="0" presId="urn:microsoft.com/office/officeart/2005/8/layout/bProcess3"/>
    <dgm:cxn modelId="{4B4F06C8-5E3F-7A4F-A792-B22D39A7E677}" type="presParOf" srcId="{4ADE7808-8498-1547-BD5A-65FFF2BFCF35}" destId="{5B08B1FB-39D1-B244-B404-CBD129F292A1}" srcOrd="11" destOrd="0" presId="urn:microsoft.com/office/officeart/2005/8/layout/bProcess3"/>
    <dgm:cxn modelId="{0FB6FAFD-AB17-0D4C-B457-2949A85D59D4}" type="presParOf" srcId="{5B08B1FB-39D1-B244-B404-CBD129F292A1}" destId="{76D427C1-EA32-F54C-B81C-E9AC16BF588F}" srcOrd="0" destOrd="0" presId="urn:microsoft.com/office/officeart/2005/8/layout/bProcess3"/>
    <dgm:cxn modelId="{2333DDA0-D922-1845-80C2-9D91CCA740E3}" type="presParOf" srcId="{4ADE7808-8498-1547-BD5A-65FFF2BFCF35}" destId="{42245AF3-AD77-014A-A69C-2A5203AA3C3F}" srcOrd="12" destOrd="0" presId="urn:microsoft.com/office/officeart/2005/8/layout/bProcess3"/>
    <dgm:cxn modelId="{4EE2099B-08FA-1448-A66A-F8F7BC841FD3}" type="presParOf" srcId="{4ADE7808-8498-1547-BD5A-65FFF2BFCF35}" destId="{0B1309D0-A885-4B4C-A675-3DAB771E4526}" srcOrd="13" destOrd="0" presId="urn:microsoft.com/office/officeart/2005/8/layout/bProcess3"/>
    <dgm:cxn modelId="{C8194FE0-F873-9B4E-A0B7-6B70B3DA144B}" type="presParOf" srcId="{0B1309D0-A885-4B4C-A675-3DAB771E4526}" destId="{F3A68AD3-6A41-6149-881F-EC32BD2D6BE8}" srcOrd="0" destOrd="0" presId="urn:microsoft.com/office/officeart/2005/8/layout/bProcess3"/>
    <dgm:cxn modelId="{5B73A8A4-E23C-6841-BF80-6BDF84FEE427}" type="presParOf" srcId="{4ADE7808-8498-1547-BD5A-65FFF2BFCF35}" destId="{CDDBD13D-F3BF-8F44-B823-21CBBDF973A7}" srcOrd="14" destOrd="0" presId="urn:microsoft.com/office/officeart/2005/8/layout/bProcess3"/>
    <dgm:cxn modelId="{BD07671D-EC1D-9C4B-82F8-0D8F3C025567}" type="presParOf" srcId="{4ADE7808-8498-1547-BD5A-65FFF2BFCF35}" destId="{78DE721B-4AD5-1849-966B-F22FB86AA407}" srcOrd="15" destOrd="0" presId="urn:microsoft.com/office/officeart/2005/8/layout/bProcess3"/>
    <dgm:cxn modelId="{6E1CFDCF-4CA3-C444-822D-3C5FF623C011}" type="presParOf" srcId="{78DE721B-4AD5-1849-966B-F22FB86AA407}" destId="{CD99BA8F-06E4-EA41-B289-003D4A091FDD}" srcOrd="0" destOrd="0" presId="urn:microsoft.com/office/officeart/2005/8/layout/bProcess3"/>
    <dgm:cxn modelId="{522285B1-D1A0-8F47-BBE5-3B31AF5057A6}" type="presParOf" srcId="{4ADE7808-8498-1547-BD5A-65FFF2BFCF35}" destId="{2B0D990B-0898-8F43-97DD-FE8673B0814A}" srcOrd="16" destOrd="0" presId="urn:microsoft.com/office/officeart/2005/8/layout/bProcess3"/>
    <dgm:cxn modelId="{42FE120F-67E3-B943-8EED-EC4FDAE9D435}" type="presParOf" srcId="{4ADE7808-8498-1547-BD5A-65FFF2BFCF35}" destId="{92EFF01B-7A69-B84C-BFE3-981C140C88D5}" srcOrd="17" destOrd="0" presId="urn:microsoft.com/office/officeart/2005/8/layout/bProcess3"/>
    <dgm:cxn modelId="{FECCC852-8E1E-0D40-AB40-22D024F74A81}" type="presParOf" srcId="{92EFF01B-7A69-B84C-BFE3-981C140C88D5}" destId="{74C45DA8-58D3-4B48-BC34-6188988E9391}" srcOrd="0" destOrd="0" presId="urn:microsoft.com/office/officeart/2005/8/layout/bProcess3"/>
    <dgm:cxn modelId="{EC4DC719-EF5F-6B49-9C1F-0D6662B73225}" type="presParOf" srcId="{4ADE7808-8498-1547-BD5A-65FFF2BFCF35}" destId="{16847303-7254-724A-AB28-A01AD95039AA}" srcOrd="18" destOrd="0" presId="urn:microsoft.com/office/officeart/2005/8/layout/bProcess3"/>
    <dgm:cxn modelId="{57E56D40-A6A9-1442-9358-042F1B8D52F0}" type="presParOf" srcId="{4ADE7808-8498-1547-BD5A-65FFF2BFCF35}" destId="{52E97F59-0E46-2D46-8D04-47023BD23EC7}" srcOrd="19" destOrd="0" presId="urn:microsoft.com/office/officeart/2005/8/layout/bProcess3"/>
    <dgm:cxn modelId="{3EDEC363-6748-9843-BCBE-060B0E338F1E}" type="presParOf" srcId="{52E97F59-0E46-2D46-8D04-47023BD23EC7}" destId="{32619DF4-4B88-D145-A7A7-04B864193D93}" srcOrd="0" destOrd="0" presId="urn:microsoft.com/office/officeart/2005/8/layout/bProcess3"/>
    <dgm:cxn modelId="{53D2753D-6E8A-D24E-997F-D7519DB3BDBB}" type="presParOf" srcId="{4ADE7808-8498-1547-BD5A-65FFF2BFCF35}" destId="{56B87AA9-AC77-F047-BD2C-E51FB0514469}" srcOrd="2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5BF750-4123-724D-A620-12A4FE2F7723}" type="doc">
      <dgm:prSet loTypeId="urn:microsoft.com/office/officeart/2005/8/layout/process1" loCatId="" qsTypeId="urn:microsoft.com/office/officeart/2005/8/quickstyle/simple1" qsCatId="simple" csTypeId="urn:microsoft.com/office/officeart/2005/8/colors/accent2_2" csCatId="accent2" phldr="1"/>
      <dgm:spPr/>
    </dgm:pt>
    <dgm:pt modelId="{1FC31559-A516-9440-9FD1-D1DBB587FC40}">
      <dgm:prSet phldrT="[文本]"/>
      <dgm:spPr/>
      <dgm:t>
        <a:bodyPr/>
        <a:lstStyle/>
        <a:p>
          <a:pPr>
            <a:buNone/>
          </a:pPr>
          <a:r>
            <a:rPr lang="zh-CN" altLang="en-US" b="0" dirty="0"/>
            <a:t>中文增强</a:t>
          </a:r>
          <a:endParaRPr lang="zh-CN" altLang="en-US" dirty="0"/>
        </a:p>
      </dgm:t>
    </dgm:pt>
    <dgm:pt modelId="{044BB9FB-F247-E345-A443-FCC7D559054C}" type="parTrans" cxnId="{564A1B3B-4745-6A44-97FC-E7D55A345F62}">
      <dgm:prSet/>
      <dgm:spPr/>
      <dgm:t>
        <a:bodyPr/>
        <a:lstStyle/>
        <a:p>
          <a:endParaRPr lang="zh-CN" altLang="en-US"/>
        </a:p>
      </dgm:t>
    </dgm:pt>
    <dgm:pt modelId="{8BAB918A-D3D0-0F4E-9432-27451AD2CCA1}" type="sibTrans" cxnId="{564A1B3B-4745-6A44-97FC-E7D55A345F62}">
      <dgm:prSet/>
      <dgm:spPr/>
      <dgm:t>
        <a:bodyPr/>
        <a:lstStyle/>
        <a:p>
          <a:endParaRPr lang="zh-CN" altLang="en-US"/>
        </a:p>
      </dgm:t>
    </dgm:pt>
    <dgm:pt modelId="{D0641B88-A9FD-7943-BB1C-D33DA39325CF}">
      <dgm:prSet phldrT="[文本]"/>
      <dgm:spPr/>
      <dgm:t>
        <a:bodyPr/>
        <a:lstStyle/>
        <a:p>
          <a:r>
            <a:rPr lang="zh-CN" altLang="en-US" dirty="0"/>
            <a:t>通用 </a:t>
          </a:r>
          <a:r>
            <a:rPr lang="en-US" altLang="zh-CN" dirty="0"/>
            <a:t>SFT</a:t>
          </a:r>
          <a:endParaRPr lang="zh-CN" altLang="en-US" dirty="0"/>
        </a:p>
      </dgm:t>
    </dgm:pt>
    <dgm:pt modelId="{330DCF4D-FEA1-C144-A824-56284CAA16F1}" type="parTrans" cxnId="{7257CBCA-0302-EB4B-9EB2-A17EBB02EFCF}">
      <dgm:prSet/>
      <dgm:spPr/>
      <dgm:t>
        <a:bodyPr/>
        <a:lstStyle/>
        <a:p>
          <a:endParaRPr lang="zh-CN" altLang="en-US"/>
        </a:p>
      </dgm:t>
    </dgm:pt>
    <dgm:pt modelId="{F555F7EF-CB68-C044-9D01-725111942676}" type="sibTrans" cxnId="{7257CBCA-0302-EB4B-9EB2-A17EBB02EFCF}">
      <dgm:prSet/>
      <dgm:spPr/>
      <dgm:t>
        <a:bodyPr/>
        <a:lstStyle/>
        <a:p>
          <a:endParaRPr lang="zh-CN" altLang="en-US"/>
        </a:p>
      </dgm:t>
    </dgm:pt>
    <dgm:pt modelId="{F3B94FCD-1FFC-C44E-9CFA-E58FF0B6F138}">
      <dgm:prSet phldrT="[文本]"/>
      <dgm:spPr/>
      <dgm:t>
        <a:bodyPr/>
        <a:lstStyle/>
        <a:p>
          <a:r>
            <a:rPr lang="zh-CN" altLang="en-US" dirty="0"/>
            <a:t>垂直领域 </a:t>
          </a:r>
          <a:r>
            <a:rPr lang="en-US" altLang="zh-CN" dirty="0"/>
            <a:t>SFT</a:t>
          </a:r>
          <a:endParaRPr lang="zh-CN" altLang="en-US" dirty="0"/>
        </a:p>
      </dgm:t>
    </dgm:pt>
    <dgm:pt modelId="{7DEB8743-8497-024F-A4C2-2590D72DFBEC}" type="parTrans" cxnId="{4167A34A-CBAC-054E-B122-8B497DC4C9EA}">
      <dgm:prSet/>
      <dgm:spPr/>
      <dgm:t>
        <a:bodyPr/>
        <a:lstStyle/>
        <a:p>
          <a:endParaRPr lang="zh-CN" altLang="en-US"/>
        </a:p>
      </dgm:t>
    </dgm:pt>
    <dgm:pt modelId="{BCF35633-5D49-244D-B7E3-5E5A10BFC5F3}" type="sibTrans" cxnId="{4167A34A-CBAC-054E-B122-8B497DC4C9EA}">
      <dgm:prSet/>
      <dgm:spPr/>
      <dgm:t>
        <a:bodyPr/>
        <a:lstStyle/>
        <a:p>
          <a:endParaRPr lang="zh-CN" altLang="en-US"/>
        </a:p>
      </dgm:t>
    </dgm:pt>
    <dgm:pt modelId="{AB164BF7-2F38-C547-8A15-371259E721D8}">
      <dgm:prSet/>
      <dgm:spPr/>
      <dgm:t>
        <a:bodyPr/>
        <a:lstStyle/>
        <a:p>
          <a:pPr>
            <a:buNone/>
          </a:pPr>
          <a:r>
            <a:rPr lang="zh-CN" altLang="en-US" b="0" dirty="0"/>
            <a:t>垂直领域</a:t>
          </a:r>
        </a:p>
      </dgm:t>
    </dgm:pt>
    <dgm:pt modelId="{75C3820C-5083-5547-B13B-27496C8605F0}" type="parTrans" cxnId="{12A1071E-85AB-2C42-B6CA-81C121C52B3F}">
      <dgm:prSet/>
      <dgm:spPr/>
      <dgm:t>
        <a:bodyPr/>
        <a:lstStyle/>
        <a:p>
          <a:endParaRPr lang="zh-CN" altLang="en-US"/>
        </a:p>
      </dgm:t>
    </dgm:pt>
    <dgm:pt modelId="{B6B51A2B-1032-6E46-B0E6-2CDEC3F6799E}" type="sibTrans" cxnId="{12A1071E-85AB-2C42-B6CA-81C121C52B3F}">
      <dgm:prSet/>
      <dgm:spPr/>
      <dgm:t>
        <a:bodyPr/>
        <a:lstStyle/>
        <a:p>
          <a:endParaRPr lang="zh-CN" altLang="en-US"/>
        </a:p>
      </dgm:t>
    </dgm:pt>
    <dgm:pt modelId="{6BBFF1B9-ED9B-9B43-BF3A-18B5AAE98EEA}">
      <dgm:prSet phldrT="[文本]"/>
      <dgm:spPr/>
      <dgm:t>
        <a:bodyPr/>
        <a:lstStyle/>
        <a:p>
          <a:pPr>
            <a:buNone/>
          </a:pPr>
          <a:r>
            <a:rPr lang="zh-CN" altLang="en-US" b="0" dirty="0"/>
            <a:t>用大量中文语料，使其学会中文</a:t>
          </a:r>
          <a:endParaRPr lang="zh-CN" altLang="en-US" dirty="0"/>
        </a:p>
      </dgm:t>
    </dgm:pt>
    <dgm:pt modelId="{3E8E26FA-D6B9-E24F-8975-F5D731FB8527}" type="parTrans" cxnId="{5B272D5C-B80E-3248-91AC-B2D3A4996B61}">
      <dgm:prSet/>
      <dgm:spPr/>
      <dgm:t>
        <a:bodyPr/>
        <a:lstStyle/>
        <a:p>
          <a:endParaRPr lang="zh-CN" altLang="en-US"/>
        </a:p>
      </dgm:t>
    </dgm:pt>
    <dgm:pt modelId="{AC3E17E4-25FA-064B-A581-D35EA64311E5}" type="sibTrans" cxnId="{5B272D5C-B80E-3248-91AC-B2D3A4996B61}">
      <dgm:prSet/>
      <dgm:spPr/>
      <dgm:t>
        <a:bodyPr/>
        <a:lstStyle/>
        <a:p>
          <a:endParaRPr lang="zh-CN" altLang="en-US"/>
        </a:p>
      </dgm:t>
    </dgm:pt>
    <dgm:pt modelId="{BDD1EAF3-ECDE-CF4F-A2A7-B08400393E94}">
      <dgm:prSet/>
      <dgm:spPr/>
      <dgm:t>
        <a:bodyPr/>
        <a:lstStyle/>
        <a:p>
          <a:pPr>
            <a:buNone/>
          </a:pPr>
          <a:r>
            <a:rPr lang="zh-CN" altLang="en-US" b="0" dirty="0"/>
            <a:t>用大量金融数据，使其懂金融</a:t>
          </a:r>
        </a:p>
      </dgm:t>
    </dgm:pt>
    <dgm:pt modelId="{93F3F8C1-744F-1646-9E94-91B51530D679}" type="parTrans" cxnId="{73858D91-C01C-7A47-A995-BAD2C7CF9782}">
      <dgm:prSet/>
      <dgm:spPr/>
      <dgm:t>
        <a:bodyPr/>
        <a:lstStyle/>
        <a:p>
          <a:endParaRPr lang="zh-CN" altLang="en-US"/>
        </a:p>
      </dgm:t>
    </dgm:pt>
    <dgm:pt modelId="{2FE03761-8944-E940-9E8F-4CEA2559F56E}" type="sibTrans" cxnId="{73858D91-C01C-7A47-A995-BAD2C7CF9782}">
      <dgm:prSet/>
      <dgm:spPr/>
      <dgm:t>
        <a:bodyPr/>
        <a:lstStyle/>
        <a:p>
          <a:endParaRPr lang="zh-CN" altLang="en-US"/>
        </a:p>
      </dgm:t>
    </dgm:pt>
    <dgm:pt modelId="{D957088A-7025-374B-B874-6AA97A8F235C}">
      <dgm:prSet phldrT="[文本]"/>
      <dgm:spPr/>
      <dgm:t>
        <a:bodyPr/>
        <a:lstStyle/>
        <a:p>
          <a:r>
            <a:rPr lang="en-US" altLang="zh-CN" dirty="0"/>
            <a:t>RLHF/DPO</a:t>
          </a:r>
          <a:r>
            <a:rPr lang="zh-CN" altLang="en-US" dirty="0"/>
            <a:t> </a:t>
          </a:r>
          <a:r>
            <a:rPr lang="en-US" altLang="zh-CN" dirty="0"/>
            <a:t>Alignment</a:t>
          </a:r>
          <a:endParaRPr lang="zh-CN" altLang="en-US" dirty="0"/>
        </a:p>
      </dgm:t>
    </dgm:pt>
    <dgm:pt modelId="{A7405A1E-9B7F-8A41-A3BD-339BB6A19346}" type="parTrans" cxnId="{D6DF5804-50DB-2B47-8F66-B1C75A24B656}">
      <dgm:prSet/>
      <dgm:spPr/>
      <dgm:t>
        <a:bodyPr/>
        <a:lstStyle/>
        <a:p>
          <a:endParaRPr lang="zh-CN" altLang="en-US"/>
        </a:p>
      </dgm:t>
    </dgm:pt>
    <dgm:pt modelId="{8CBD1575-5278-B64E-B3FB-0C835C66A66D}" type="sibTrans" cxnId="{D6DF5804-50DB-2B47-8F66-B1C75A24B656}">
      <dgm:prSet/>
      <dgm:spPr/>
      <dgm:t>
        <a:bodyPr/>
        <a:lstStyle/>
        <a:p>
          <a:endParaRPr lang="zh-CN" altLang="en-US"/>
        </a:p>
      </dgm:t>
    </dgm:pt>
    <dgm:pt modelId="{2217F1BD-7CBF-4046-BBA7-02A5D6910337}" type="pres">
      <dgm:prSet presAssocID="{F55BF750-4123-724D-A620-12A4FE2F7723}" presName="Name0" presStyleCnt="0">
        <dgm:presLayoutVars>
          <dgm:dir/>
          <dgm:resizeHandles val="exact"/>
        </dgm:presLayoutVars>
      </dgm:prSet>
      <dgm:spPr/>
    </dgm:pt>
    <dgm:pt modelId="{DBA87834-8F93-424F-B976-042AD75C1887}" type="pres">
      <dgm:prSet presAssocID="{1FC31559-A516-9440-9FD1-D1DBB587FC40}" presName="node" presStyleLbl="node1" presStyleIdx="0" presStyleCnt="5">
        <dgm:presLayoutVars>
          <dgm:bulletEnabled val="1"/>
        </dgm:presLayoutVars>
      </dgm:prSet>
      <dgm:spPr/>
    </dgm:pt>
    <dgm:pt modelId="{3B2583CA-BB50-C742-A660-822AECEFE2B5}" type="pres">
      <dgm:prSet presAssocID="{8BAB918A-D3D0-0F4E-9432-27451AD2CCA1}" presName="sibTrans" presStyleLbl="sibTrans2D1" presStyleIdx="0" presStyleCnt="4"/>
      <dgm:spPr/>
    </dgm:pt>
    <dgm:pt modelId="{14F56BEE-674B-DF41-943D-016977B45B1B}" type="pres">
      <dgm:prSet presAssocID="{8BAB918A-D3D0-0F4E-9432-27451AD2CCA1}" presName="connectorText" presStyleLbl="sibTrans2D1" presStyleIdx="0" presStyleCnt="4"/>
      <dgm:spPr/>
    </dgm:pt>
    <dgm:pt modelId="{A8D5D89C-6B8A-AD44-B762-BC94B71609EF}" type="pres">
      <dgm:prSet presAssocID="{AB164BF7-2F38-C547-8A15-371259E721D8}" presName="node" presStyleLbl="node1" presStyleIdx="1" presStyleCnt="5">
        <dgm:presLayoutVars>
          <dgm:bulletEnabled val="1"/>
        </dgm:presLayoutVars>
      </dgm:prSet>
      <dgm:spPr/>
    </dgm:pt>
    <dgm:pt modelId="{12CBA4A5-36A8-F846-B681-8D4C2524B0C5}" type="pres">
      <dgm:prSet presAssocID="{B6B51A2B-1032-6E46-B0E6-2CDEC3F6799E}" presName="sibTrans" presStyleLbl="sibTrans2D1" presStyleIdx="1" presStyleCnt="4"/>
      <dgm:spPr/>
    </dgm:pt>
    <dgm:pt modelId="{0B8ED026-7C53-AF42-9E30-FEB6EBB533AD}" type="pres">
      <dgm:prSet presAssocID="{B6B51A2B-1032-6E46-B0E6-2CDEC3F6799E}" presName="connectorText" presStyleLbl="sibTrans2D1" presStyleIdx="1" presStyleCnt="4"/>
      <dgm:spPr/>
    </dgm:pt>
    <dgm:pt modelId="{1A2FF343-81B9-784E-9A45-467713EB5E7B}" type="pres">
      <dgm:prSet presAssocID="{D0641B88-A9FD-7943-BB1C-D33DA39325CF}" presName="node" presStyleLbl="node1" presStyleIdx="2" presStyleCnt="5">
        <dgm:presLayoutVars>
          <dgm:bulletEnabled val="1"/>
        </dgm:presLayoutVars>
      </dgm:prSet>
      <dgm:spPr/>
    </dgm:pt>
    <dgm:pt modelId="{C6976878-483A-6D44-806A-4F03393537BF}" type="pres">
      <dgm:prSet presAssocID="{F555F7EF-CB68-C044-9D01-725111942676}" presName="sibTrans" presStyleLbl="sibTrans2D1" presStyleIdx="2" presStyleCnt="4"/>
      <dgm:spPr/>
    </dgm:pt>
    <dgm:pt modelId="{DD2ECD6B-AA6A-274F-AD3D-F08A3EE7EA8A}" type="pres">
      <dgm:prSet presAssocID="{F555F7EF-CB68-C044-9D01-725111942676}" presName="connectorText" presStyleLbl="sibTrans2D1" presStyleIdx="2" presStyleCnt="4"/>
      <dgm:spPr/>
    </dgm:pt>
    <dgm:pt modelId="{5EBAC9B2-4F24-2C49-8399-D428F6527E9E}" type="pres">
      <dgm:prSet presAssocID="{F3B94FCD-1FFC-C44E-9CFA-E58FF0B6F138}" presName="node" presStyleLbl="node1" presStyleIdx="3" presStyleCnt="5">
        <dgm:presLayoutVars>
          <dgm:bulletEnabled val="1"/>
        </dgm:presLayoutVars>
      </dgm:prSet>
      <dgm:spPr/>
    </dgm:pt>
    <dgm:pt modelId="{50816B86-9C45-C64E-A9BB-ED6E83036994}" type="pres">
      <dgm:prSet presAssocID="{BCF35633-5D49-244D-B7E3-5E5A10BFC5F3}" presName="sibTrans" presStyleLbl="sibTrans2D1" presStyleIdx="3" presStyleCnt="4"/>
      <dgm:spPr/>
    </dgm:pt>
    <dgm:pt modelId="{908A294A-E9BB-464D-9D3A-7A63F4771B1A}" type="pres">
      <dgm:prSet presAssocID="{BCF35633-5D49-244D-B7E3-5E5A10BFC5F3}" presName="connectorText" presStyleLbl="sibTrans2D1" presStyleIdx="3" presStyleCnt="4"/>
      <dgm:spPr/>
    </dgm:pt>
    <dgm:pt modelId="{461D7D92-D263-C542-9E69-79ECAC3ACFBD}" type="pres">
      <dgm:prSet presAssocID="{D957088A-7025-374B-B874-6AA97A8F235C}" presName="node" presStyleLbl="node1" presStyleIdx="4" presStyleCnt="5">
        <dgm:presLayoutVars>
          <dgm:bulletEnabled val="1"/>
        </dgm:presLayoutVars>
      </dgm:prSet>
      <dgm:spPr/>
    </dgm:pt>
  </dgm:ptLst>
  <dgm:cxnLst>
    <dgm:cxn modelId="{D6DF5804-50DB-2B47-8F66-B1C75A24B656}" srcId="{F55BF750-4123-724D-A620-12A4FE2F7723}" destId="{D957088A-7025-374B-B874-6AA97A8F235C}" srcOrd="4" destOrd="0" parTransId="{A7405A1E-9B7F-8A41-A3BD-339BB6A19346}" sibTransId="{8CBD1575-5278-B64E-B3FB-0C835C66A66D}"/>
    <dgm:cxn modelId="{66147D1B-EB04-F442-98C0-42FC3D639F55}" type="presOf" srcId="{F555F7EF-CB68-C044-9D01-725111942676}" destId="{DD2ECD6B-AA6A-274F-AD3D-F08A3EE7EA8A}" srcOrd="1" destOrd="0" presId="urn:microsoft.com/office/officeart/2005/8/layout/process1"/>
    <dgm:cxn modelId="{12A1071E-85AB-2C42-B6CA-81C121C52B3F}" srcId="{F55BF750-4123-724D-A620-12A4FE2F7723}" destId="{AB164BF7-2F38-C547-8A15-371259E721D8}" srcOrd="1" destOrd="0" parTransId="{75C3820C-5083-5547-B13B-27496C8605F0}" sibTransId="{B6B51A2B-1032-6E46-B0E6-2CDEC3F6799E}"/>
    <dgm:cxn modelId="{8872B025-1EEA-5D48-BEC1-B36E9ED2249F}" type="presOf" srcId="{F555F7EF-CB68-C044-9D01-725111942676}" destId="{C6976878-483A-6D44-806A-4F03393537BF}" srcOrd="0" destOrd="0" presId="urn:microsoft.com/office/officeart/2005/8/layout/process1"/>
    <dgm:cxn modelId="{5703A637-5423-3947-B5BA-2EC3245C3E89}" type="presOf" srcId="{B6B51A2B-1032-6E46-B0E6-2CDEC3F6799E}" destId="{0B8ED026-7C53-AF42-9E30-FEB6EBB533AD}" srcOrd="1" destOrd="0" presId="urn:microsoft.com/office/officeart/2005/8/layout/process1"/>
    <dgm:cxn modelId="{564A1B3B-4745-6A44-97FC-E7D55A345F62}" srcId="{F55BF750-4123-724D-A620-12A4FE2F7723}" destId="{1FC31559-A516-9440-9FD1-D1DBB587FC40}" srcOrd="0" destOrd="0" parTransId="{044BB9FB-F247-E345-A443-FCC7D559054C}" sibTransId="{8BAB918A-D3D0-0F4E-9432-27451AD2CCA1}"/>
    <dgm:cxn modelId="{4167A34A-CBAC-054E-B122-8B497DC4C9EA}" srcId="{F55BF750-4123-724D-A620-12A4FE2F7723}" destId="{F3B94FCD-1FFC-C44E-9CFA-E58FF0B6F138}" srcOrd="3" destOrd="0" parTransId="{7DEB8743-8497-024F-A4C2-2590D72DFBEC}" sibTransId="{BCF35633-5D49-244D-B7E3-5E5A10BFC5F3}"/>
    <dgm:cxn modelId="{DEEFC94D-657F-A24E-B754-B8098CF53128}" type="presOf" srcId="{F55BF750-4123-724D-A620-12A4FE2F7723}" destId="{2217F1BD-7CBF-4046-BBA7-02A5D6910337}" srcOrd="0" destOrd="0" presId="urn:microsoft.com/office/officeart/2005/8/layout/process1"/>
    <dgm:cxn modelId="{E8240D4F-A233-614B-9532-67A1BB86B0F7}" type="presOf" srcId="{AB164BF7-2F38-C547-8A15-371259E721D8}" destId="{A8D5D89C-6B8A-AD44-B762-BC94B71609EF}" srcOrd="0" destOrd="0" presId="urn:microsoft.com/office/officeart/2005/8/layout/process1"/>
    <dgm:cxn modelId="{5B272D5C-B80E-3248-91AC-B2D3A4996B61}" srcId="{1FC31559-A516-9440-9FD1-D1DBB587FC40}" destId="{6BBFF1B9-ED9B-9B43-BF3A-18B5AAE98EEA}" srcOrd="0" destOrd="0" parTransId="{3E8E26FA-D6B9-E24F-8975-F5D731FB8527}" sibTransId="{AC3E17E4-25FA-064B-A581-D35EA64311E5}"/>
    <dgm:cxn modelId="{060A4566-5E4F-DE40-AF91-6D2F2978D0FC}" type="presOf" srcId="{D0641B88-A9FD-7943-BB1C-D33DA39325CF}" destId="{1A2FF343-81B9-784E-9A45-467713EB5E7B}" srcOrd="0" destOrd="0" presId="urn:microsoft.com/office/officeart/2005/8/layout/process1"/>
    <dgm:cxn modelId="{D897396A-20A1-724C-8C1C-E4D736E41780}" type="presOf" srcId="{B6B51A2B-1032-6E46-B0E6-2CDEC3F6799E}" destId="{12CBA4A5-36A8-F846-B681-8D4C2524B0C5}" srcOrd="0" destOrd="0" presId="urn:microsoft.com/office/officeart/2005/8/layout/process1"/>
    <dgm:cxn modelId="{872B5178-7E94-EA4A-A825-2C52DBF962F6}" type="presOf" srcId="{6BBFF1B9-ED9B-9B43-BF3A-18B5AAE98EEA}" destId="{DBA87834-8F93-424F-B976-042AD75C1887}" srcOrd="0" destOrd="1" presId="urn:microsoft.com/office/officeart/2005/8/layout/process1"/>
    <dgm:cxn modelId="{CEF80C85-9383-1E49-A15E-F8C02833D712}" type="presOf" srcId="{BDD1EAF3-ECDE-CF4F-A2A7-B08400393E94}" destId="{A8D5D89C-6B8A-AD44-B762-BC94B71609EF}" srcOrd="0" destOrd="1" presId="urn:microsoft.com/office/officeart/2005/8/layout/process1"/>
    <dgm:cxn modelId="{E455F78A-35FC-C547-B071-CD2E66E4F91E}" type="presOf" srcId="{BCF35633-5D49-244D-B7E3-5E5A10BFC5F3}" destId="{908A294A-E9BB-464D-9D3A-7A63F4771B1A}" srcOrd="1" destOrd="0" presId="urn:microsoft.com/office/officeart/2005/8/layout/process1"/>
    <dgm:cxn modelId="{73858D91-C01C-7A47-A995-BAD2C7CF9782}" srcId="{AB164BF7-2F38-C547-8A15-371259E721D8}" destId="{BDD1EAF3-ECDE-CF4F-A2A7-B08400393E94}" srcOrd="0" destOrd="0" parTransId="{93F3F8C1-744F-1646-9E94-91B51530D679}" sibTransId="{2FE03761-8944-E940-9E8F-4CEA2559F56E}"/>
    <dgm:cxn modelId="{6619C099-E8C3-5243-8B6B-B5E42F34C903}" type="presOf" srcId="{F3B94FCD-1FFC-C44E-9CFA-E58FF0B6F138}" destId="{5EBAC9B2-4F24-2C49-8399-D428F6527E9E}" srcOrd="0" destOrd="0" presId="urn:microsoft.com/office/officeart/2005/8/layout/process1"/>
    <dgm:cxn modelId="{B50CDAAA-DAB3-7E4A-8DA8-DFAE758FBAC2}" type="presOf" srcId="{D957088A-7025-374B-B874-6AA97A8F235C}" destId="{461D7D92-D263-C542-9E69-79ECAC3ACFBD}" srcOrd="0" destOrd="0" presId="urn:microsoft.com/office/officeart/2005/8/layout/process1"/>
    <dgm:cxn modelId="{5F373EAC-4E1E-F342-B42B-3649C13ABBBB}" type="presOf" srcId="{8BAB918A-D3D0-0F4E-9432-27451AD2CCA1}" destId="{14F56BEE-674B-DF41-943D-016977B45B1B}" srcOrd="1" destOrd="0" presId="urn:microsoft.com/office/officeart/2005/8/layout/process1"/>
    <dgm:cxn modelId="{54C05AAF-23B2-A341-BE8A-7501EF481C53}" type="presOf" srcId="{8BAB918A-D3D0-0F4E-9432-27451AD2CCA1}" destId="{3B2583CA-BB50-C742-A660-822AECEFE2B5}" srcOrd="0" destOrd="0" presId="urn:microsoft.com/office/officeart/2005/8/layout/process1"/>
    <dgm:cxn modelId="{7257CBCA-0302-EB4B-9EB2-A17EBB02EFCF}" srcId="{F55BF750-4123-724D-A620-12A4FE2F7723}" destId="{D0641B88-A9FD-7943-BB1C-D33DA39325CF}" srcOrd="2" destOrd="0" parTransId="{330DCF4D-FEA1-C144-A824-56284CAA16F1}" sibTransId="{F555F7EF-CB68-C044-9D01-725111942676}"/>
    <dgm:cxn modelId="{B60CA2DA-81ED-7B48-B92D-E841C763DB20}" type="presOf" srcId="{1FC31559-A516-9440-9FD1-D1DBB587FC40}" destId="{DBA87834-8F93-424F-B976-042AD75C1887}" srcOrd="0" destOrd="0" presId="urn:microsoft.com/office/officeart/2005/8/layout/process1"/>
    <dgm:cxn modelId="{C8A951FD-4880-8D47-9669-D11779EDD3BE}" type="presOf" srcId="{BCF35633-5D49-244D-B7E3-5E5A10BFC5F3}" destId="{50816B86-9C45-C64E-A9BB-ED6E83036994}" srcOrd="0" destOrd="0" presId="urn:microsoft.com/office/officeart/2005/8/layout/process1"/>
    <dgm:cxn modelId="{9B809379-351D-194A-8478-2CA30CFDB05D}" type="presParOf" srcId="{2217F1BD-7CBF-4046-BBA7-02A5D6910337}" destId="{DBA87834-8F93-424F-B976-042AD75C1887}" srcOrd="0" destOrd="0" presId="urn:microsoft.com/office/officeart/2005/8/layout/process1"/>
    <dgm:cxn modelId="{F69AF761-4BFA-D745-8DED-176C5DABDA6A}" type="presParOf" srcId="{2217F1BD-7CBF-4046-BBA7-02A5D6910337}" destId="{3B2583CA-BB50-C742-A660-822AECEFE2B5}" srcOrd="1" destOrd="0" presId="urn:microsoft.com/office/officeart/2005/8/layout/process1"/>
    <dgm:cxn modelId="{F163C3B4-D4D6-DF4A-8441-8ECB90B6B2EE}" type="presParOf" srcId="{3B2583CA-BB50-C742-A660-822AECEFE2B5}" destId="{14F56BEE-674B-DF41-943D-016977B45B1B}" srcOrd="0" destOrd="0" presId="urn:microsoft.com/office/officeart/2005/8/layout/process1"/>
    <dgm:cxn modelId="{D6C8FF07-1DAF-604D-BBB8-A1690514CF9A}" type="presParOf" srcId="{2217F1BD-7CBF-4046-BBA7-02A5D6910337}" destId="{A8D5D89C-6B8A-AD44-B762-BC94B71609EF}" srcOrd="2" destOrd="0" presId="urn:microsoft.com/office/officeart/2005/8/layout/process1"/>
    <dgm:cxn modelId="{865F3C7C-9928-1849-AAED-223FF6BEE92F}" type="presParOf" srcId="{2217F1BD-7CBF-4046-BBA7-02A5D6910337}" destId="{12CBA4A5-36A8-F846-B681-8D4C2524B0C5}" srcOrd="3" destOrd="0" presId="urn:microsoft.com/office/officeart/2005/8/layout/process1"/>
    <dgm:cxn modelId="{49B3487C-C530-824C-B58D-37A794BA45B0}" type="presParOf" srcId="{12CBA4A5-36A8-F846-B681-8D4C2524B0C5}" destId="{0B8ED026-7C53-AF42-9E30-FEB6EBB533AD}" srcOrd="0" destOrd="0" presId="urn:microsoft.com/office/officeart/2005/8/layout/process1"/>
    <dgm:cxn modelId="{F1D3753B-3FA0-024D-8F34-83A48CF21E97}" type="presParOf" srcId="{2217F1BD-7CBF-4046-BBA7-02A5D6910337}" destId="{1A2FF343-81B9-784E-9A45-467713EB5E7B}" srcOrd="4" destOrd="0" presId="urn:microsoft.com/office/officeart/2005/8/layout/process1"/>
    <dgm:cxn modelId="{43BAA754-07BB-1946-861B-A53EB04EAC9F}" type="presParOf" srcId="{2217F1BD-7CBF-4046-BBA7-02A5D6910337}" destId="{C6976878-483A-6D44-806A-4F03393537BF}" srcOrd="5" destOrd="0" presId="urn:microsoft.com/office/officeart/2005/8/layout/process1"/>
    <dgm:cxn modelId="{9640D35B-1AA8-264B-9C9A-2822B356EA3A}" type="presParOf" srcId="{C6976878-483A-6D44-806A-4F03393537BF}" destId="{DD2ECD6B-AA6A-274F-AD3D-F08A3EE7EA8A}" srcOrd="0" destOrd="0" presId="urn:microsoft.com/office/officeart/2005/8/layout/process1"/>
    <dgm:cxn modelId="{E5A72728-D567-D94F-97A9-5B8CD35AE7D2}" type="presParOf" srcId="{2217F1BD-7CBF-4046-BBA7-02A5D6910337}" destId="{5EBAC9B2-4F24-2C49-8399-D428F6527E9E}" srcOrd="6" destOrd="0" presId="urn:microsoft.com/office/officeart/2005/8/layout/process1"/>
    <dgm:cxn modelId="{2CA05A07-C5EA-A444-94C9-6D5979DE41FC}" type="presParOf" srcId="{2217F1BD-7CBF-4046-BBA7-02A5D6910337}" destId="{50816B86-9C45-C64E-A9BB-ED6E83036994}" srcOrd="7" destOrd="0" presId="urn:microsoft.com/office/officeart/2005/8/layout/process1"/>
    <dgm:cxn modelId="{46938745-58A1-3346-B842-44FA0F7E5F9A}" type="presParOf" srcId="{50816B86-9C45-C64E-A9BB-ED6E83036994}" destId="{908A294A-E9BB-464D-9D3A-7A63F4771B1A}" srcOrd="0" destOrd="0" presId="urn:microsoft.com/office/officeart/2005/8/layout/process1"/>
    <dgm:cxn modelId="{23292FBD-6882-0742-A67E-975CD225B3A6}" type="presParOf" srcId="{2217F1BD-7CBF-4046-BBA7-02A5D6910337}" destId="{461D7D92-D263-C542-9E69-79ECAC3ACFBD}" srcOrd="8" destOrd="0" presId="urn:microsoft.com/office/officeart/2005/8/layout/process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2BD82F-F5DE-8144-BA03-1792D3ED4693}" type="doc">
      <dgm:prSet loTypeId="urn:microsoft.com/office/officeart/2005/8/layout/lProcess2" loCatId="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zh-CN" altLang="en-US"/>
        </a:p>
      </dgm:t>
    </dgm:pt>
    <dgm:pt modelId="{9404989A-55AC-1D4E-8520-DEB86EB561EA}">
      <dgm:prSet phldrT="[文本]"/>
      <dgm:spPr/>
      <dgm:t>
        <a:bodyPr/>
        <a:lstStyle/>
        <a:p>
          <a:r>
            <a:rPr lang="zh-CN" altLang="en-US" dirty="0"/>
            <a:t>预训练</a:t>
          </a:r>
        </a:p>
      </dgm:t>
    </dgm:pt>
    <dgm:pt modelId="{8E6F75B1-E13A-8347-AE5E-9E7FCE409ACE}" type="parTrans" cxnId="{A1B29BC6-462F-714C-861F-37C4AF820268}">
      <dgm:prSet/>
      <dgm:spPr/>
      <dgm:t>
        <a:bodyPr/>
        <a:lstStyle/>
        <a:p>
          <a:endParaRPr lang="zh-CN" altLang="en-US"/>
        </a:p>
      </dgm:t>
    </dgm:pt>
    <dgm:pt modelId="{5EAFDFC4-5437-814A-AC3F-95BB2B414B45}" type="sibTrans" cxnId="{A1B29BC6-462F-714C-861F-37C4AF820268}">
      <dgm:prSet/>
      <dgm:spPr/>
      <dgm:t>
        <a:bodyPr/>
        <a:lstStyle/>
        <a:p>
          <a:endParaRPr lang="zh-CN" altLang="en-US"/>
        </a:p>
      </dgm:t>
    </dgm:pt>
    <dgm:pt modelId="{6D69CD92-C252-B545-A958-0A983EEEEF52}">
      <dgm:prSet phldrT="[文本]"/>
      <dgm:spPr/>
      <dgm:t>
        <a:bodyPr/>
        <a:lstStyle/>
        <a:p>
          <a:r>
            <a:rPr lang="en-US" altLang="zh-CN" dirty="0"/>
            <a:t>row</a:t>
          </a:r>
          <a:r>
            <a:rPr lang="zh-CN" altLang="en-US" dirty="0"/>
            <a:t> </a:t>
          </a:r>
          <a:r>
            <a:rPr lang="en-US" altLang="zh-CN" dirty="0"/>
            <a:t>data</a:t>
          </a:r>
        </a:p>
        <a:p>
          <a:r>
            <a:rPr lang="zh-CN" altLang="en-US" dirty="0"/>
            <a:t>书籍、百科、网页</a:t>
          </a:r>
          <a:endParaRPr lang="en-US" altLang="zh-CN" dirty="0"/>
        </a:p>
        <a:p>
          <a:r>
            <a:rPr lang="zh-CN" altLang="en-US" dirty="0"/>
            <a:t>千亿级别</a:t>
          </a:r>
          <a:endParaRPr lang="en-US" altLang="zh-CN" dirty="0"/>
        </a:p>
      </dgm:t>
    </dgm:pt>
    <dgm:pt modelId="{5C3E9742-47EE-754A-A40A-2ED3DC2508D8}" type="parTrans" cxnId="{955BB32D-E4C9-A941-A08E-022068290C16}">
      <dgm:prSet/>
      <dgm:spPr/>
      <dgm:t>
        <a:bodyPr/>
        <a:lstStyle/>
        <a:p>
          <a:endParaRPr lang="zh-CN" altLang="en-US"/>
        </a:p>
      </dgm:t>
    </dgm:pt>
    <dgm:pt modelId="{8120319F-F4A9-C24A-B2BB-FA9B4D6A830C}" type="sibTrans" cxnId="{955BB32D-E4C9-A941-A08E-022068290C16}">
      <dgm:prSet/>
      <dgm:spPr/>
      <dgm:t>
        <a:bodyPr/>
        <a:lstStyle/>
        <a:p>
          <a:endParaRPr lang="zh-CN" altLang="en-US"/>
        </a:p>
      </dgm:t>
    </dgm:pt>
    <dgm:pt modelId="{764265F2-D1D9-1D48-ACCF-DF70914580E5}">
      <dgm:prSet phldrT="[文本]"/>
      <dgm:spPr/>
      <dgm:t>
        <a:bodyPr/>
        <a:lstStyle/>
        <a:p>
          <a:r>
            <a:rPr lang="zh-CN" altLang="en-US" dirty="0"/>
            <a:t>基础模型</a:t>
          </a:r>
        </a:p>
      </dgm:t>
    </dgm:pt>
    <dgm:pt modelId="{4A703D74-2233-4B42-A841-8FB7AB17BDFD}" type="parTrans" cxnId="{A005C953-42E0-2C4B-9308-3BE7144BAE2E}">
      <dgm:prSet/>
      <dgm:spPr/>
      <dgm:t>
        <a:bodyPr/>
        <a:lstStyle/>
        <a:p>
          <a:endParaRPr lang="zh-CN" altLang="en-US"/>
        </a:p>
      </dgm:t>
    </dgm:pt>
    <dgm:pt modelId="{62A06184-6BF6-3441-A3D9-1325CBD5A00C}" type="sibTrans" cxnId="{A005C953-42E0-2C4B-9308-3BE7144BAE2E}">
      <dgm:prSet/>
      <dgm:spPr/>
      <dgm:t>
        <a:bodyPr/>
        <a:lstStyle/>
        <a:p>
          <a:endParaRPr lang="zh-CN" altLang="en-US"/>
        </a:p>
      </dgm:t>
    </dgm:pt>
    <dgm:pt modelId="{74784067-5F0E-9645-8AB0-D16CA4C76BAE}">
      <dgm:prSet phldrT="[文本]"/>
      <dgm:spPr/>
      <dgm:t>
        <a:bodyPr/>
        <a:lstStyle/>
        <a:p>
          <a:r>
            <a:rPr lang="zh-CN" altLang="en-US" dirty="0"/>
            <a:t>有监督微调</a:t>
          </a:r>
        </a:p>
      </dgm:t>
    </dgm:pt>
    <dgm:pt modelId="{4865B29D-7305-DA4C-8372-21081FB82D7C}" type="parTrans" cxnId="{F9427DCD-D215-994C-9CC5-B1FFC4C7245E}">
      <dgm:prSet/>
      <dgm:spPr/>
      <dgm:t>
        <a:bodyPr/>
        <a:lstStyle/>
        <a:p>
          <a:endParaRPr lang="zh-CN" altLang="en-US"/>
        </a:p>
      </dgm:t>
    </dgm:pt>
    <dgm:pt modelId="{A2629F07-62AD-C94C-81EC-0AC0F1567950}" type="sibTrans" cxnId="{F9427DCD-D215-994C-9CC5-B1FFC4C7245E}">
      <dgm:prSet/>
      <dgm:spPr/>
      <dgm:t>
        <a:bodyPr/>
        <a:lstStyle/>
        <a:p>
          <a:endParaRPr lang="zh-CN" altLang="en-US"/>
        </a:p>
      </dgm:t>
    </dgm:pt>
    <dgm:pt modelId="{2513F5F8-C3E7-0A46-8F1C-B1C9D3DE5727}">
      <dgm:prSet phldrT="[文本]"/>
      <dgm:spPr/>
      <dgm:t>
        <a:bodyPr/>
        <a:lstStyle/>
        <a:p>
          <a:r>
            <a:rPr lang="zh-CN" altLang="en-US" dirty="0"/>
            <a:t>标注用户指令</a:t>
          </a:r>
          <a:r>
            <a:rPr lang="en-US" altLang="zh-CN" dirty="0"/>
            <a:t>+</a:t>
          </a:r>
          <a:r>
            <a:rPr lang="zh-CN" altLang="en-US" dirty="0"/>
            <a:t>答案</a:t>
          </a:r>
          <a:endParaRPr lang="en-US" altLang="zh-CN" dirty="0"/>
        </a:p>
        <a:p>
          <a:r>
            <a:rPr lang="zh-CN" altLang="en-US" dirty="0"/>
            <a:t>万级</a:t>
          </a:r>
        </a:p>
      </dgm:t>
    </dgm:pt>
    <dgm:pt modelId="{DD3C84F3-2AC7-5E46-8ED1-B9C01C771AA7}" type="parTrans" cxnId="{52432C59-E91F-D548-81F4-639B7EE8F9D9}">
      <dgm:prSet/>
      <dgm:spPr/>
      <dgm:t>
        <a:bodyPr/>
        <a:lstStyle/>
        <a:p>
          <a:endParaRPr lang="zh-CN" altLang="en-US"/>
        </a:p>
      </dgm:t>
    </dgm:pt>
    <dgm:pt modelId="{84EA9B7A-0E58-9F48-9EEA-97EA00C40FEE}" type="sibTrans" cxnId="{52432C59-E91F-D548-81F4-639B7EE8F9D9}">
      <dgm:prSet/>
      <dgm:spPr/>
      <dgm:t>
        <a:bodyPr/>
        <a:lstStyle/>
        <a:p>
          <a:endParaRPr lang="zh-CN" altLang="en-US"/>
        </a:p>
      </dgm:t>
    </dgm:pt>
    <dgm:pt modelId="{F23BA080-E94A-F847-A2D0-ED166C098C4E}">
      <dgm:prSet phldrT="[文本]"/>
      <dgm:spPr/>
      <dgm:t>
        <a:bodyPr/>
        <a:lstStyle/>
        <a:p>
          <a:r>
            <a:rPr lang="en-US" altLang="zh-CN" dirty="0"/>
            <a:t>1-100GPU</a:t>
          </a:r>
          <a:r>
            <a:rPr lang="zh-CN" altLang="en-US" dirty="0"/>
            <a:t>天</a:t>
          </a:r>
        </a:p>
      </dgm:t>
    </dgm:pt>
    <dgm:pt modelId="{524A6FB1-9A0D-C049-B061-C905B4920AD2}" type="parTrans" cxnId="{B04886B1-9DC4-5845-AFA0-09EA04D4E590}">
      <dgm:prSet/>
      <dgm:spPr/>
      <dgm:t>
        <a:bodyPr/>
        <a:lstStyle/>
        <a:p>
          <a:endParaRPr lang="zh-CN" altLang="en-US"/>
        </a:p>
      </dgm:t>
    </dgm:pt>
    <dgm:pt modelId="{9F583505-3D9E-704D-A90B-68BD604DF4B4}" type="sibTrans" cxnId="{B04886B1-9DC4-5845-AFA0-09EA04D4E590}">
      <dgm:prSet/>
      <dgm:spPr/>
      <dgm:t>
        <a:bodyPr/>
        <a:lstStyle/>
        <a:p>
          <a:endParaRPr lang="zh-CN" altLang="en-US"/>
        </a:p>
      </dgm:t>
    </dgm:pt>
    <dgm:pt modelId="{ECD7B1E7-8337-A243-BE7A-2DC35CBA76CD}">
      <dgm:prSet phldrT="[文本]"/>
      <dgm:spPr/>
      <dgm:t>
        <a:bodyPr/>
        <a:lstStyle/>
        <a:p>
          <a:r>
            <a:rPr lang="zh-CN" altLang="en-US" dirty="0"/>
            <a:t>奖励建模</a:t>
          </a:r>
        </a:p>
      </dgm:t>
    </dgm:pt>
    <dgm:pt modelId="{6B193FBE-E122-6B46-88DF-18022D0A20AD}" type="parTrans" cxnId="{EDEC1A65-CC80-EE4A-B547-D8BED024EDA0}">
      <dgm:prSet/>
      <dgm:spPr/>
      <dgm:t>
        <a:bodyPr/>
        <a:lstStyle/>
        <a:p>
          <a:endParaRPr lang="zh-CN" altLang="en-US"/>
        </a:p>
      </dgm:t>
    </dgm:pt>
    <dgm:pt modelId="{6B45D7EF-BD40-FD48-A581-E3D148D25B02}" type="sibTrans" cxnId="{EDEC1A65-CC80-EE4A-B547-D8BED024EDA0}">
      <dgm:prSet/>
      <dgm:spPr/>
      <dgm:t>
        <a:bodyPr/>
        <a:lstStyle/>
        <a:p>
          <a:endParaRPr lang="zh-CN" altLang="en-US"/>
        </a:p>
      </dgm:t>
    </dgm:pt>
    <dgm:pt modelId="{E057F77F-C4CA-3D48-9673-9BE07BB5B4D6}">
      <dgm:prSet phldrT="[文本]"/>
      <dgm:spPr/>
      <dgm:t>
        <a:bodyPr/>
        <a:lstStyle/>
        <a:p>
          <a:r>
            <a:rPr lang="zh-CN" altLang="en-US" dirty="0"/>
            <a:t>标注对比</a:t>
          </a:r>
          <a:endParaRPr lang="en-US" altLang="zh-CN" dirty="0"/>
        </a:p>
        <a:p>
          <a:r>
            <a:rPr lang="zh-CN" altLang="en-US" dirty="0"/>
            <a:t>百万级别</a:t>
          </a:r>
        </a:p>
      </dgm:t>
    </dgm:pt>
    <dgm:pt modelId="{2FD04AB1-881E-6A4C-AF41-CF75912AC6BC}" type="parTrans" cxnId="{E59633C7-04EF-504A-8FB2-7886283E7714}">
      <dgm:prSet/>
      <dgm:spPr/>
      <dgm:t>
        <a:bodyPr/>
        <a:lstStyle/>
        <a:p>
          <a:endParaRPr lang="zh-CN" altLang="en-US"/>
        </a:p>
      </dgm:t>
    </dgm:pt>
    <dgm:pt modelId="{AB7D8C20-F170-6244-9BA8-4D1213D7BDD8}" type="sibTrans" cxnId="{E59633C7-04EF-504A-8FB2-7886283E7714}">
      <dgm:prSet/>
      <dgm:spPr/>
      <dgm:t>
        <a:bodyPr/>
        <a:lstStyle/>
        <a:p>
          <a:endParaRPr lang="zh-CN" altLang="en-US"/>
        </a:p>
      </dgm:t>
    </dgm:pt>
    <dgm:pt modelId="{7570F8DC-40BA-9E40-8CA1-AD8FC74DEB2B}">
      <dgm:prSet phldrT="[文本]"/>
      <dgm:spPr/>
      <dgm:t>
        <a:bodyPr/>
        <a:lstStyle/>
        <a:p>
          <a:r>
            <a:rPr lang="en-US" altLang="zh-CN" dirty="0"/>
            <a:t>RM</a:t>
          </a:r>
          <a:r>
            <a:rPr lang="zh-CN" altLang="en-US" dirty="0"/>
            <a:t>模型</a:t>
          </a:r>
          <a:endParaRPr lang="en-US" altLang="zh-CN" dirty="0"/>
        </a:p>
        <a:p>
          <a:r>
            <a:rPr lang="zh-CN" altLang="en-US" dirty="0"/>
            <a:t>二分类任务</a:t>
          </a:r>
        </a:p>
      </dgm:t>
    </dgm:pt>
    <dgm:pt modelId="{093B73DA-3C88-D74B-8FEC-8916790332C0}" type="parTrans" cxnId="{12B6E157-F0C3-2F44-8B8E-463BDEFC6A4A}">
      <dgm:prSet/>
      <dgm:spPr/>
      <dgm:t>
        <a:bodyPr/>
        <a:lstStyle/>
        <a:p>
          <a:endParaRPr lang="zh-CN" altLang="en-US"/>
        </a:p>
      </dgm:t>
    </dgm:pt>
    <dgm:pt modelId="{17BA1EDA-51E8-F34F-AFFB-E1D9EF29432B}" type="sibTrans" cxnId="{12B6E157-F0C3-2F44-8B8E-463BDEFC6A4A}">
      <dgm:prSet/>
      <dgm:spPr/>
      <dgm:t>
        <a:bodyPr/>
        <a:lstStyle/>
        <a:p>
          <a:endParaRPr lang="zh-CN" altLang="en-US"/>
        </a:p>
      </dgm:t>
    </dgm:pt>
    <dgm:pt modelId="{8A3B79F1-2B21-2742-99E4-31B1FFD4C1E9}">
      <dgm:prSet phldrT="[文本]"/>
      <dgm:spPr/>
      <dgm:t>
        <a:bodyPr/>
        <a:lstStyle/>
        <a:p>
          <a:r>
            <a:rPr lang="en-US" altLang="zh-CN" dirty="0"/>
            <a:t>1000+GPU</a:t>
          </a:r>
          <a:r>
            <a:rPr lang="zh-CN" altLang="en-US" dirty="0"/>
            <a:t>月</a:t>
          </a:r>
        </a:p>
      </dgm:t>
    </dgm:pt>
    <dgm:pt modelId="{EBDCCFDF-E25D-D847-B928-0DC4B58B28C7}" type="parTrans" cxnId="{FB8AC681-BAB6-7646-9102-908004ABD007}">
      <dgm:prSet/>
      <dgm:spPr/>
      <dgm:t>
        <a:bodyPr/>
        <a:lstStyle/>
        <a:p>
          <a:endParaRPr lang="zh-CN" altLang="en-US"/>
        </a:p>
      </dgm:t>
    </dgm:pt>
    <dgm:pt modelId="{71521B0A-43B3-A94D-9660-04F48DBD600E}" type="sibTrans" cxnId="{FB8AC681-BAB6-7646-9102-908004ABD007}">
      <dgm:prSet/>
      <dgm:spPr/>
      <dgm:t>
        <a:bodyPr/>
        <a:lstStyle/>
        <a:p>
          <a:endParaRPr lang="zh-CN" altLang="en-US"/>
        </a:p>
      </dgm:t>
    </dgm:pt>
    <dgm:pt modelId="{38707197-079D-6949-ABC5-550FBF1709E9}">
      <dgm:prSet phldrT="[文本]"/>
      <dgm:spPr/>
      <dgm:t>
        <a:bodyPr/>
        <a:lstStyle/>
        <a:p>
          <a:r>
            <a:rPr lang="en-US" altLang="zh-CN" dirty="0"/>
            <a:t>SFT</a:t>
          </a:r>
          <a:endParaRPr lang="zh-CN" altLang="en-US" dirty="0"/>
        </a:p>
      </dgm:t>
    </dgm:pt>
    <dgm:pt modelId="{B710A9D8-65FC-8249-8C67-58CC1FDFA5EE}" type="parTrans" cxnId="{7DDF9A35-3D08-5945-9B73-9FDDBDF5B201}">
      <dgm:prSet/>
      <dgm:spPr/>
      <dgm:t>
        <a:bodyPr/>
        <a:lstStyle/>
        <a:p>
          <a:endParaRPr lang="zh-CN" altLang="en-US"/>
        </a:p>
      </dgm:t>
    </dgm:pt>
    <dgm:pt modelId="{816FA3D8-BF58-024A-9624-6500957059FB}" type="sibTrans" cxnId="{7DDF9A35-3D08-5945-9B73-9FDDBDF5B201}">
      <dgm:prSet/>
      <dgm:spPr/>
      <dgm:t>
        <a:bodyPr/>
        <a:lstStyle/>
        <a:p>
          <a:endParaRPr lang="zh-CN" altLang="en-US"/>
        </a:p>
      </dgm:t>
    </dgm:pt>
    <dgm:pt modelId="{2DC7312C-17B3-E44B-8D33-CA94941FCC71}">
      <dgm:prSet phldrT="[文本]"/>
      <dgm:spPr/>
      <dgm:t>
        <a:bodyPr/>
        <a:lstStyle/>
        <a:p>
          <a:r>
            <a:rPr lang="en-US" altLang="zh-CN" dirty="0"/>
            <a:t>1-100GPU</a:t>
          </a:r>
          <a:r>
            <a:rPr lang="zh-CN" altLang="en-US" dirty="0"/>
            <a:t>天</a:t>
          </a:r>
        </a:p>
      </dgm:t>
    </dgm:pt>
    <dgm:pt modelId="{6D41D6B1-E235-7A41-82C9-9B6F608F1F11}" type="parTrans" cxnId="{5C0BB227-F0AE-E94C-8F18-12E36F7C1109}">
      <dgm:prSet/>
      <dgm:spPr/>
      <dgm:t>
        <a:bodyPr/>
        <a:lstStyle/>
        <a:p>
          <a:endParaRPr lang="zh-CN" altLang="en-US"/>
        </a:p>
      </dgm:t>
    </dgm:pt>
    <dgm:pt modelId="{C40213CD-8B3B-2C44-9929-C0BD4490C756}" type="sibTrans" cxnId="{5C0BB227-F0AE-E94C-8F18-12E36F7C1109}">
      <dgm:prSet/>
      <dgm:spPr/>
      <dgm:t>
        <a:bodyPr/>
        <a:lstStyle/>
        <a:p>
          <a:endParaRPr lang="zh-CN" altLang="en-US"/>
        </a:p>
      </dgm:t>
    </dgm:pt>
    <dgm:pt modelId="{F7C99551-1570-B941-86EC-59CF9B3143F7}">
      <dgm:prSet phldrT="[文本]"/>
      <dgm:spPr/>
      <dgm:t>
        <a:bodyPr/>
        <a:lstStyle/>
        <a:p>
          <a:r>
            <a:rPr lang="zh-CN" altLang="en-US" dirty="0"/>
            <a:t>强化学习</a:t>
          </a:r>
        </a:p>
      </dgm:t>
    </dgm:pt>
    <dgm:pt modelId="{12FD7E37-A38D-D342-B55B-DDEA750CA1A4}" type="parTrans" cxnId="{BECA9AF4-3998-0347-8833-948B2EECFF49}">
      <dgm:prSet/>
      <dgm:spPr/>
      <dgm:t>
        <a:bodyPr/>
        <a:lstStyle/>
        <a:p>
          <a:endParaRPr lang="zh-CN" altLang="en-US"/>
        </a:p>
      </dgm:t>
    </dgm:pt>
    <dgm:pt modelId="{D88C5502-652A-AB46-A01C-EB282F77DD17}" type="sibTrans" cxnId="{BECA9AF4-3998-0347-8833-948B2EECFF49}">
      <dgm:prSet/>
      <dgm:spPr/>
      <dgm:t>
        <a:bodyPr/>
        <a:lstStyle/>
        <a:p>
          <a:endParaRPr lang="zh-CN" altLang="en-US"/>
        </a:p>
      </dgm:t>
    </dgm:pt>
    <dgm:pt modelId="{3B58EB46-3C3D-0840-8E8D-84DF252DBD6F}">
      <dgm:prSet phldrT="[文本]"/>
      <dgm:spPr/>
      <dgm:t>
        <a:bodyPr/>
        <a:lstStyle/>
        <a:p>
          <a:r>
            <a:rPr lang="zh-CN" altLang="en-US" dirty="0"/>
            <a:t>用户指令</a:t>
          </a:r>
          <a:endParaRPr lang="en-US" altLang="zh-CN" dirty="0"/>
        </a:p>
        <a:p>
          <a:r>
            <a:rPr lang="zh-CN" altLang="en-US" dirty="0"/>
            <a:t>十万级</a:t>
          </a:r>
        </a:p>
      </dgm:t>
    </dgm:pt>
    <dgm:pt modelId="{A70084C5-A5A4-9141-9221-0CF71EA6DE8E}" type="parTrans" cxnId="{345ABD36-A6D3-6D49-95D6-B46C89D9E2CA}">
      <dgm:prSet/>
      <dgm:spPr/>
      <dgm:t>
        <a:bodyPr/>
        <a:lstStyle/>
        <a:p>
          <a:endParaRPr lang="zh-CN" altLang="en-US"/>
        </a:p>
      </dgm:t>
    </dgm:pt>
    <dgm:pt modelId="{2AE00DA9-3D5A-3D4B-9A70-0F6D03818FBD}" type="sibTrans" cxnId="{345ABD36-A6D3-6D49-95D6-B46C89D9E2CA}">
      <dgm:prSet/>
      <dgm:spPr/>
      <dgm:t>
        <a:bodyPr/>
        <a:lstStyle/>
        <a:p>
          <a:endParaRPr lang="zh-CN" altLang="en-US"/>
        </a:p>
      </dgm:t>
    </dgm:pt>
    <dgm:pt modelId="{CBDF9297-899E-F845-B209-5B82A5B3BF4D}">
      <dgm:prSet phldrT="[文本]"/>
      <dgm:spPr/>
      <dgm:t>
        <a:bodyPr/>
        <a:lstStyle/>
        <a:p>
          <a:r>
            <a:rPr lang="en-US" altLang="zh-CN" dirty="0"/>
            <a:t>RL</a:t>
          </a:r>
          <a:r>
            <a:rPr lang="zh-CN" altLang="en-US" dirty="0"/>
            <a:t>强化学习</a:t>
          </a:r>
        </a:p>
      </dgm:t>
    </dgm:pt>
    <dgm:pt modelId="{E660F313-7C58-5245-BABD-5740695FB887}" type="parTrans" cxnId="{476D9555-D415-1F4F-9D8B-67C289CD1A49}">
      <dgm:prSet/>
      <dgm:spPr/>
      <dgm:t>
        <a:bodyPr/>
        <a:lstStyle/>
        <a:p>
          <a:endParaRPr lang="zh-CN" altLang="en-US"/>
        </a:p>
      </dgm:t>
    </dgm:pt>
    <dgm:pt modelId="{B027CB94-C3AE-214F-92EE-EC31DDEF09A4}" type="sibTrans" cxnId="{476D9555-D415-1F4F-9D8B-67C289CD1A49}">
      <dgm:prSet/>
      <dgm:spPr/>
      <dgm:t>
        <a:bodyPr/>
        <a:lstStyle/>
        <a:p>
          <a:endParaRPr lang="zh-CN" altLang="en-US"/>
        </a:p>
      </dgm:t>
    </dgm:pt>
    <dgm:pt modelId="{3EF9E58F-3695-134B-B051-886D736CBDBE}">
      <dgm:prSet phldrT="[文本]"/>
      <dgm:spPr/>
      <dgm:t>
        <a:bodyPr/>
        <a:lstStyle/>
        <a:p>
          <a:r>
            <a:rPr lang="en-US" altLang="zh-CN" dirty="0"/>
            <a:t>1-100GPU</a:t>
          </a:r>
          <a:r>
            <a:rPr lang="zh-CN" altLang="en-US" dirty="0"/>
            <a:t>天</a:t>
          </a:r>
        </a:p>
      </dgm:t>
    </dgm:pt>
    <dgm:pt modelId="{8CB676F6-705B-EC44-B50C-2F3EED18EECF}" type="parTrans" cxnId="{BA456CAD-DB27-824E-9601-BF0060AC2C22}">
      <dgm:prSet/>
      <dgm:spPr/>
      <dgm:t>
        <a:bodyPr/>
        <a:lstStyle/>
        <a:p>
          <a:endParaRPr lang="zh-CN" altLang="en-US"/>
        </a:p>
      </dgm:t>
    </dgm:pt>
    <dgm:pt modelId="{EAE754D8-F018-B74A-918F-E0272215227F}" type="sibTrans" cxnId="{BA456CAD-DB27-824E-9601-BF0060AC2C22}">
      <dgm:prSet/>
      <dgm:spPr/>
      <dgm:t>
        <a:bodyPr/>
        <a:lstStyle/>
        <a:p>
          <a:endParaRPr lang="zh-CN" altLang="en-US"/>
        </a:p>
      </dgm:t>
    </dgm:pt>
    <dgm:pt modelId="{759B2A19-1A4A-A642-AB88-FD79C946674A}" type="pres">
      <dgm:prSet presAssocID="{032BD82F-F5DE-8144-BA03-1792D3ED4693}" presName="theList" presStyleCnt="0">
        <dgm:presLayoutVars>
          <dgm:dir/>
          <dgm:animLvl val="lvl"/>
          <dgm:resizeHandles val="exact"/>
        </dgm:presLayoutVars>
      </dgm:prSet>
      <dgm:spPr/>
    </dgm:pt>
    <dgm:pt modelId="{086C54E6-2726-464C-B721-E0D45348BFAE}" type="pres">
      <dgm:prSet presAssocID="{9404989A-55AC-1D4E-8520-DEB86EB561EA}" presName="compNode" presStyleCnt="0"/>
      <dgm:spPr/>
    </dgm:pt>
    <dgm:pt modelId="{ADE74986-ABC7-0A47-BE6E-59CE789068A3}" type="pres">
      <dgm:prSet presAssocID="{9404989A-55AC-1D4E-8520-DEB86EB561EA}" presName="aNode" presStyleLbl="bgShp" presStyleIdx="0" presStyleCnt="4"/>
      <dgm:spPr/>
    </dgm:pt>
    <dgm:pt modelId="{9693FCDC-0F40-C54C-83FD-86E6AD109EA4}" type="pres">
      <dgm:prSet presAssocID="{9404989A-55AC-1D4E-8520-DEB86EB561EA}" presName="textNode" presStyleLbl="bgShp" presStyleIdx="0" presStyleCnt="4"/>
      <dgm:spPr/>
    </dgm:pt>
    <dgm:pt modelId="{23BC2F19-7847-664F-B8BA-855D8A45D904}" type="pres">
      <dgm:prSet presAssocID="{9404989A-55AC-1D4E-8520-DEB86EB561EA}" presName="compChildNode" presStyleCnt="0"/>
      <dgm:spPr/>
    </dgm:pt>
    <dgm:pt modelId="{B97CDB88-5B75-9148-B563-CFFD444E4402}" type="pres">
      <dgm:prSet presAssocID="{9404989A-55AC-1D4E-8520-DEB86EB561EA}" presName="theInnerList" presStyleCnt="0"/>
      <dgm:spPr/>
    </dgm:pt>
    <dgm:pt modelId="{5191CE5A-9319-8F43-9A28-E6D26F9244B4}" type="pres">
      <dgm:prSet presAssocID="{6D69CD92-C252-B545-A958-0A983EEEEF52}" presName="childNode" presStyleLbl="node1" presStyleIdx="0" presStyleCnt="12">
        <dgm:presLayoutVars>
          <dgm:bulletEnabled val="1"/>
        </dgm:presLayoutVars>
      </dgm:prSet>
      <dgm:spPr/>
    </dgm:pt>
    <dgm:pt modelId="{ADB9FAF0-8473-E343-853C-01AD80EDBD31}" type="pres">
      <dgm:prSet presAssocID="{6D69CD92-C252-B545-A958-0A983EEEEF52}" presName="aSpace2" presStyleCnt="0"/>
      <dgm:spPr/>
    </dgm:pt>
    <dgm:pt modelId="{C18D9481-7873-B941-AF01-C9887F22C112}" type="pres">
      <dgm:prSet presAssocID="{764265F2-D1D9-1D48-ACCF-DF70914580E5}" presName="childNode" presStyleLbl="node1" presStyleIdx="1" presStyleCnt="12">
        <dgm:presLayoutVars>
          <dgm:bulletEnabled val="1"/>
        </dgm:presLayoutVars>
      </dgm:prSet>
      <dgm:spPr/>
    </dgm:pt>
    <dgm:pt modelId="{28F70CCD-DFFF-8347-9832-A07B9E677679}" type="pres">
      <dgm:prSet presAssocID="{764265F2-D1D9-1D48-ACCF-DF70914580E5}" presName="aSpace2" presStyleCnt="0"/>
      <dgm:spPr/>
    </dgm:pt>
    <dgm:pt modelId="{450825F8-F40F-054A-8D48-8B9FACC9556A}" type="pres">
      <dgm:prSet presAssocID="{8A3B79F1-2B21-2742-99E4-31B1FFD4C1E9}" presName="childNode" presStyleLbl="node1" presStyleIdx="2" presStyleCnt="12">
        <dgm:presLayoutVars>
          <dgm:bulletEnabled val="1"/>
        </dgm:presLayoutVars>
      </dgm:prSet>
      <dgm:spPr/>
    </dgm:pt>
    <dgm:pt modelId="{1C3B30F8-9D5E-2D42-9CFC-C7214896CFE0}" type="pres">
      <dgm:prSet presAssocID="{9404989A-55AC-1D4E-8520-DEB86EB561EA}" presName="aSpace" presStyleCnt="0"/>
      <dgm:spPr/>
    </dgm:pt>
    <dgm:pt modelId="{9F6B1FC4-41C2-F543-BE74-0945860B0423}" type="pres">
      <dgm:prSet presAssocID="{74784067-5F0E-9645-8AB0-D16CA4C76BAE}" presName="compNode" presStyleCnt="0"/>
      <dgm:spPr/>
    </dgm:pt>
    <dgm:pt modelId="{28B38864-0C82-2F44-963A-2F8C27B0A877}" type="pres">
      <dgm:prSet presAssocID="{74784067-5F0E-9645-8AB0-D16CA4C76BAE}" presName="aNode" presStyleLbl="bgShp" presStyleIdx="1" presStyleCnt="4"/>
      <dgm:spPr/>
    </dgm:pt>
    <dgm:pt modelId="{82D0FC7B-1E7F-A445-BEE6-58B7FDA8C776}" type="pres">
      <dgm:prSet presAssocID="{74784067-5F0E-9645-8AB0-D16CA4C76BAE}" presName="textNode" presStyleLbl="bgShp" presStyleIdx="1" presStyleCnt="4"/>
      <dgm:spPr/>
    </dgm:pt>
    <dgm:pt modelId="{CF325D15-980F-7145-9DE2-E77D1F161A68}" type="pres">
      <dgm:prSet presAssocID="{74784067-5F0E-9645-8AB0-D16CA4C76BAE}" presName="compChildNode" presStyleCnt="0"/>
      <dgm:spPr/>
    </dgm:pt>
    <dgm:pt modelId="{139D3FA2-0437-7441-9216-DCB0F4B397CB}" type="pres">
      <dgm:prSet presAssocID="{74784067-5F0E-9645-8AB0-D16CA4C76BAE}" presName="theInnerList" presStyleCnt="0"/>
      <dgm:spPr/>
    </dgm:pt>
    <dgm:pt modelId="{A2904C5C-A103-3A42-B475-BE047E0D47A4}" type="pres">
      <dgm:prSet presAssocID="{2513F5F8-C3E7-0A46-8F1C-B1C9D3DE5727}" presName="childNode" presStyleLbl="node1" presStyleIdx="3" presStyleCnt="12">
        <dgm:presLayoutVars>
          <dgm:bulletEnabled val="1"/>
        </dgm:presLayoutVars>
      </dgm:prSet>
      <dgm:spPr/>
    </dgm:pt>
    <dgm:pt modelId="{E6A091E9-FC0D-F241-83BB-3E3C94AEE5B0}" type="pres">
      <dgm:prSet presAssocID="{2513F5F8-C3E7-0A46-8F1C-B1C9D3DE5727}" presName="aSpace2" presStyleCnt="0"/>
      <dgm:spPr/>
    </dgm:pt>
    <dgm:pt modelId="{FD731425-CB41-3D40-B2C4-C381E38457D8}" type="pres">
      <dgm:prSet presAssocID="{38707197-079D-6949-ABC5-550FBF1709E9}" presName="childNode" presStyleLbl="node1" presStyleIdx="4" presStyleCnt="12">
        <dgm:presLayoutVars>
          <dgm:bulletEnabled val="1"/>
        </dgm:presLayoutVars>
      </dgm:prSet>
      <dgm:spPr/>
    </dgm:pt>
    <dgm:pt modelId="{9543C2C7-94AB-3648-9244-979EFF8456D0}" type="pres">
      <dgm:prSet presAssocID="{38707197-079D-6949-ABC5-550FBF1709E9}" presName="aSpace2" presStyleCnt="0"/>
      <dgm:spPr/>
    </dgm:pt>
    <dgm:pt modelId="{19FCA3DD-F049-F445-8FC0-39323505DA86}" type="pres">
      <dgm:prSet presAssocID="{F23BA080-E94A-F847-A2D0-ED166C098C4E}" presName="childNode" presStyleLbl="node1" presStyleIdx="5" presStyleCnt="12">
        <dgm:presLayoutVars>
          <dgm:bulletEnabled val="1"/>
        </dgm:presLayoutVars>
      </dgm:prSet>
      <dgm:spPr/>
    </dgm:pt>
    <dgm:pt modelId="{BB0C622A-8055-DD41-8B0D-37B29AF2BA10}" type="pres">
      <dgm:prSet presAssocID="{74784067-5F0E-9645-8AB0-D16CA4C76BAE}" presName="aSpace" presStyleCnt="0"/>
      <dgm:spPr/>
    </dgm:pt>
    <dgm:pt modelId="{62E32C5C-5497-5F4C-80FF-C2AC48C2179D}" type="pres">
      <dgm:prSet presAssocID="{ECD7B1E7-8337-A243-BE7A-2DC35CBA76CD}" presName="compNode" presStyleCnt="0"/>
      <dgm:spPr/>
    </dgm:pt>
    <dgm:pt modelId="{A26B603E-4B28-B243-9D2B-13EFF7286A19}" type="pres">
      <dgm:prSet presAssocID="{ECD7B1E7-8337-A243-BE7A-2DC35CBA76CD}" presName="aNode" presStyleLbl="bgShp" presStyleIdx="2" presStyleCnt="4"/>
      <dgm:spPr/>
    </dgm:pt>
    <dgm:pt modelId="{4B91C0E9-8E95-5F43-A21F-157AF4127BC2}" type="pres">
      <dgm:prSet presAssocID="{ECD7B1E7-8337-A243-BE7A-2DC35CBA76CD}" presName="textNode" presStyleLbl="bgShp" presStyleIdx="2" presStyleCnt="4"/>
      <dgm:spPr/>
    </dgm:pt>
    <dgm:pt modelId="{54E01A98-B58A-2E46-AF49-8FBEA3A9321A}" type="pres">
      <dgm:prSet presAssocID="{ECD7B1E7-8337-A243-BE7A-2DC35CBA76CD}" presName="compChildNode" presStyleCnt="0"/>
      <dgm:spPr/>
    </dgm:pt>
    <dgm:pt modelId="{8E0AF7EF-37D0-3344-AA04-8F20C273B6DF}" type="pres">
      <dgm:prSet presAssocID="{ECD7B1E7-8337-A243-BE7A-2DC35CBA76CD}" presName="theInnerList" presStyleCnt="0"/>
      <dgm:spPr/>
    </dgm:pt>
    <dgm:pt modelId="{5553C2C3-DFA4-F747-B1A2-9D3F5060C3F4}" type="pres">
      <dgm:prSet presAssocID="{E057F77F-C4CA-3D48-9673-9BE07BB5B4D6}" presName="childNode" presStyleLbl="node1" presStyleIdx="6" presStyleCnt="12">
        <dgm:presLayoutVars>
          <dgm:bulletEnabled val="1"/>
        </dgm:presLayoutVars>
      </dgm:prSet>
      <dgm:spPr/>
    </dgm:pt>
    <dgm:pt modelId="{F6360FB5-8062-2147-A099-FF3AD127E39C}" type="pres">
      <dgm:prSet presAssocID="{E057F77F-C4CA-3D48-9673-9BE07BB5B4D6}" presName="aSpace2" presStyleCnt="0"/>
      <dgm:spPr/>
    </dgm:pt>
    <dgm:pt modelId="{F78705C6-0DB4-434A-A831-410063FB58D0}" type="pres">
      <dgm:prSet presAssocID="{7570F8DC-40BA-9E40-8CA1-AD8FC74DEB2B}" presName="childNode" presStyleLbl="node1" presStyleIdx="7" presStyleCnt="12">
        <dgm:presLayoutVars>
          <dgm:bulletEnabled val="1"/>
        </dgm:presLayoutVars>
      </dgm:prSet>
      <dgm:spPr/>
    </dgm:pt>
    <dgm:pt modelId="{A79B861A-FBD5-F14E-B36C-3E51E0A6A67D}" type="pres">
      <dgm:prSet presAssocID="{7570F8DC-40BA-9E40-8CA1-AD8FC74DEB2B}" presName="aSpace2" presStyleCnt="0"/>
      <dgm:spPr/>
    </dgm:pt>
    <dgm:pt modelId="{9382DD11-5E09-054D-914F-9845B43E99C3}" type="pres">
      <dgm:prSet presAssocID="{2DC7312C-17B3-E44B-8D33-CA94941FCC71}" presName="childNode" presStyleLbl="node1" presStyleIdx="8" presStyleCnt="12">
        <dgm:presLayoutVars>
          <dgm:bulletEnabled val="1"/>
        </dgm:presLayoutVars>
      </dgm:prSet>
      <dgm:spPr/>
    </dgm:pt>
    <dgm:pt modelId="{7607AE92-FA83-A842-A5DE-7198C96A00FC}" type="pres">
      <dgm:prSet presAssocID="{ECD7B1E7-8337-A243-BE7A-2DC35CBA76CD}" presName="aSpace" presStyleCnt="0"/>
      <dgm:spPr/>
    </dgm:pt>
    <dgm:pt modelId="{77C67AE9-B8A4-C947-96BD-8AFC99DDDA27}" type="pres">
      <dgm:prSet presAssocID="{F7C99551-1570-B941-86EC-59CF9B3143F7}" presName="compNode" presStyleCnt="0"/>
      <dgm:spPr/>
    </dgm:pt>
    <dgm:pt modelId="{1C6E19BE-ACC2-B94B-AAF2-1D3F1AD6C9EE}" type="pres">
      <dgm:prSet presAssocID="{F7C99551-1570-B941-86EC-59CF9B3143F7}" presName="aNode" presStyleLbl="bgShp" presStyleIdx="3" presStyleCnt="4"/>
      <dgm:spPr/>
    </dgm:pt>
    <dgm:pt modelId="{E98DE3D5-A1BD-7346-A9B6-8553FDB04C3A}" type="pres">
      <dgm:prSet presAssocID="{F7C99551-1570-B941-86EC-59CF9B3143F7}" presName="textNode" presStyleLbl="bgShp" presStyleIdx="3" presStyleCnt="4"/>
      <dgm:spPr/>
    </dgm:pt>
    <dgm:pt modelId="{014E759C-C159-F545-A72D-D10DB96EB250}" type="pres">
      <dgm:prSet presAssocID="{F7C99551-1570-B941-86EC-59CF9B3143F7}" presName="compChildNode" presStyleCnt="0"/>
      <dgm:spPr/>
    </dgm:pt>
    <dgm:pt modelId="{596F8B41-A07F-FD4D-A527-8E37D8EA3250}" type="pres">
      <dgm:prSet presAssocID="{F7C99551-1570-B941-86EC-59CF9B3143F7}" presName="theInnerList" presStyleCnt="0"/>
      <dgm:spPr/>
    </dgm:pt>
    <dgm:pt modelId="{D6ABF54E-9224-384A-B5A9-BA2629C588F1}" type="pres">
      <dgm:prSet presAssocID="{3B58EB46-3C3D-0840-8E8D-84DF252DBD6F}" presName="childNode" presStyleLbl="node1" presStyleIdx="9" presStyleCnt="12">
        <dgm:presLayoutVars>
          <dgm:bulletEnabled val="1"/>
        </dgm:presLayoutVars>
      </dgm:prSet>
      <dgm:spPr/>
    </dgm:pt>
    <dgm:pt modelId="{E4CECAD1-36BC-A64A-AD6B-9984ED28F831}" type="pres">
      <dgm:prSet presAssocID="{3B58EB46-3C3D-0840-8E8D-84DF252DBD6F}" presName="aSpace2" presStyleCnt="0"/>
      <dgm:spPr/>
    </dgm:pt>
    <dgm:pt modelId="{DE313348-AB17-064C-941C-48B961745F7F}" type="pres">
      <dgm:prSet presAssocID="{CBDF9297-899E-F845-B209-5B82A5B3BF4D}" presName="childNode" presStyleLbl="node1" presStyleIdx="10" presStyleCnt="12">
        <dgm:presLayoutVars>
          <dgm:bulletEnabled val="1"/>
        </dgm:presLayoutVars>
      </dgm:prSet>
      <dgm:spPr/>
    </dgm:pt>
    <dgm:pt modelId="{7E98DB8C-EA0A-1D42-821F-06278F2C4660}" type="pres">
      <dgm:prSet presAssocID="{CBDF9297-899E-F845-B209-5B82A5B3BF4D}" presName="aSpace2" presStyleCnt="0"/>
      <dgm:spPr/>
    </dgm:pt>
    <dgm:pt modelId="{8B0B6613-8364-F54F-AB82-E1632EA7885F}" type="pres">
      <dgm:prSet presAssocID="{3EF9E58F-3695-134B-B051-886D736CBDBE}" presName="childNode" presStyleLbl="node1" presStyleIdx="11" presStyleCnt="12">
        <dgm:presLayoutVars>
          <dgm:bulletEnabled val="1"/>
        </dgm:presLayoutVars>
      </dgm:prSet>
      <dgm:spPr/>
    </dgm:pt>
  </dgm:ptLst>
  <dgm:cxnLst>
    <dgm:cxn modelId="{31C4F903-3D1A-D84E-BA8C-C244B86B5B74}" type="presOf" srcId="{2513F5F8-C3E7-0A46-8F1C-B1C9D3DE5727}" destId="{A2904C5C-A103-3A42-B475-BE047E0D47A4}" srcOrd="0" destOrd="0" presId="urn:microsoft.com/office/officeart/2005/8/layout/lProcess2"/>
    <dgm:cxn modelId="{FC21230C-27F1-3A4D-8B13-15F913D532AD}" type="presOf" srcId="{9404989A-55AC-1D4E-8520-DEB86EB561EA}" destId="{ADE74986-ABC7-0A47-BE6E-59CE789068A3}" srcOrd="0" destOrd="0" presId="urn:microsoft.com/office/officeart/2005/8/layout/lProcess2"/>
    <dgm:cxn modelId="{B01E4A0D-9F9A-9C4C-A964-4B2857461C33}" type="presOf" srcId="{8A3B79F1-2B21-2742-99E4-31B1FFD4C1E9}" destId="{450825F8-F40F-054A-8D48-8B9FACC9556A}" srcOrd="0" destOrd="0" presId="urn:microsoft.com/office/officeart/2005/8/layout/lProcess2"/>
    <dgm:cxn modelId="{57A05127-B1B4-EF4A-AC44-7AE78CC30A03}" type="presOf" srcId="{3EF9E58F-3695-134B-B051-886D736CBDBE}" destId="{8B0B6613-8364-F54F-AB82-E1632EA7885F}" srcOrd="0" destOrd="0" presId="urn:microsoft.com/office/officeart/2005/8/layout/lProcess2"/>
    <dgm:cxn modelId="{5C0BB227-F0AE-E94C-8F18-12E36F7C1109}" srcId="{ECD7B1E7-8337-A243-BE7A-2DC35CBA76CD}" destId="{2DC7312C-17B3-E44B-8D33-CA94941FCC71}" srcOrd="2" destOrd="0" parTransId="{6D41D6B1-E235-7A41-82C9-9B6F608F1F11}" sibTransId="{C40213CD-8B3B-2C44-9929-C0BD4490C756}"/>
    <dgm:cxn modelId="{1888A92C-0E8B-4747-A94E-F2DD3DE34FEF}" type="presOf" srcId="{ECD7B1E7-8337-A243-BE7A-2DC35CBA76CD}" destId="{A26B603E-4B28-B243-9D2B-13EFF7286A19}" srcOrd="0" destOrd="0" presId="urn:microsoft.com/office/officeart/2005/8/layout/lProcess2"/>
    <dgm:cxn modelId="{955BB32D-E4C9-A941-A08E-022068290C16}" srcId="{9404989A-55AC-1D4E-8520-DEB86EB561EA}" destId="{6D69CD92-C252-B545-A958-0A983EEEEF52}" srcOrd="0" destOrd="0" parTransId="{5C3E9742-47EE-754A-A40A-2ED3DC2508D8}" sibTransId="{8120319F-F4A9-C24A-B2BB-FA9B4D6A830C}"/>
    <dgm:cxn modelId="{D0587130-BEA5-AF41-8591-C7CFD4EE0B35}" type="presOf" srcId="{E057F77F-C4CA-3D48-9673-9BE07BB5B4D6}" destId="{5553C2C3-DFA4-F747-B1A2-9D3F5060C3F4}" srcOrd="0" destOrd="0" presId="urn:microsoft.com/office/officeart/2005/8/layout/lProcess2"/>
    <dgm:cxn modelId="{7DDF9A35-3D08-5945-9B73-9FDDBDF5B201}" srcId="{74784067-5F0E-9645-8AB0-D16CA4C76BAE}" destId="{38707197-079D-6949-ABC5-550FBF1709E9}" srcOrd="1" destOrd="0" parTransId="{B710A9D8-65FC-8249-8C67-58CC1FDFA5EE}" sibTransId="{816FA3D8-BF58-024A-9624-6500957059FB}"/>
    <dgm:cxn modelId="{345ABD36-A6D3-6D49-95D6-B46C89D9E2CA}" srcId="{F7C99551-1570-B941-86EC-59CF9B3143F7}" destId="{3B58EB46-3C3D-0840-8E8D-84DF252DBD6F}" srcOrd="0" destOrd="0" parTransId="{A70084C5-A5A4-9141-9221-0CF71EA6DE8E}" sibTransId="{2AE00DA9-3D5A-3D4B-9A70-0F6D03818FBD}"/>
    <dgm:cxn modelId="{3E1FA840-6058-7B44-8F77-6B25A4E26187}" type="presOf" srcId="{9404989A-55AC-1D4E-8520-DEB86EB561EA}" destId="{9693FCDC-0F40-C54C-83FD-86E6AD109EA4}" srcOrd="1" destOrd="0" presId="urn:microsoft.com/office/officeart/2005/8/layout/lProcess2"/>
    <dgm:cxn modelId="{A005C953-42E0-2C4B-9308-3BE7144BAE2E}" srcId="{9404989A-55AC-1D4E-8520-DEB86EB561EA}" destId="{764265F2-D1D9-1D48-ACCF-DF70914580E5}" srcOrd="1" destOrd="0" parTransId="{4A703D74-2233-4B42-A841-8FB7AB17BDFD}" sibTransId="{62A06184-6BF6-3441-A3D9-1325CBD5A00C}"/>
    <dgm:cxn modelId="{ED07F954-01B8-2446-91CF-2BC46A2318F0}" type="presOf" srcId="{74784067-5F0E-9645-8AB0-D16CA4C76BAE}" destId="{82D0FC7B-1E7F-A445-BEE6-58B7FDA8C776}" srcOrd="1" destOrd="0" presId="urn:microsoft.com/office/officeart/2005/8/layout/lProcess2"/>
    <dgm:cxn modelId="{476D9555-D415-1F4F-9D8B-67C289CD1A49}" srcId="{F7C99551-1570-B941-86EC-59CF9B3143F7}" destId="{CBDF9297-899E-F845-B209-5B82A5B3BF4D}" srcOrd="1" destOrd="0" parTransId="{E660F313-7C58-5245-BABD-5740695FB887}" sibTransId="{B027CB94-C3AE-214F-92EE-EC31DDEF09A4}"/>
    <dgm:cxn modelId="{12B6E157-F0C3-2F44-8B8E-463BDEFC6A4A}" srcId="{ECD7B1E7-8337-A243-BE7A-2DC35CBA76CD}" destId="{7570F8DC-40BA-9E40-8CA1-AD8FC74DEB2B}" srcOrd="1" destOrd="0" parTransId="{093B73DA-3C88-D74B-8FEC-8916790332C0}" sibTransId="{17BA1EDA-51E8-F34F-AFFB-E1D9EF29432B}"/>
    <dgm:cxn modelId="{52432C59-E91F-D548-81F4-639B7EE8F9D9}" srcId="{74784067-5F0E-9645-8AB0-D16CA4C76BAE}" destId="{2513F5F8-C3E7-0A46-8F1C-B1C9D3DE5727}" srcOrd="0" destOrd="0" parTransId="{DD3C84F3-2AC7-5E46-8ED1-B9C01C771AA7}" sibTransId="{84EA9B7A-0E58-9F48-9EEA-97EA00C40FEE}"/>
    <dgm:cxn modelId="{CE62585F-3200-0C4A-8D22-FF8FBF03B23A}" type="presOf" srcId="{F7C99551-1570-B941-86EC-59CF9B3143F7}" destId="{1C6E19BE-ACC2-B94B-AAF2-1D3F1AD6C9EE}" srcOrd="0" destOrd="0" presId="urn:microsoft.com/office/officeart/2005/8/layout/lProcess2"/>
    <dgm:cxn modelId="{EDEC1A65-CC80-EE4A-B547-D8BED024EDA0}" srcId="{032BD82F-F5DE-8144-BA03-1792D3ED4693}" destId="{ECD7B1E7-8337-A243-BE7A-2DC35CBA76CD}" srcOrd="2" destOrd="0" parTransId="{6B193FBE-E122-6B46-88DF-18022D0A20AD}" sibTransId="{6B45D7EF-BD40-FD48-A581-E3D148D25B02}"/>
    <dgm:cxn modelId="{9E09E16D-22D4-3F4E-A4A4-45FB0CD4A710}" type="presOf" srcId="{6D69CD92-C252-B545-A958-0A983EEEEF52}" destId="{5191CE5A-9319-8F43-9A28-E6D26F9244B4}" srcOrd="0" destOrd="0" presId="urn:microsoft.com/office/officeart/2005/8/layout/lProcess2"/>
    <dgm:cxn modelId="{9AF3B06E-544E-744C-A87D-F046C91FA156}" type="presOf" srcId="{3B58EB46-3C3D-0840-8E8D-84DF252DBD6F}" destId="{D6ABF54E-9224-384A-B5A9-BA2629C588F1}" srcOrd="0" destOrd="0" presId="urn:microsoft.com/office/officeart/2005/8/layout/lProcess2"/>
    <dgm:cxn modelId="{D3FE8F79-3BCF-DA41-9496-AE5AA659FA70}" type="presOf" srcId="{CBDF9297-899E-F845-B209-5B82A5B3BF4D}" destId="{DE313348-AB17-064C-941C-48B961745F7F}" srcOrd="0" destOrd="0" presId="urn:microsoft.com/office/officeart/2005/8/layout/lProcess2"/>
    <dgm:cxn modelId="{FB8AC681-BAB6-7646-9102-908004ABD007}" srcId="{9404989A-55AC-1D4E-8520-DEB86EB561EA}" destId="{8A3B79F1-2B21-2742-99E4-31B1FFD4C1E9}" srcOrd="2" destOrd="0" parTransId="{EBDCCFDF-E25D-D847-B928-0DC4B58B28C7}" sibTransId="{71521B0A-43B3-A94D-9660-04F48DBD600E}"/>
    <dgm:cxn modelId="{815C908F-953B-E840-BEBE-3DD289A45AFF}" type="presOf" srcId="{38707197-079D-6949-ABC5-550FBF1709E9}" destId="{FD731425-CB41-3D40-B2C4-C381E38457D8}" srcOrd="0" destOrd="0" presId="urn:microsoft.com/office/officeart/2005/8/layout/lProcess2"/>
    <dgm:cxn modelId="{B69F928F-21C4-7A4D-A247-0CC038AFDBDE}" type="presOf" srcId="{764265F2-D1D9-1D48-ACCF-DF70914580E5}" destId="{C18D9481-7873-B941-AF01-C9887F22C112}" srcOrd="0" destOrd="0" presId="urn:microsoft.com/office/officeart/2005/8/layout/lProcess2"/>
    <dgm:cxn modelId="{CC5FE58F-ABC5-6541-88F7-C7162D29E5F0}" type="presOf" srcId="{ECD7B1E7-8337-A243-BE7A-2DC35CBA76CD}" destId="{4B91C0E9-8E95-5F43-A21F-157AF4127BC2}" srcOrd="1" destOrd="0" presId="urn:microsoft.com/office/officeart/2005/8/layout/lProcess2"/>
    <dgm:cxn modelId="{5D3BA5A1-6C9D-FC46-8877-57603A1424C2}" type="presOf" srcId="{F23BA080-E94A-F847-A2D0-ED166C098C4E}" destId="{19FCA3DD-F049-F445-8FC0-39323505DA86}" srcOrd="0" destOrd="0" presId="urn:microsoft.com/office/officeart/2005/8/layout/lProcess2"/>
    <dgm:cxn modelId="{73443EAD-CE98-E14F-8C84-A4031F3C651A}" type="presOf" srcId="{74784067-5F0E-9645-8AB0-D16CA4C76BAE}" destId="{28B38864-0C82-2F44-963A-2F8C27B0A877}" srcOrd="0" destOrd="0" presId="urn:microsoft.com/office/officeart/2005/8/layout/lProcess2"/>
    <dgm:cxn modelId="{BA456CAD-DB27-824E-9601-BF0060AC2C22}" srcId="{F7C99551-1570-B941-86EC-59CF9B3143F7}" destId="{3EF9E58F-3695-134B-B051-886D736CBDBE}" srcOrd="2" destOrd="0" parTransId="{8CB676F6-705B-EC44-B50C-2F3EED18EECF}" sibTransId="{EAE754D8-F018-B74A-918F-E0272215227F}"/>
    <dgm:cxn modelId="{B04886B1-9DC4-5845-AFA0-09EA04D4E590}" srcId="{74784067-5F0E-9645-8AB0-D16CA4C76BAE}" destId="{F23BA080-E94A-F847-A2D0-ED166C098C4E}" srcOrd="2" destOrd="0" parTransId="{524A6FB1-9A0D-C049-B061-C905B4920AD2}" sibTransId="{9F583505-3D9E-704D-A90B-68BD604DF4B4}"/>
    <dgm:cxn modelId="{79A4AFBF-B829-3D4A-84F2-97CAAE5EC1DB}" type="presOf" srcId="{032BD82F-F5DE-8144-BA03-1792D3ED4693}" destId="{759B2A19-1A4A-A642-AB88-FD79C946674A}" srcOrd="0" destOrd="0" presId="urn:microsoft.com/office/officeart/2005/8/layout/lProcess2"/>
    <dgm:cxn modelId="{A1B29BC6-462F-714C-861F-37C4AF820268}" srcId="{032BD82F-F5DE-8144-BA03-1792D3ED4693}" destId="{9404989A-55AC-1D4E-8520-DEB86EB561EA}" srcOrd="0" destOrd="0" parTransId="{8E6F75B1-E13A-8347-AE5E-9E7FCE409ACE}" sibTransId="{5EAFDFC4-5437-814A-AC3F-95BB2B414B45}"/>
    <dgm:cxn modelId="{E59633C7-04EF-504A-8FB2-7886283E7714}" srcId="{ECD7B1E7-8337-A243-BE7A-2DC35CBA76CD}" destId="{E057F77F-C4CA-3D48-9673-9BE07BB5B4D6}" srcOrd="0" destOrd="0" parTransId="{2FD04AB1-881E-6A4C-AF41-CF75912AC6BC}" sibTransId="{AB7D8C20-F170-6244-9BA8-4D1213D7BDD8}"/>
    <dgm:cxn modelId="{F9427DCD-D215-994C-9CC5-B1FFC4C7245E}" srcId="{032BD82F-F5DE-8144-BA03-1792D3ED4693}" destId="{74784067-5F0E-9645-8AB0-D16CA4C76BAE}" srcOrd="1" destOrd="0" parTransId="{4865B29D-7305-DA4C-8372-21081FB82D7C}" sibTransId="{A2629F07-62AD-C94C-81EC-0AC0F1567950}"/>
    <dgm:cxn modelId="{B864F8D7-D927-1F4A-AC0D-C206EAEE1541}" type="presOf" srcId="{F7C99551-1570-B941-86EC-59CF9B3143F7}" destId="{E98DE3D5-A1BD-7346-A9B6-8553FDB04C3A}" srcOrd="1" destOrd="0" presId="urn:microsoft.com/office/officeart/2005/8/layout/lProcess2"/>
    <dgm:cxn modelId="{AF6093DB-ECFE-C343-8AC3-CF0B6BE3C300}" type="presOf" srcId="{7570F8DC-40BA-9E40-8CA1-AD8FC74DEB2B}" destId="{F78705C6-0DB4-434A-A831-410063FB58D0}" srcOrd="0" destOrd="0" presId="urn:microsoft.com/office/officeart/2005/8/layout/lProcess2"/>
    <dgm:cxn modelId="{2FA1AEE6-EA62-8B44-9568-AE36CB38E31E}" type="presOf" srcId="{2DC7312C-17B3-E44B-8D33-CA94941FCC71}" destId="{9382DD11-5E09-054D-914F-9845B43E99C3}" srcOrd="0" destOrd="0" presId="urn:microsoft.com/office/officeart/2005/8/layout/lProcess2"/>
    <dgm:cxn modelId="{BECA9AF4-3998-0347-8833-948B2EECFF49}" srcId="{032BD82F-F5DE-8144-BA03-1792D3ED4693}" destId="{F7C99551-1570-B941-86EC-59CF9B3143F7}" srcOrd="3" destOrd="0" parTransId="{12FD7E37-A38D-D342-B55B-DDEA750CA1A4}" sibTransId="{D88C5502-652A-AB46-A01C-EB282F77DD17}"/>
    <dgm:cxn modelId="{549A3A4A-BB6B-094C-8739-1EE862FB39A1}" type="presParOf" srcId="{759B2A19-1A4A-A642-AB88-FD79C946674A}" destId="{086C54E6-2726-464C-B721-E0D45348BFAE}" srcOrd="0" destOrd="0" presId="urn:microsoft.com/office/officeart/2005/8/layout/lProcess2"/>
    <dgm:cxn modelId="{0061198D-3C86-654E-96DC-07C29EDE7487}" type="presParOf" srcId="{086C54E6-2726-464C-B721-E0D45348BFAE}" destId="{ADE74986-ABC7-0A47-BE6E-59CE789068A3}" srcOrd="0" destOrd="0" presId="urn:microsoft.com/office/officeart/2005/8/layout/lProcess2"/>
    <dgm:cxn modelId="{D87FF903-D741-E440-BC70-7FE4DB046A20}" type="presParOf" srcId="{086C54E6-2726-464C-B721-E0D45348BFAE}" destId="{9693FCDC-0F40-C54C-83FD-86E6AD109EA4}" srcOrd="1" destOrd="0" presId="urn:microsoft.com/office/officeart/2005/8/layout/lProcess2"/>
    <dgm:cxn modelId="{807A881D-BA63-1E42-BF30-1D5FC797F575}" type="presParOf" srcId="{086C54E6-2726-464C-B721-E0D45348BFAE}" destId="{23BC2F19-7847-664F-B8BA-855D8A45D904}" srcOrd="2" destOrd="0" presId="urn:microsoft.com/office/officeart/2005/8/layout/lProcess2"/>
    <dgm:cxn modelId="{F6500692-DEB4-514E-982C-D7B7EC69EDFB}" type="presParOf" srcId="{23BC2F19-7847-664F-B8BA-855D8A45D904}" destId="{B97CDB88-5B75-9148-B563-CFFD444E4402}" srcOrd="0" destOrd="0" presId="urn:microsoft.com/office/officeart/2005/8/layout/lProcess2"/>
    <dgm:cxn modelId="{22B8AC10-82E5-9B4B-A8F6-094F8E66B381}" type="presParOf" srcId="{B97CDB88-5B75-9148-B563-CFFD444E4402}" destId="{5191CE5A-9319-8F43-9A28-E6D26F9244B4}" srcOrd="0" destOrd="0" presId="urn:microsoft.com/office/officeart/2005/8/layout/lProcess2"/>
    <dgm:cxn modelId="{E951281B-A979-6F45-90D4-E25FBF4AEDDB}" type="presParOf" srcId="{B97CDB88-5B75-9148-B563-CFFD444E4402}" destId="{ADB9FAF0-8473-E343-853C-01AD80EDBD31}" srcOrd="1" destOrd="0" presId="urn:microsoft.com/office/officeart/2005/8/layout/lProcess2"/>
    <dgm:cxn modelId="{78B4CED4-EEC0-C449-A251-B5E7CC60D60B}" type="presParOf" srcId="{B97CDB88-5B75-9148-B563-CFFD444E4402}" destId="{C18D9481-7873-B941-AF01-C9887F22C112}" srcOrd="2" destOrd="0" presId="urn:microsoft.com/office/officeart/2005/8/layout/lProcess2"/>
    <dgm:cxn modelId="{796509F2-1284-B943-8594-56BA9A69D0C7}" type="presParOf" srcId="{B97CDB88-5B75-9148-B563-CFFD444E4402}" destId="{28F70CCD-DFFF-8347-9832-A07B9E677679}" srcOrd="3" destOrd="0" presId="urn:microsoft.com/office/officeart/2005/8/layout/lProcess2"/>
    <dgm:cxn modelId="{F075F47B-0274-234F-86D0-223528A1F54E}" type="presParOf" srcId="{B97CDB88-5B75-9148-B563-CFFD444E4402}" destId="{450825F8-F40F-054A-8D48-8B9FACC9556A}" srcOrd="4" destOrd="0" presId="urn:microsoft.com/office/officeart/2005/8/layout/lProcess2"/>
    <dgm:cxn modelId="{16212245-4B81-1341-9DAA-F7CC5DDDA4E1}" type="presParOf" srcId="{759B2A19-1A4A-A642-AB88-FD79C946674A}" destId="{1C3B30F8-9D5E-2D42-9CFC-C7214896CFE0}" srcOrd="1" destOrd="0" presId="urn:microsoft.com/office/officeart/2005/8/layout/lProcess2"/>
    <dgm:cxn modelId="{B35002E8-EDD8-5043-9966-C6288555F407}" type="presParOf" srcId="{759B2A19-1A4A-A642-AB88-FD79C946674A}" destId="{9F6B1FC4-41C2-F543-BE74-0945860B0423}" srcOrd="2" destOrd="0" presId="urn:microsoft.com/office/officeart/2005/8/layout/lProcess2"/>
    <dgm:cxn modelId="{A50A9D81-0E51-EF49-9D99-F1AB5A5751EB}" type="presParOf" srcId="{9F6B1FC4-41C2-F543-BE74-0945860B0423}" destId="{28B38864-0C82-2F44-963A-2F8C27B0A877}" srcOrd="0" destOrd="0" presId="urn:microsoft.com/office/officeart/2005/8/layout/lProcess2"/>
    <dgm:cxn modelId="{ACBC616E-A173-9F43-AC77-E63611AEC18F}" type="presParOf" srcId="{9F6B1FC4-41C2-F543-BE74-0945860B0423}" destId="{82D0FC7B-1E7F-A445-BEE6-58B7FDA8C776}" srcOrd="1" destOrd="0" presId="urn:microsoft.com/office/officeart/2005/8/layout/lProcess2"/>
    <dgm:cxn modelId="{2C22BCA8-A485-0742-BE50-1CE5F72947BA}" type="presParOf" srcId="{9F6B1FC4-41C2-F543-BE74-0945860B0423}" destId="{CF325D15-980F-7145-9DE2-E77D1F161A68}" srcOrd="2" destOrd="0" presId="urn:microsoft.com/office/officeart/2005/8/layout/lProcess2"/>
    <dgm:cxn modelId="{9861B45C-5F84-4543-947C-ECCBA7EEFB56}" type="presParOf" srcId="{CF325D15-980F-7145-9DE2-E77D1F161A68}" destId="{139D3FA2-0437-7441-9216-DCB0F4B397CB}" srcOrd="0" destOrd="0" presId="urn:microsoft.com/office/officeart/2005/8/layout/lProcess2"/>
    <dgm:cxn modelId="{03640AAB-BFA3-1B47-B2E5-4E812AB517C0}" type="presParOf" srcId="{139D3FA2-0437-7441-9216-DCB0F4B397CB}" destId="{A2904C5C-A103-3A42-B475-BE047E0D47A4}" srcOrd="0" destOrd="0" presId="urn:microsoft.com/office/officeart/2005/8/layout/lProcess2"/>
    <dgm:cxn modelId="{8E8D5113-8E54-8A45-AA20-6A214A26119D}" type="presParOf" srcId="{139D3FA2-0437-7441-9216-DCB0F4B397CB}" destId="{E6A091E9-FC0D-F241-83BB-3E3C94AEE5B0}" srcOrd="1" destOrd="0" presId="urn:microsoft.com/office/officeart/2005/8/layout/lProcess2"/>
    <dgm:cxn modelId="{39430EBB-C6C6-E042-BD7C-52B7931D84E6}" type="presParOf" srcId="{139D3FA2-0437-7441-9216-DCB0F4B397CB}" destId="{FD731425-CB41-3D40-B2C4-C381E38457D8}" srcOrd="2" destOrd="0" presId="urn:microsoft.com/office/officeart/2005/8/layout/lProcess2"/>
    <dgm:cxn modelId="{A34CAAAD-3000-5C40-BA5F-CE27DC982A79}" type="presParOf" srcId="{139D3FA2-0437-7441-9216-DCB0F4B397CB}" destId="{9543C2C7-94AB-3648-9244-979EFF8456D0}" srcOrd="3" destOrd="0" presId="urn:microsoft.com/office/officeart/2005/8/layout/lProcess2"/>
    <dgm:cxn modelId="{AED14566-13F6-7B46-A23D-9BFB3F49F1AE}" type="presParOf" srcId="{139D3FA2-0437-7441-9216-DCB0F4B397CB}" destId="{19FCA3DD-F049-F445-8FC0-39323505DA86}" srcOrd="4" destOrd="0" presId="urn:microsoft.com/office/officeart/2005/8/layout/lProcess2"/>
    <dgm:cxn modelId="{80AEC548-5A86-A743-8E19-180C7D50A69D}" type="presParOf" srcId="{759B2A19-1A4A-A642-AB88-FD79C946674A}" destId="{BB0C622A-8055-DD41-8B0D-37B29AF2BA10}" srcOrd="3" destOrd="0" presId="urn:microsoft.com/office/officeart/2005/8/layout/lProcess2"/>
    <dgm:cxn modelId="{BD5DABE1-035A-254B-8330-065829DFCFCB}" type="presParOf" srcId="{759B2A19-1A4A-A642-AB88-FD79C946674A}" destId="{62E32C5C-5497-5F4C-80FF-C2AC48C2179D}" srcOrd="4" destOrd="0" presId="urn:microsoft.com/office/officeart/2005/8/layout/lProcess2"/>
    <dgm:cxn modelId="{A59FF320-1072-FD42-B1CC-EAA82C7E25A2}" type="presParOf" srcId="{62E32C5C-5497-5F4C-80FF-C2AC48C2179D}" destId="{A26B603E-4B28-B243-9D2B-13EFF7286A19}" srcOrd="0" destOrd="0" presId="urn:microsoft.com/office/officeart/2005/8/layout/lProcess2"/>
    <dgm:cxn modelId="{842A6D32-1D09-4140-B495-A3A56864A4D0}" type="presParOf" srcId="{62E32C5C-5497-5F4C-80FF-C2AC48C2179D}" destId="{4B91C0E9-8E95-5F43-A21F-157AF4127BC2}" srcOrd="1" destOrd="0" presId="urn:microsoft.com/office/officeart/2005/8/layout/lProcess2"/>
    <dgm:cxn modelId="{A626E779-3A79-B443-A66F-873CB644C39F}" type="presParOf" srcId="{62E32C5C-5497-5F4C-80FF-C2AC48C2179D}" destId="{54E01A98-B58A-2E46-AF49-8FBEA3A9321A}" srcOrd="2" destOrd="0" presId="urn:microsoft.com/office/officeart/2005/8/layout/lProcess2"/>
    <dgm:cxn modelId="{5E421279-A8E8-9344-B934-9F9DA1194C45}" type="presParOf" srcId="{54E01A98-B58A-2E46-AF49-8FBEA3A9321A}" destId="{8E0AF7EF-37D0-3344-AA04-8F20C273B6DF}" srcOrd="0" destOrd="0" presId="urn:microsoft.com/office/officeart/2005/8/layout/lProcess2"/>
    <dgm:cxn modelId="{C211B3F2-F20F-9848-A42C-1BA47E73A20A}" type="presParOf" srcId="{8E0AF7EF-37D0-3344-AA04-8F20C273B6DF}" destId="{5553C2C3-DFA4-F747-B1A2-9D3F5060C3F4}" srcOrd="0" destOrd="0" presId="urn:microsoft.com/office/officeart/2005/8/layout/lProcess2"/>
    <dgm:cxn modelId="{D0184695-B6D4-ED4F-8227-BF6B5A98439A}" type="presParOf" srcId="{8E0AF7EF-37D0-3344-AA04-8F20C273B6DF}" destId="{F6360FB5-8062-2147-A099-FF3AD127E39C}" srcOrd="1" destOrd="0" presId="urn:microsoft.com/office/officeart/2005/8/layout/lProcess2"/>
    <dgm:cxn modelId="{34C67036-4B70-0243-88D4-AF50BBA03B5B}" type="presParOf" srcId="{8E0AF7EF-37D0-3344-AA04-8F20C273B6DF}" destId="{F78705C6-0DB4-434A-A831-410063FB58D0}" srcOrd="2" destOrd="0" presId="urn:microsoft.com/office/officeart/2005/8/layout/lProcess2"/>
    <dgm:cxn modelId="{EDEEF46A-592C-0241-B567-EEB3EDD2553C}" type="presParOf" srcId="{8E0AF7EF-37D0-3344-AA04-8F20C273B6DF}" destId="{A79B861A-FBD5-F14E-B36C-3E51E0A6A67D}" srcOrd="3" destOrd="0" presId="urn:microsoft.com/office/officeart/2005/8/layout/lProcess2"/>
    <dgm:cxn modelId="{B3D525CD-1D8B-044F-B20E-DAB43E6965B3}" type="presParOf" srcId="{8E0AF7EF-37D0-3344-AA04-8F20C273B6DF}" destId="{9382DD11-5E09-054D-914F-9845B43E99C3}" srcOrd="4" destOrd="0" presId="urn:microsoft.com/office/officeart/2005/8/layout/lProcess2"/>
    <dgm:cxn modelId="{A545A705-6002-1D4F-96CE-D9D3CE774CC8}" type="presParOf" srcId="{759B2A19-1A4A-A642-AB88-FD79C946674A}" destId="{7607AE92-FA83-A842-A5DE-7198C96A00FC}" srcOrd="5" destOrd="0" presId="urn:microsoft.com/office/officeart/2005/8/layout/lProcess2"/>
    <dgm:cxn modelId="{76569AB5-0D6D-6445-A97C-4B0C2BBA2ECA}" type="presParOf" srcId="{759B2A19-1A4A-A642-AB88-FD79C946674A}" destId="{77C67AE9-B8A4-C947-96BD-8AFC99DDDA27}" srcOrd="6" destOrd="0" presId="urn:microsoft.com/office/officeart/2005/8/layout/lProcess2"/>
    <dgm:cxn modelId="{15BD613D-517C-144B-91FF-84062DF3980C}" type="presParOf" srcId="{77C67AE9-B8A4-C947-96BD-8AFC99DDDA27}" destId="{1C6E19BE-ACC2-B94B-AAF2-1D3F1AD6C9EE}" srcOrd="0" destOrd="0" presId="urn:microsoft.com/office/officeart/2005/8/layout/lProcess2"/>
    <dgm:cxn modelId="{0BF299E1-3C90-464F-B303-C09D4704E43D}" type="presParOf" srcId="{77C67AE9-B8A4-C947-96BD-8AFC99DDDA27}" destId="{E98DE3D5-A1BD-7346-A9B6-8553FDB04C3A}" srcOrd="1" destOrd="0" presId="urn:microsoft.com/office/officeart/2005/8/layout/lProcess2"/>
    <dgm:cxn modelId="{9E57AE1A-D88D-5C4D-AD7C-E89DAE47DCAE}" type="presParOf" srcId="{77C67AE9-B8A4-C947-96BD-8AFC99DDDA27}" destId="{014E759C-C159-F545-A72D-D10DB96EB250}" srcOrd="2" destOrd="0" presId="urn:microsoft.com/office/officeart/2005/8/layout/lProcess2"/>
    <dgm:cxn modelId="{AE6815F3-C657-C345-878E-06DC0C437BAE}" type="presParOf" srcId="{014E759C-C159-F545-A72D-D10DB96EB250}" destId="{596F8B41-A07F-FD4D-A527-8E37D8EA3250}" srcOrd="0" destOrd="0" presId="urn:microsoft.com/office/officeart/2005/8/layout/lProcess2"/>
    <dgm:cxn modelId="{432B9681-385E-7447-BE0A-81590D2CD41F}" type="presParOf" srcId="{596F8B41-A07F-FD4D-A527-8E37D8EA3250}" destId="{D6ABF54E-9224-384A-B5A9-BA2629C588F1}" srcOrd="0" destOrd="0" presId="urn:microsoft.com/office/officeart/2005/8/layout/lProcess2"/>
    <dgm:cxn modelId="{8B439812-5263-5E4B-8890-8AAE86B0E707}" type="presParOf" srcId="{596F8B41-A07F-FD4D-A527-8E37D8EA3250}" destId="{E4CECAD1-36BC-A64A-AD6B-9984ED28F831}" srcOrd="1" destOrd="0" presId="urn:microsoft.com/office/officeart/2005/8/layout/lProcess2"/>
    <dgm:cxn modelId="{E0F7D9C0-623D-4041-A77F-FEFB2EDF1CF2}" type="presParOf" srcId="{596F8B41-A07F-FD4D-A527-8E37D8EA3250}" destId="{DE313348-AB17-064C-941C-48B961745F7F}" srcOrd="2" destOrd="0" presId="urn:microsoft.com/office/officeart/2005/8/layout/lProcess2"/>
    <dgm:cxn modelId="{AD5C5398-406E-DD4B-A703-7ED47845EA5B}" type="presParOf" srcId="{596F8B41-A07F-FD4D-A527-8E37D8EA3250}" destId="{7E98DB8C-EA0A-1D42-821F-06278F2C4660}" srcOrd="3" destOrd="0" presId="urn:microsoft.com/office/officeart/2005/8/layout/lProcess2"/>
    <dgm:cxn modelId="{58837E9F-ABFE-9B49-9E2E-45F2FB156DD1}" type="presParOf" srcId="{596F8B41-A07F-FD4D-A527-8E37D8EA3250}" destId="{8B0B6613-8364-F54F-AB82-E1632EA7885F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A65E3-0915-1B42-BF14-32DF59D13429}">
      <dsp:nvSpPr>
        <dsp:cNvPr id="0" name=""/>
        <dsp:cNvSpPr/>
      </dsp:nvSpPr>
      <dsp:spPr>
        <a:xfrm>
          <a:off x="1638618" y="980262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802367" y="1024097"/>
        <a:ext cx="18847" cy="3769"/>
      </dsp:txXfrm>
    </dsp:sp>
    <dsp:sp modelId="{7F157345-C1A5-274C-9957-DBBC2D60974F}">
      <dsp:nvSpPr>
        <dsp:cNvPr id="0" name=""/>
        <dsp:cNvSpPr/>
      </dsp:nvSpPr>
      <dsp:spPr>
        <a:xfrm>
          <a:off x="1530" y="534316"/>
          <a:ext cx="1638888" cy="9833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{"name": "</a:t>
          </a:r>
          <a:endParaRPr lang="zh-CN" altLang="en-US" sz="1800" kern="1200" dirty="0"/>
        </a:p>
      </dsp:txBody>
      <dsp:txXfrm>
        <a:off x="1530" y="534316"/>
        <a:ext cx="1638888" cy="983333"/>
      </dsp:txXfrm>
    </dsp:sp>
    <dsp:sp modelId="{837D612E-482C-9B48-833D-CFD05393E5BC}">
      <dsp:nvSpPr>
        <dsp:cNvPr id="0" name=""/>
        <dsp:cNvSpPr/>
      </dsp:nvSpPr>
      <dsp:spPr>
        <a:xfrm>
          <a:off x="3654452" y="980262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818200" y="1024097"/>
        <a:ext cx="18847" cy="3769"/>
      </dsp:txXfrm>
    </dsp:sp>
    <dsp:sp modelId="{1C22DAC3-8D29-EC4C-8327-29FB378960CC}">
      <dsp:nvSpPr>
        <dsp:cNvPr id="0" name=""/>
        <dsp:cNvSpPr/>
      </dsp:nvSpPr>
      <dsp:spPr>
        <a:xfrm>
          <a:off x="2017363" y="534316"/>
          <a:ext cx="1638888" cy="983333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Beijing</a:t>
          </a:r>
          <a:endParaRPr lang="zh-CN" altLang="en-US" sz="1800" kern="1200" dirty="0"/>
        </a:p>
      </dsp:txBody>
      <dsp:txXfrm>
        <a:off x="2017363" y="534316"/>
        <a:ext cx="1638888" cy="983333"/>
      </dsp:txXfrm>
    </dsp:sp>
    <dsp:sp modelId="{084356E2-2C3B-D044-9307-2E36CAF3EFA0}">
      <dsp:nvSpPr>
        <dsp:cNvPr id="0" name=""/>
        <dsp:cNvSpPr/>
      </dsp:nvSpPr>
      <dsp:spPr>
        <a:xfrm>
          <a:off x="5670285" y="980262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834034" y="1024097"/>
        <a:ext cx="18847" cy="3769"/>
      </dsp:txXfrm>
    </dsp:sp>
    <dsp:sp modelId="{85D527B5-B997-2E41-9786-5B9BF949C965}">
      <dsp:nvSpPr>
        <dsp:cNvPr id="0" name=""/>
        <dsp:cNvSpPr/>
      </dsp:nvSpPr>
      <dsp:spPr>
        <a:xfrm>
          <a:off x="4033196" y="534316"/>
          <a:ext cx="1638888" cy="9833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",</a:t>
          </a:r>
          <a:r>
            <a:rPr kumimoji="1" lang="zh-CN" altLang="en-US" sz="1800" kern="1200" dirty="0"/>
            <a:t> </a:t>
          </a:r>
          <a:r>
            <a:rPr kumimoji="1" lang="en" altLang="zh-CN" sz="1800" kern="1200" dirty="0"/>
            <a:t>"country": "</a:t>
          </a:r>
          <a:endParaRPr lang="zh-CN" altLang="en-US" sz="1800" kern="1200" dirty="0"/>
        </a:p>
      </dsp:txBody>
      <dsp:txXfrm>
        <a:off x="4033196" y="534316"/>
        <a:ext cx="1638888" cy="983333"/>
      </dsp:txXfrm>
    </dsp:sp>
    <dsp:sp modelId="{F7572A13-E1B2-BC4D-9ED2-A987F9368AFF}">
      <dsp:nvSpPr>
        <dsp:cNvPr id="0" name=""/>
        <dsp:cNvSpPr/>
      </dsp:nvSpPr>
      <dsp:spPr>
        <a:xfrm>
          <a:off x="820974" y="1515849"/>
          <a:ext cx="6047500" cy="346344"/>
        </a:xfrm>
        <a:custGeom>
          <a:avLst/>
          <a:gdLst/>
          <a:ahLst/>
          <a:cxnLst/>
          <a:rect l="0" t="0" r="0" b="0"/>
          <a:pathLst>
            <a:path>
              <a:moveTo>
                <a:pt x="6047500" y="0"/>
              </a:moveTo>
              <a:lnTo>
                <a:pt x="6047500" y="190272"/>
              </a:lnTo>
              <a:lnTo>
                <a:pt x="0" y="190272"/>
              </a:lnTo>
              <a:lnTo>
                <a:pt x="0" y="34634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93243" y="1687136"/>
        <a:ext cx="302961" cy="3769"/>
      </dsp:txXfrm>
    </dsp:sp>
    <dsp:sp modelId="{E372BC9C-2CBB-CF46-9CA9-C8874297ABD3}">
      <dsp:nvSpPr>
        <dsp:cNvPr id="0" name=""/>
        <dsp:cNvSpPr/>
      </dsp:nvSpPr>
      <dsp:spPr>
        <a:xfrm>
          <a:off x="6049030" y="534316"/>
          <a:ext cx="1638888" cy="983333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China</a:t>
          </a:r>
          <a:endParaRPr lang="zh-CN" altLang="en-US" sz="1800" kern="1200" dirty="0"/>
        </a:p>
      </dsp:txBody>
      <dsp:txXfrm>
        <a:off x="6049030" y="534316"/>
        <a:ext cx="1638888" cy="983333"/>
      </dsp:txXfrm>
    </dsp:sp>
    <dsp:sp modelId="{A2223329-EEBE-EA4A-A46A-5AB98EE28E29}">
      <dsp:nvSpPr>
        <dsp:cNvPr id="0" name=""/>
        <dsp:cNvSpPr/>
      </dsp:nvSpPr>
      <dsp:spPr>
        <a:xfrm>
          <a:off x="1638618" y="2340540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802367" y="2384375"/>
        <a:ext cx="18847" cy="3769"/>
      </dsp:txXfrm>
    </dsp:sp>
    <dsp:sp modelId="{C03973D7-9D4C-BE41-9C69-DCD58C47F453}">
      <dsp:nvSpPr>
        <dsp:cNvPr id="0" name=""/>
        <dsp:cNvSpPr/>
      </dsp:nvSpPr>
      <dsp:spPr>
        <a:xfrm>
          <a:off x="1530" y="1894593"/>
          <a:ext cx="1638888" cy="9833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",</a:t>
          </a:r>
          <a:r>
            <a:rPr kumimoji="1" lang="zh-CN" altLang="en-US" sz="1800" kern="1200" dirty="0"/>
            <a:t> </a:t>
          </a:r>
          <a:r>
            <a:rPr kumimoji="1" lang="en" altLang="zh-CN" sz="1800" kern="1200" dirty="0"/>
            <a:t>"</a:t>
          </a:r>
          <a:r>
            <a:rPr kumimoji="1" lang="en" altLang="zh-CN" sz="1800" kern="1200" dirty="0" err="1"/>
            <a:t>pop_m</a:t>
          </a:r>
          <a:r>
            <a:rPr kumimoji="1" lang="en" altLang="zh-CN" sz="1800" kern="1200" dirty="0"/>
            <a:t>":</a:t>
          </a:r>
          <a:endParaRPr lang="zh-CN" altLang="en-US" sz="1800" kern="1200" dirty="0"/>
        </a:p>
      </dsp:txBody>
      <dsp:txXfrm>
        <a:off x="1530" y="1894593"/>
        <a:ext cx="1638888" cy="983333"/>
      </dsp:txXfrm>
    </dsp:sp>
    <dsp:sp modelId="{5B08B1FB-39D1-B244-B404-CBD129F292A1}">
      <dsp:nvSpPr>
        <dsp:cNvPr id="0" name=""/>
        <dsp:cNvSpPr/>
      </dsp:nvSpPr>
      <dsp:spPr>
        <a:xfrm>
          <a:off x="3654452" y="2340540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818200" y="2384375"/>
        <a:ext cx="18847" cy="3769"/>
      </dsp:txXfrm>
    </dsp:sp>
    <dsp:sp modelId="{A4D03026-EE64-344C-B111-C7BB4734EE15}">
      <dsp:nvSpPr>
        <dsp:cNvPr id="0" name=""/>
        <dsp:cNvSpPr/>
      </dsp:nvSpPr>
      <dsp:spPr>
        <a:xfrm>
          <a:off x="2017363" y="1894593"/>
          <a:ext cx="1638888" cy="983333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21.9</a:t>
          </a:r>
          <a:endParaRPr lang="zh-CN" altLang="en-US" sz="1800" kern="1200" dirty="0"/>
        </a:p>
      </dsp:txBody>
      <dsp:txXfrm>
        <a:off x="2017363" y="1894593"/>
        <a:ext cx="1638888" cy="983333"/>
      </dsp:txXfrm>
    </dsp:sp>
    <dsp:sp modelId="{0B1309D0-A885-4B4C-A675-3DAB771E4526}">
      <dsp:nvSpPr>
        <dsp:cNvPr id="0" name=""/>
        <dsp:cNvSpPr/>
      </dsp:nvSpPr>
      <dsp:spPr>
        <a:xfrm>
          <a:off x="5670285" y="2340540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834034" y="2384375"/>
        <a:ext cx="18847" cy="3769"/>
      </dsp:txXfrm>
    </dsp:sp>
    <dsp:sp modelId="{42245AF3-AD77-014A-A69C-2A5203AA3C3F}">
      <dsp:nvSpPr>
        <dsp:cNvPr id="0" name=""/>
        <dsp:cNvSpPr/>
      </dsp:nvSpPr>
      <dsp:spPr>
        <a:xfrm>
          <a:off x="4033196" y="1894593"/>
          <a:ext cx="1638888" cy="9833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,"coordinates": {"latitude":</a:t>
          </a:r>
          <a:endParaRPr lang="zh-CN" altLang="en-US" sz="1800" kern="1200" dirty="0"/>
        </a:p>
      </dsp:txBody>
      <dsp:txXfrm>
        <a:off x="4033196" y="1894593"/>
        <a:ext cx="1638888" cy="983333"/>
      </dsp:txXfrm>
    </dsp:sp>
    <dsp:sp modelId="{78DE721B-4AD5-1849-966B-F22FB86AA407}">
      <dsp:nvSpPr>
        <dsp:cNvPr id="0" name=""/>
        <dsp:cNvSpPr/>
      </dsp:nvSpPr>
      <dsp:spPr>
        <a:xfrm>
          <a:off x="820974" y="2876127"/>
          <a:ext cx="6047500" cy="346344"/>
        </a:xfrm>
        <a:custGeom>
          <a:avLst/>
          <a:gdLst/>
          <a:ahLst/>
          <a:cxnLst/>
          <a:rect l="0" t="0" r="0" b="0"/>
          <a:pathLst>
            <a:path>
              <a:moveTo>
                <a:pt x="6047500" y="0"/>
              </a:moveTo>
              <a:lnTo>
                <a:pt x="6047500" y="190272"/>
              </a:lnTo>
              <a:lnTo>
                <a:pt x="0" y="190272"/>
              </a:lnTo>
              <a:lnTo>
                <a:pt x="0" y="34634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693243" y="3047414"/>
        <a:ext cx="302961" cy="3769"/>
      </dsp:txXfrm>
    </dsp:sp>
    <dsp:sp modelId="{CDDBD13D-F3BF-8F44-B823-21CBBDF973A7}">
      <dsp:nvSpPr>
        <dsp:cNvPr id="0" name=""/>
        <dsp:cNvSpPr/>
      </dsp:nvSpPr>
      <dsp:spPr>
        <a:xfrm>
          <a:off x="6049030" y="1894593"/>
          <a:ext cx="1638888" cy="983333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39.9042</a:t>
          </a:r>
          <a:endParaRPr lang="zh-CN" altLang="en-US" sz="1800" kern="1200" dirty="0"/>
        </a:p>
      </dsp:txBody>
      <dsp:txXfrm>
        <a:off x="6049030" y="1894593"/>
        <a:ext cx="1638888" cy="983333"/>
      </dsp:txXfrm>
    </dsp:sp>
    <dsp:sp modelId="{92EFF01B-7A69-B84C-BFE3-981C140C88D5}">
      <dsp:nvSpPr>
        <dsp:cNvPr id="0" name=""/>
        <dsp:cNvSpPr/>
      </dsp:nvSpPr>
      <dsp:spPr>
        <a:xfrm>
          <a:off x="1638618" y="3700818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802367" y="3744653"/>
        <a:ext cx="18847" cy="3769"/>
      </dsp:txXfrm>
    </dsp:sp>
    <dsp:sp modelId="{2B0D990B-0898-8F43-97DD-FE8673B0814A}">
      <dsp:nvSpPr>
        <dsp:cNvPr id="0" name=""/>
        <dsp:cNvSpPr/>
      </dsp:nvSpPr>
      <dsp:spPr>
        <a:xfrm>
          <a:off x="1530" y="3254871"/>
          <a:ext cx="1638888" cy="9833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,</a:t>
          </a:r>
          <a:r>
            <a:rPr kumimoji="1" lang="zh-CN" altLang="en-US" sz="1800" kern="1200" dirty="0"/>
            <a:t> </a:t>
          </a:r>
          <a:r>
            <a:rPr kumimoji="1" lang="en" altLang="zh-CN" sz="1800" kern="1200" dirty="0"/>
            <a:t>"longitude":</a:t>
          </a:r>
          <a:endParaRPr lang="zh-CN" altLang="en-US" sz="1800" kern="1200" dirty="0"/>
        </a:p>
      </dsp:txBody>
      <dsp:txXfrm>
        <a:off x="1530" y="3254871"/>
        <a:ext cx="1638888" cy="983333"/>
      </dsp:txXfrm>
    </dsp:sp>
    <dsp:sp modelId="{52E97F59-0E46-2D46-8D04-47023BD23EC7}">
      <dsp:nvSpPr>
        <dsp:cNvPr id="0" name=""/>
        <dsp:cNvSpPr/>
      </dsp:nvSpPr>
      <dsp:spPr>
        <a:xfrm>
          <a:off x="3654452" y="3700818"/>
          <a:ext cx="3463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34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818200" y="3744653"/>
        <a:ext cx="18847" cy="3769"/>
      </dsp:txXfrm>
    </dsp:sp>
    <dsp:sp modelId="{16847303-7254-724A-AB28-A01AD95039AA}">
      <dsp:nvSpPr>
        <dsp:cNvPr id="0" name=""/>
        <dsp:cNvSpPr/>
      </dsp:nvSpPr>
      <dsp:spPr>
        <a:xfrm>
          <a:off x="2017363" y="3254871"/>
          <a:ext cx="1638888" cy="983333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116.4074</a:t>
          </a:r>
          <a:endParaRPr lang="zh-CN" altLang="en-US" sz="1800" kern="1200" dirty="0"/>
        </a:p>
      </dsp:txBody>
      <dsp:txXfrm>
        <a:off x="2017363" y="3254871"/>
        <a:ext cx="1638888" cy="983333"/>
      </dsp:txXfrm>
    </dsp:sp>
    <dsp:sp modelId="{56B87AA9-AC77-F047-BD2C-E51FB0514469}">
      <dsp:nvSpPr>
        <dsp:cNvPr id="0" name=""/>
        <dsp:cNvSpPr/>
      </dsp:nvSpPr>
      <dsp:spPr>
        <a:xfrm>
          <a:off x="4033196" y="3254871"/>
          <a:ext cx="1638888" cy="9833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" altLang="zh-CN" sz="1800" kern="1200" dirty="0"/>
            <a:t>}}</a:t>
          </a:r>
        </a:p>
      </dsp:txBody>
      <dsp:txXfrm>
        <a:off x="4033196" y="3254871"/>
        <a:ext cx="1638888" cy="9833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87834-8F93-424F-B976-042AD75C1887}">
      <dsp:nvSpPr>
        <dsp:cNvPr id="0" name=""/>
        <dsp:cNvSpPr/>
      </dsp:nvSpPr>
      <dsp:spPr>
        <a:xfrm>
          <a:off x="5134" y="1653386"/>
          <a:ext cx="1591716" cy="1044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0" kern="1200" dirty="0"/>
            <a:t>中文增强</a:t>
          </a:r>
          <a:endParaRPr lang="zh-CN" alt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1400" b="0" kern="1200" dirty="0"/>
            <a:t>用大量中文语料，使其学会中文</a:t>
          </a:r>
          <a:endParaRPr lang="zh-CN" altLang="en-US" sz="1400" kern="1200" dirty="0"/>
        </a:p>
      </dsp:txBody>
      <dsp:txXfrm>
        <a:off x="35728" y="1683980"/>
        <a:ext cx="1530528" cy="983376"/>
      </dsp:txXfrm>
    </dsp:sp>
    <dsp:sp modelId="{3B2583CA-BB50-C742-A660-822AECEFE2B5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1756023" y="2057245"/>
        <a:ext cx="236210" cy="236847"/>
      </dsp:txXfrm>
    </dsp:sp>
    <dsp:sp modelId="{A8D5D89C-6B8A-AD44-B762-BC94B71609EF}">
      <dsp:nvSpPr>
        <dsp:cNvPr id="0" name=""/>
        <dsp:cNvSpPr/>
      </dsp:nvSpPr>
      <dsp:spPr>
        <a:xfrm>
          <a:off x="2233538" y="1653386"/>
          <a:ext cx="1591716" cy="1044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0" kern="1200" dirty="0"/>
            <a:t>垂直领域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1400" b="0" kern="1200" dirty="0"/>
            <a:t>用大量金融数据，使其懂金融</a:t>
          </a:r>
        </a:p>
      </dsp:txBody>
      <dsp:txXfrm>
        <a:off x="2264132" y="1683980"/>
        <a:ext cx="1530528" cy="983376"/>
      </dsp:txXfrm>
    </dsp:sp>
    <dsp:sp modelId="{12CBA4A5-36A8-F846-B681-8D4C2524B0C5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3984426" y="2057245"/>
        <a:ext cx="236210" cy="236847"/>
      </dsp:txXfrm>
    </dsp:sp>
    <dsp:sp modelId="{1A2FF343-81B9-784E-9A45-467713EB5E7B}">
      <dsp:nvSpPr>
        <dsp:cNvPr id="0" name=""/>
        <dsp:cNvSpPr/>
      </dsp:nvSpPr>
      <dsp:spPr>
        <a:xfrm>
          <a:off x="4461941" y="1653386"/>
          <a:ext cx="1591716" cy="1044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通用 </a:t>
          </a:r>
          <a:r>
            <a:rPr lang="en-US" altLang="zh-CN" sz="1800" kern="1200" dirty="0"/>
            <a:t>SFT</a:t>
          </a:r>
          <a:endParaRPr lang="zh-CN" altLang="en-US" sz="1800" kern="1200" dirty="0"/>
        </a:p>
      </dsp:txBody>
      <dsp:txXfrm>
        <a:off x="4492535" y="1683980"/>
        <a:ext cx="1530528" cy="983376"/>
      </dsp:txXfrm>
    </dsp:sp>
    <dsp:sp modelId="{C6976878-483A-6D44-806A-4F03393537BF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6212830" y="2057245"/>
        <a:ext cx="236210" cy="236847"/>
      </dsp:txXfrm>
    </dsp:sp>
    <dsp:sp modelId="{5EBAC9B2-4F24-2C49-8399-D428F6527E9E}">
      <dsp:nvSpPr>
        <dsp:cNvPr id="0" name=""/>
        <dsp:cNvSpPr/>
      </dsp:nvSpPr>
      <dsp:spPr>
        <a:xfrm>
          <a:off x="6690345" y="1653386"/>
          <a:ext cx="1591716" cy="1044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垂直领域 </a:t>
          </a:r>
          <a:r>
            <a:rPr lang="en-US" altLang="zh-CN" sz="1800" kern="1200" dirty="0"/>
            <a:t>SFT</a:t>
          </a:r>
          <a:endParaRPr lang="zh-CN" altLang="en-US" sz="1800" kern="1200" dirty="0"/>
        </a:p>
      </dsp:txBody>
      <dsp:txXfrm>
        <a:off x="6720939" y="1683980"/>
        <a:ext cx="1530528" cy="983376"/>
      </dsp:txXfrm>
    </dsp:sp>
    <dsp:sp modelId="{50816B86-9C45-C64E-A9BB-ED6E83036994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8441233" y="2057245"/>
        <a:ext cx="236210" cy="236847"/>
      </dsp:txXfrm>
    </dsp:sp>
    <dsp:sp modelId="{461D7D92-D263-C542-9E69-79ECAC3ACFBD}">
      <dsp:nvSpPr>
        <dsp:cNvPr id="0" name=""/>
        <dsp:cNvSpPr/>
      </dsp:nvSpPr>
      <dsp:spPr>
        <a:xfrm>
          <a:off x="8918748" y="1653386"/>
          <a:ext cx="1591716" cy="10445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RLHF/DPO</a:t>
          </a:r>
          <a:r>
            <a:rPr lang="zh-CN" altLang="en-US" sz="1800" kern="1200" dirty="0"/>
            <a:t> </a:t>
          </a:r>
          <a:r>
            <a:rPr lang="en-US" altLang="zh-CN" sz="1800" kern="1200" dirty="0"/>
            <a:t>Alignment</a:t>
          </a:r>
          <a:endParaRPr lang="zh-CN" altLang="en-US" sz="1800" kern="1200" dirty="0"/>
        </a:p>
      </dsp:txBody>
      <dsp:txXfrm>
        <a:off x="8949342" y="1683980"/>
        <a:ext cx="1530528" cy="983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74986-ABC7-0A47-BE6E-59CE789068A3}">
      <dsp:nvSpPr>
        <dsp:cNvPr id="0" name=""/>
        <dsp:cNvSpPr/>
      </dsp:nvSpPr>
      <dsp:spPr>
        <a:xfrm>
          <a:off x="2509" y="0"/>
          <a:ext cx="2462327" cy="499815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预训练</a:t>
          </a:r>
        </a:p>
      </dsp:txBody>
      <dsp:txXfrm>
        <a:off x="2509" y="0"/>
        <a:ext cx="2462327" cy="1499446"/>
      </dsp:txXfrm>
    </dsp:sp>
    <dsp:sp modelId="{5191CE5A-9319-8F43-9A28-E6D26F9244B4}">
      <dsp:nvSpPr>
        <dsp:cNvPr id="0" name=""/>
        <dsp:cNvSpPr/>
      </dsp:nvSpPr>
      <dsp:spPr>
        <a:xfrm>
          <a:off x="248742" y="149987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row</a:t>
          </a:r>
          <a:r>
            <a:rPr lang="zh-CN" altLang="en-US" sz="1400" kern="1200" dirty="0"/>
            <a:t> </a:t>
          </a:r>
          <a:r>
            <a:rPr lang="en-US" altLang="zh-CN" sz="1400" kern="1200" dirty="0"/>
            <a:t>data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书籍、百科、网页</a:t>
          </a:r>
          <a:endParaRPr lang="en-US" altLang="zh-C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千亿级别</a:t>
          </a:r>
          <a:endParaRPr lang="en-US" altLang="zh-CN" sz="1400" kern="1200" dirty="0"/>
        </a:p>
      </dsp:txBody>
      <dsp:txXfrm>
        <a:off x="277502" y="1528633"/>
        <a:ext cx="1912342" cy="924417"/>
      </dsp:txXfrm>
    </dsp:sp>
    <dsp:sp modelId="{C18D9481-7873-B941-AF01-C9887F22C112}">
      <dsp:nvSpPr>
        <dsp:cNvPr id="0" name=""/>
        <dsp:cNvSpPr/>
      </dsp:nvSpPr>
      <dsp:spPr>
        <a:xfrm>
          <a:off x="248742" y="2632878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基础模型</a:t>
          </a:r>
        </a:p>
      </dsp:txBody>
      <dsp:txXfrm>
        <a:off x="277502" y="2661638"/>
        <a:ext cx="1912342" cy="924417"/>
      </dsp:txXfrm>
    </dsp:sp>
    <dsp:sp modelId="{450825F8-F40F-054A-8D48-8B9FACC9556A}">
      <dsp:nvSpPr>
        <dsp:cNvPr id="0" name=""/>
        <dsp:cNvSpPr/>
      </dsp:nvSpPr>
      <dsp:spPr>
        <a:xfrm>
          <a:off x="248742" y="376588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1000+GPU</a:t>
          </a:r>
          <a:r>
            <a:rPr lang="zh-CN" altLang="en-US" sz="1400" kern="1200" dirty="0"/>
            <a:t>月</a:t>
          </a:r>
        </a:p>
      </dsp:txBody>
      <dsp:txXfrm>
        <a:off x="277502" y="3794643"/>
        <a:ext cx="1912342" cy="924417"/>
      </dsp:txXfrm>
    </dsp:sp>
    <dsp:sp modelId="{28B38864-0C82-2F44-963A-2F8C27B0A877}">
      <dsp:nvSpPr>
        <dsp:cNvPr id="0" name=""/>
        <dsp:cNvSpPr/>
      </dsp:nvSpPr>
      <dsp:spPr>
        <a:xfrm>
          <a:off x="2649511" y="0"/>
          <a:ext cx="2462327" cy="499815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有监督微调</a:t>
          </a:r>
        </a:p>
      </dsp:txBody>
      <dsp:txXfrm>
        <a:off x="2649511" y="0"/>
        <a:ext cx="2462327" cy="1499446"/>
      </dsp:txXfrm>
    </dsp:sp>
    <dsp:sp modelId="{A2904C5C-A103-3A42-B475-BE047E0D47A4}">
      <dsp:nvSpPr>
        <dsp:cNvPr id="0" name=""/>
        <dsp:cNvSpPr/>
      </dsp:nvSpPr>
      <dsp:spPr>
        <a:xfrm>
          <a:off x="2895744" y="149987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标注用户指令</a:t>
          </a:r>
          <a:r>
            <a:rPr lang="en-US" altLang="zh-CN" sz="1400" kern="1200" dirty="0"/>
            <a:t>+</a:t>
          </a:r>
          <a:r>
            <a:rPr lang="zh-CN" altLang="en-US" sz="1400" kern="1200" dirty="0"/>
            <a:t>答案</a:t>
          </a:r>
          <a:endParaRPr lang="en-US" altLang="zh-C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万级</a:t>
          </a:r>
        </a:p>
      </dsp:txBody>
      <dsp:txXfrm>
        <a:off x="2924504" y="1528633"/>
        <a:ext cx="1912342" cy="924417"/>
      </dsp:txXfrm>
    </dsp:sp>
    <dsp:sp modelId="{FD731425-CB41-3D40-B2C4-C381E38457D8}">
      <dsp:nvSpPr>
        <dsp:cNvPr id="0" name=""/>
        <dsp:cNvSpPr/>
      </dsp:nvSpPr>
      <dsp:spPr>
        <a:xfrm>
          <a:off x="2895744" y="2632878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SFT</a:t>
          </a:r>
          <a:endParaRPr lang="zh-CN" altLang="en-US" sz="1400" kern="1200" dirty="0"/>
        </a:p>
      </dsp:txBody>
      <dsp:txXfrm>
        <a:off x="2924504" y="2661638"/>
        <a:ext cx="1912342" cy="924417"/>
      </dsp:txXfrm>
    </dsp:sp>
    <dsp:sp modelId="{19FCA3DD-F049-F445-8FC0-39323505DA86}">
      <dsp:nvSpPr>
        <dsp:cNvPr id="0" name=""/>
        <dsp:cNvSpPr/>
      </dsp:nvSpPr>
      <dsp:spPr>
        <a:xfrm>
          <a:off x="2895744" y="376588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1-100GPU</a:t>
          </a:r>
          <a:r>
            <a:rPr lang="zh-CN" altLang="en-US" sz="1400" kern="1200" dirty="0"/>
            <a:t>天</a:t>
          </a:r>
        </a:p>
      </dsp:txBody>
      <dsp:txXfrm>
        <a:off x="2924504" y="3794643"/>
        <a:ext cx="1912342" cy="924417"/>
      </dsp:txXfrm>
    </dsp:sp>
    <dsp:sp modelId="{A26B603E-4B28-B243-9D2B-13EFF7286A19}">
      <dsp:nvSpPr>
        <dsp:cNvPr id="0" name=""/>
        <dsp:cNvSpPr/>
      </dsp:nvSpPr>
      <dsp:spPr>
        <a:xfrm>
          <a:off x="5296514" y="0"/>
          <a:ext cx="2462327" cy="499815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奖励建模</a:t>
          </a:r>
        </a:p>
      </dsp:txBody>
      <dsp:txXfrm>
        <a:off x="5296514" y="0"/>
        <a:ext cx="2462327" cy="1499446"/>
      </dsp:txXfrm>
    </dsp:sp>
    <dsp:sp modelId="{5553C2C3-DFA4-F747-B1A2-9D3F5060C3F4}">
      <dsp:nvSpPr>
        <dsp:cNvPr id="0" name=""/>
        <dsp:cNvSpPr/>
      </dsp:nvSpPr>
      <dsp:spPr>
        <a:xfrm>
          <a:off x="5542747" y="149987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标注对比</a:t>
          </a:r>
          <a:endParaRPr lang="en-US" altLang="zh-C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百万级别</a:t>
          </a:r>
        </a:p>
      </dsp:txBody>
      <dsp:txXfrm>
        <a:off x="5571507" y="1528633"/>
        <a:ext cx="1912342" cy="924417"/>
      </dsp:txXfrm>
    </dsp:sp>
    <dsp:sp modelId="{F78705C6-0DB4-434A-A831-410063FB58D0}">
      <dsp:nvSpPr>
        <dsp:cNvPr id="0" name=""/>
        <dsp:cNvSpPr/>
      </dsp:nvSpPr>
      <dsp:spPr>
        <a:xfrm>
          <a:off x="5542747" y="2632878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RM</a:t>
          </a:r>
          <a:r>
            <a:rPr lang="zh-CN" altLang="en-US" sz="1400" kern="1200" dirty="0"/>
            <a:t>模型</a:t>
          </a:r>
          <a:endParaRPr lang="en-US" altLang="zh-C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二分类任务</a:t>
          </a:r>
        </a:p>
      </dsp:txBody>
      <dsp:txXfrm>
        <a:off x="5571507" y="2661638"/>
        <a:ext cx="1912342" cy="924417"/>
      </dsp:txXfrm>
    </dsp:sp>
    <dsp:sp modelId="{9382DD11-5E09-054D-914F-9845B43E99C3}">
      <dsp:nvSpPr>
        <dsp:cNvPr id="0" name=""/>
        <dsp:cNvSpPr/>
      </dsp:nvSpPr>
      <dsp:spPr>
        <a:xfrm>
          <a:off x="5542747" y="376588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1-100GPU</a:t>
          </a:r>
          <a:r>
            <a:rPr lang="zh-CN" altLang="en-US" sz="1400" kern="1200" dirty="0"/>
            <a:t>天</a:t>
          </a:r>
        </a:p>
      </dsp:txBody>
      <dsp:txXfrm>
        <a:off x="5571507" y="3794643"/>
        <a:ext cx="1912342" cy="924417"/>
      </dsp:txXfrm>
    </dsp:sp>
    <dsp:sp modelId="{1C6E19BE-ACC2-B94B-AAF2-1D3F1AD6C9EE}">
      <dsp:nvSpPr>
        <dsp:cNvPr id="0" name=""/>
        <dsp:cNvSpPr/>
      </dsp:nvSpPr>
      <dsp:spPr>
        <a:xfrm>
          <a:off x="7943516" y="0"/>
          <a:ext cx="2462327" cy="499815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强化学习</a:t>
          </a:r>
        </a:p>
      </dsp:txBody>
      <dsp:txXfrm>
        <a:off x="7943516" y="0"/>
        <a:ext cx="2462327" cy="1499446"/>
      </dsp:txXfrm>
    </dsp:sp>
    <dsp:sp modelId="{D6ABF54E-9224-384A-B5A9-BA2629C588F1}">
      <dsp:nvSpPr>
        <dsp:cNvPr id="0" name=""/>
        <dsp:cNvSpPr/>
      </dsp:nvSpPr>
      <dsp:spPr>
        <a:xfrm>
          <a:off x="8189749" y="149987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用户指令</a:t>
          </a:r>
          <a:endParaRPr lang="en-US" altLang="zh-C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十万级</a:t>
          </a:r>
        </a:p>
      </dsp:txBody>
      <dsp:txXfrm>
        <a:off x="8218509" y="1528633"/>
        <a:ext cx="1912342" cy="924417"/>
      </dsp:txXfrm>
    </dsp:sp>
    <dsp:sp modelId="{DE313348-AB17-064C-941C-48B961745F7F}">
      <dsp:nvSpPr>
        <dsp:cNvPr id="0" name=""/>
        <dsp:cNvSpPr/>
      </dsp:nvSpPr>
      <dsp:spPr>
        <a:xfrm>
          <a:off x="8189749" y="2632878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RL</a:t>
          </a:r>
          <a:r>
            <a:rPr lang="zh-CN" altLang="en-US" sz="1400" kern="1200" dirty="0"/>
            <a:t>强化学习</a:t>
          </a:r>
        </a:p>
      </dsp:txBody>
      <dsp:txXfrm>
        <a:off x="8218509" y="2661638"/>
        <a:ext cx="1912342" cy="924417"/>
      </dsp:txXfrm>
    </dsp:sp>
    <dsp:sp modelId="{8B0B6613-8364-F54F-AB82-E1632EA7885F}">
      <dsp:nvSpPr>
        <dsp:cNvPr id="0" name=""/>
        <dsp:cNvSpPr/>
      </dsp:nvSpPr>
      <dsp:spPr>
        <a:xfrm>
          <a:off x="8189749" y="3765883"/>
          <a:ext cx="1969862" cy="9819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1-100GPU</a:t>
          </a:r>
          <a:r>
            <a:rPr lang="zh-CN" altLang="en-US" sz="1400" kern="1200" dirty="0"/>
            <a:t>天</a:t>
          </a:r>
        </a:p>
      </dsp:txBody>
      <dsp:txXfrm>
        <a:off x="8218509" y="3794643"/>
        <a:ext cx="1912342" cy="924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DB8E9-D723-CDCE-363B-C2980C8D4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4D9D44-1C8D-F0D2-5CE4-C16679BD0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5DB25A-5594-1AE5-78C1-58FB59E4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32DDEC-6025-9747-534C-70D273F2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F80E5D-ED09-126A-6C18-C6B70D13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149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24231-BD1B-C729-83B4-B35F3C579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E223D-099E-0C2D-54E4-7A375DD68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6518BD-4955-C977-54A1-BF452CE3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419F1B-005D-2DFD-AB49-4B6B8E8F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19234-D2A6-987B-E2C2-5CFB8329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070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2857A-0356-4F35-48E3-38DF51D17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79BB9-2D74-3845-6C77-C265D99F4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0443A-7A3E-FB3D-DAEA-B55D429A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137EF-F91D-037D-8C32-FFF986D6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1B69EB-D8B8-C16F-6045-C1068D8D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50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894C7-F0B4-D1F8-1D5E-CC427106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76673A-862E-5C62-87AA-0752498C8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141458-57BA-EC53-1A01-288C637CF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3EC5BA-9BA7-9B63-0D34-E60A5709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6A1A3A-2CB2-0ADC-7162-FFD3DBDF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3EA18-E43D-DA0D-FD3C-5D536D8A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585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A3D91-F711-5B1E-081F-3319CA355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B79E7-0428-6F84-8BEA-66EB4DAD1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D67558-D6BD-D158-8D93-52856A8B9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8FBB5D-D93C-43A0-6DF0-BA6AF7B6B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45F6CA-34A6-C981-D997-B7A103154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762410-97CD-A10B-4569-7EA95C48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9C3AFD-8A7A-4AEF-DEE7-7F5AED65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CB2FD9-E09B-5247-3C56-D71764C8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506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59501-3840-E418-5994-5F79967F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8FBF58-D85A-46B6-F3C6-ADD8E22A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4DCC10-2A6B-6453-1722-DE68EE70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A778EE-1BDF-17F4-2C58-9E2AF7D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036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03DC11-BB71-4E1A-B55D-5754638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A021E0-4853-D571-3A37-A260DAB8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19B65-C87E-D488-86E5-DF6D2E33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326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A70B3-8DAE-076F-7B70-D26A2DA78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226763-4BE3-ACA9-0A2A-B0B13B430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2FAC57-17EA-0D73-C0FF-3E659627C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A70CA1-3081-E7F3-2B47-67CB23E4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5EEFA7-9EEB-86D9-D9EC-FC0D9CE4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64D715-9777-F50F-FE1E-D077DDFF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425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F9DA0-69DC-8D96-3DD4-AA3BEC626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9C6512-AB71-4B7D-1B55-47D33F283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05F8D4-7C02-5991-2F42-0AC85BF8D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D94844-94F2-5342-B666-E15AFAA0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6CA325-FF30-C9EF-89A1-FD37F546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7B4C1C-AA79-274D-6947-D0F604DF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293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04EF1-6958-5A0E-B628-B01FF546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0D0875-CC38-36B1-7974-FECDA729A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74539-8A3A-F226-7039-5C16650C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D8A03-1C9E-4B93-1EC5-02887143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AB140-BA73-BEA5-6311-279D0A55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206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E9BF4C-1E7F-ECC3-684E-5CB9636A1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E6234B-EA18-1386-9B51-4C2501EFE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955AB7-1200-C982-5785-06D8866C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549D5D-917C-4B9A-1C91-56AAD72CD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17B07-7C62-DFA3-E34B-A4BF75B6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066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F0185-C0C4-4C2C-74B7-34A4AA70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C19D94-ADBA-2D87-966F-4F63FB9F9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3AED2-D096-2BEA-3CFD-51042C143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58194-DAD9-C14F-82BD-122725DF620D}" type="datetimeFigureOut">
              <a:rPr kumimoji="1" lang="zh-CN" altLang="en-US" smtClean="0"/>
              <a:t>2026/2/19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522A6-D5DB-270B-4482-B6C970DE6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008C4-2285-1DA9-1CFF-EB6E5D466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E5ED9-C0E0-3E4B-8DCA-6E1E7D4A14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497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72365E-57D0-C571-6E86-6580718DAB58}"/>
              </a:ext>
            </a:extLst>
          </p:cNvPr>
          <p:cNvSpPr txBox="1"/>
          <p:nvPr/>
        </p:nvSpPr>
        <p:spPr>
          <a:xfrm>
            <a:off x="9263602" y="706057"/>
            <a:ext cx="28319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000" dirty="0"/>
              <a:t>{</a:t>
            </a:r>
          </a:p>
          <a:p>
            <a:r>
              <a:rPr kumimoji="1" lang="en" altLang="zh-CN" sz="2000" dirty="0"/>
              <a:t>  "name": "Beijing",</a:t>
            </a:r>
          </a:p>
          <a:p>
            <a:r>
              <a:rPr kumimoji="1" lang="en" altLang="zh-CN" sz="2000" dirty="0"/>
              <a:t>  "country": "China",</a:t>
            </a:r>
          </a:p>
          <a:p>
            <a:r>
              <a:rPr kumimoji="1" lang="zh-CN" altLang="en-US" sz="2000" dirty="0"/>
              <a:t>  </a:t>
            </a:r>
            <a:r>
              <a:rPr kumimoji="1" lang="en" altLang="zh-CN" sz="2000" dirty="0"/>
              <a:t>"</a:t>
            </a:r>
            <a:r>
              <a:rPr kumimoji="1" lang="en" altLang="zh-CN" sz="2000" dirty="0" err="1"/>
              <a:t>pop_m</a:t>
            </a:r>
            <a:r>
              <a:rPr kumimoji="1" lang="en" altLang="zh-CN" sz="2000" dirty="0"/>
              <a:t>": 21.9,</a:t>
            </a:r>
          </a:p>
          <a:p>
            <a:r>
              <a:rPr kumimoji="1" lang="en" altLang="zh-CN" sz="2000" dirty="0"/>
              <a:t>  "coordinates": {</a:t>
            </a:r>
          </a:p>
          <a:p>
            <a:r>
              <a:rPr kumimoji="1" lang="en" altLang="zh-CN" sz="2000" dirty="0"/>
              <a:t>    "latitude": 39.9042,</a:t>
            </a:r>
          </a:p>
          <a:p>
            <a:r>
              <a:rPr kumimoji="1" lang="en" altLang="zh-CN" sz="2000" dirty="0"/>
              <a:t>    "longitude": 116.4074</a:t>
            </a:r>
          </a:p>
          <a:p>
            <a:r>
              <a:rPr kumimoji="1" lang="en" altLang="zh-CN" sz="2000" dirty="0"/>
              <a:t>  }</a:t>
            </a:r>
          </a:p>
          <a:p>
            <a:r>
              <a:rPr kumimoji="1" lang="en" altLang="zh-CN" sz="2000" dirty="0"/>
              <a:t>}</a:t>
            </a:r>
          </a:p>
          <a:p>
            <a:endParaRPr kumimoji="1" lang="zh-CN" altLang="en-US" sz="2000" dirty="0"/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5B71587E-7F7A-6B1B-6425-00E0194E24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2459399"/>
              </p:ext>
            </p:extLst>
          </p:nvPr>
        </p:nvGraphicFramePr>
        <p:xfrm>
          <a:off x="96456" y="174596"/>
          <a:ext cx="7689449" cy="4772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67EE02-1ED9-D283-8546-27DE6D8A33B8}"/>
              </a:ext>
            </a:extLst>
          </p:cNvPr>
          <p:cNvSpPr/>
          <p:nvPr/>
        </p:nvSpPr>
        <p:spPr>
          <a:xfrm>
            <a:off x="2023642" y="5094408"/>
            <a:ext cx="3877519" cy="428263"/>
          </a:xfrm>
          <a:prstGeom prst="rect">
            <a:avLst/>
          </a:prstGeom>
          <a:solidFill>
            <a:srgbClr val="1A6A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这个颜色表示被限制的 </a:t>
            </a:r>
            <a:r>
              <a:rPr kumimoji="1" lang="en-US" altLang="zh-CN" dirty="0"/>
              <a:t>token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5D920-245A-1AA3-0D70-62C1996CCCB1}"/>
              </a:ext>
            </a:extLst>
          </p:cNvPr>
          <p:cNvSpPr/>
          <p:nvPr/>
        </p:nvSpPr>
        <p:spPr>
          <a:xfrm>
            <a:off x="2023642" y="5756285"/>
            <a:ext cx="3877519" cy="428263"/>
          </a:xfrm>
          <a:prstGeom prst="rect">
            <a:avLst/>
          </a:prstGeom>
          <a:solidFill>
            <a:srgbClr val="05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这个颜色表示模型生成的 </a:t>
            </a:r>
            <a:r>
              <a:rPr kumimoji="1" lang="en-US" altLang="zh-CN" dirty="0"/>
              <a:t>token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C6DD1F-F7EC-6ECC-19F4-B448B504FD71}"/>
              </a:ext>
            </a:extLst>
          </p:cNvPr>
          <p:cNvSpPr/>
          <p:nvPr/>
        </p:nvSpPr>
        <p:spPr>
          <a:xfrm>
            <a:off x="1670613" y="4809281"/>
            <a:ext cx="4583575" cy="160888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3DC344F6-F5D8-B1EC-2816-038CBBDB80C7}"/>
              </a:ext>
            </a:extLst>
          </p:cNvPr>
          <p:cNvSpPr/>
          <p:nvPr/>
        </p:nvSpPr>
        <p:spPr>
          <a:xfrm>
            <a:off x="8137003" y="970207"/>
            <a:ext cx="925974" cy="3578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653309-43C8-57B7-D255-0BF04FADFF23}"/>
              </a:ext>
            </a:extLst>
          </p:cNvPr>
          <p:cNvSpPr txBox="1"/>
          <p:nvPr/>
        </p:nvSpPr>
        <p:spPr>
          <a:xfrm>
            <a:off x="3703898" y="70506"/>
            <a:ext cx="19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Structured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Output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954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0F8D2BB-D9ED-D6ED-FA9C-E0BF5F0A0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482857"/>
              </p:ext>
            </p:extLst>
          </p:nvPr>
        </p:nvGraphicFramePr>
        <p:xfrm>
          <a:off x="838200" y="192811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6F238025-8044-A18A-1ABE-070AC75F9497}"/>
              </a:ext>
            </a:extLst>
          </p:cNvPr>
          <p:cNvGrpSpPr/>
          <p:nvPr/>
        </p:nvGrpSpPr>
        <p:grpSpPr>
          <a:xfrm>
            <a:off x="572877" y="2886419"/>
            <a:ext cx="10817111" cy="2434728"/>
            <a:chOff x="572877" y="2886419"/>
            <a:chExt cx="10817111" cy="2434728"/>
          </a:xfrm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8E29694D-73AC-1037-5687-382D8E7A1C54}"/>
                </a:ext>
              </a:extLst>
            </p:cNvPr>
            <p:cNvSpPr/>
            <p:nvPr/>
          </p:nvSpPr>
          <p:spPr>
            <a:xfrm>
              <a:off x="572877" y="2886419"/>
              <a:ext cx="4406747" cy="2434728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19BDF27-DCEA-331A-16F2-8B8CA6631BCF}"/>
                </a:ext>
              </a:extLst>
            </p:cNvPr>
            <p:cNvSpPr txBox="1"/>
            <p:nvPr/>
          </p:nvSpPr>
          <p:spPr>
            <a:xfrm>
              <a:off x="2027487" y="4814372"/>
              <a:ext cx="1497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Post-Pretrain</a:t>
              </a:r>
              <a:endParaRPr kumimoji="1" lang="zh-CN" altLang="en-US" dirty="0"/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0DCC72EE-72C9-B9BA-D232-2EB27E9310D4}"/>
                </a:ext>
              </a:extLst>
            </p:cNvPr>
            <p:cNvSpPr/>
            <p:nvPr/>
          </p:nvSpPr>
          <p:spPr>
            <a:xfrm>
              <a:off x="5143041" y="2886419"/>
              <a:ext cx="4406747" cy="2434728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A14C10F-4D2A-F9D9-C08D-380D04B91D98}"/>
                </a:ext>
              </a:extLst>
            </p:cNvPr>
            <p:cNvSpPr txBox="1"/>
            <p:nvPr/>
          </p:nvSpPr>
          <p:spPr>
            <a:xfrm>
              <a:off x="6983241" y="4814372"/>
              <a:ext cx="534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SFT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1D382EA-1743-4ED0-BAB3-D8F46745978E}"/>
                </a:ext>
              </a:extLst>
            </p:cNvPr>
            <p:cNvSpPr txBox="1"/>
            <p:nvPr/>
          </p:nvSpPr>
          <p:spPr>
            <a:xfrm>
              <a:off x="9820328" y="481437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人类偏好对齐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A2477CA-31D8-5254-10CD-919D028807CE}"/>
              </a:ext>
            </a:extLst>
          </p:cNvPr>
          <p:cNvSpPr txBox="1"/>
          <p:nvPr/>
        </p:nvSpPr>
        <p:spPr>
          <a:xfrm>
            <a:off x="3925994" y="192811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/>
              <a:t>训练领域大模型</a:t>
            </a:r>
          </a:p>
        </p:txBody>
      </p:sp>
    </p:spTree>
    <p:extLst>
      <p:ext uri="{BB962C8B-B14F-4D97-AF65-F5344CB8AC3E}">
        <p14:creationId xmlns:p14="http://schemas.microsoft.com/office/powerpoint/2010/main" val="410686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2CBDDCE-7C55-9F28-38B2-199AFEC7E88F}"/>
              </a:ext>
            </a:extLst>
          </p:cNvPr>
          <p:cNvGrpSpPr/>
          <p:nvPr/>
        </p:nvGrpSpPr>
        <p:grpSpPr>
          <a:xfrm>
            <a:off x="281135" y="331913"/>
            <a:ext cx="11696375" cy="5806421"/>
            <a:chOff x="281135" y="331913"/>
            <a:chExt cx="11696375" cy="5806421"/>
          </a:xfrm>
        </p:grpSpPr>
        <p:graphicFrame>
          <p:nvGraphicFramePr>
            <p:cNvPr id="5" name="图示 4">
              <a:extLst>
                <a:ext uri="{FF2B5EF4-FFF2-40B4-BE49-F238E27FC236}">
                  <a16:creationId xmlns:a16="http://schemas.microsoft.com/office/drawing/2014/main" id="{344E5058-305A-00AB-6911-21354042385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5124583"/>
                </p:ext>
              </p:extLst>
            </p:nvPr>
          </p:nvGraphicFramePr>
          <p:xfrm>
            <a:off x="1569156" y="1140178"/>
            <a:ext cx="10408354" cy="499815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FD2D3D2-40C8-269A-549E-BBB1BD1BFA2A}"/>
                </a:ext>
              </a:extLst>
            </p:cNvPr>
            <p:cNvSpPr txBox="1"/>
            <p:nvPr/>
          </p:nvSpPr>
          <p:spPr>
            <a:xfrm>
              <a:off x="281136" y="2833512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/>
                <a:t>数据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BE64521-E3E7-500E-A6C5-71FFBA6BFE1F}"/>
                </a:ext>
              </a:extLst>
            </p:cNvPr>
            <p:cNvSpPr txBox="1"/>
            <p:nvPr/>
          </p:nvSpPr>
          <p:spPr>
            <a:xfrm>
              <a:off x="281136" y="402448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/>
                <a:t>算法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9C57F3F-CECB-B572-4741-15B3D41F3471}"/>
                </a:ext>
              </a:extLst>
            </p:cNvPr>
            <p:cNvSpPr txBox="1"/>
            <p:nvPr/>
          </p:nvSpPr>
          <p:spPr>
            <a:xfrm>
              <a:off x="281135" y="521546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dirty="0"/>
                <a:t>算力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8C1EC19-5280-3950-F790-1ED69BB54B19}"/>
                </a:ext>
              </a:extLst>
            </p:cNvPr>
            <p:cNvSpPr txBox="1"/>
            <p:nvPr/>
          </p:nvSpPr>
          <p:spPr>
            <a:xfrm>
              <a:off x="5120476" y="331913"/>
              <a:ext cx="37689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 dirty="0"/>
                <a:t>ChatGPT</a:t>
              </a:r>
              <a:r>
                <a:rPr kumimoji="1" lang="zh-CN" altLang="en-US" sz="3200" dirty="0"/>
                <a:t>的训练流程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320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CDC0C324-4EF9-70B7-630A-C000ADDC5CD8}"/>
              </a:ext>
            </a:extLst>
          </p:cNvPr>
          <p:cNvGrpSpPr/>
          <p:nvPr/>
        </p:nvGrpSpPr>
        <p:grpSpPr>
          <a:xfrm>
            <a:off x="1142436" y="1614751"/>
            <a:ext cx="4099944" cy="3766586"/>
            <a:chOff x="1142436" y="1614751"/>
            <a:chExt cx="4099944" cy="3766586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966E4F93-8BA0-3E47-A7BC-6C7B3842CD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436" y="1765251"/>
              <a:ext cx="4099944" cy="3327498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9F96C0E3-A036-881E-CCF5-C66C4CF7EB95}"/>
                </a:ext>
              </a:extLst>
            </p:cNvPr>
            <p:cNvSpPr txBox="1"/>
            <p:nvPr/>
          </p:nvSpPr>
          <p:spPr>
            <a:xfrm>
              <a:off x="3365793" y="4681558"/>
              <a:ext cx="354965" cy="219710"/>
            </a:xfrm>
            <a:prstGeom prst="rect">
              <a:avLst/>
            </a:prstGeom>
          </p:spPr>
          <p:txBody>
            <a:bodyPr vert="horz" wrap="square" lIns="0" tIns="18415" rIns="0" bIns="0" rtlCol="0">
              <a:spAutoFit/>
            </a:bodyPr>
            <a:lstStyle/>
            <a:p>
              <a:pPr marL="12700" marR="5080" indent="81915">
                <a:lnSpc>
                  <a:spcPts val="750"/>
                </a:lnSpc>
                <a:spcBef>
                  <a:spcPts val="145"/>
                </a:spcBef>
              </a:pPr>
              <a:r>
                <a:rPr sz="650" spc="-30" dirty="0">
                  <a:latin typeface="Lantinghei SC Extralight"/>
                  <a:cs typeface="Lantinghei SC Extralight"/>
                </a:rPr>
                <a:t>词元</a:t>
              </a:r>
              <a:r>
                <a:rPr sz="650" spc="50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嵌入表示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E1E732F-3AB9-74C9-CCA7-988FF7B00319}"/>
                </a:ext>
              </a:extLst>
            </p:cNvPr>
            <p:cNvSpPr txBox="1"/>
            <p:nvPr/>
          </p:nvSpPr>
          <p:spPr>
            <a:xfrm>
              <a:off x="3274106" y="3572722"/>
              <a:ext cx="537845" cy="1244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50" dirty="0">
                  <a:latin typeface="Lantinghei SC Extralight"/>
                  <a:cs typeface="Lantinghei SC Extralight"/>
                </a:rPr>
                <a:t>Add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60" dirty="0">
                  <a:latin typeface="Lantinghei SC Extralight"/>
                  <a:cs typeface="Lantinghei SC Extralight"/>
                </a:rPr>
                <a:t>&amp;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Norm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665AF4B-CE6D-8452-0000-3145E1E42A80}"/>
                </a:ext>
              </a:extLst>
            </p:cNvPr>
            <p:cNvSpPr txBox="1"/>
            <p:nvPr/>
          </p:nvSpPr>
          <p:spPr>
            <a:xfrm>
              <a:off x="3274106" y="2937691"/>
              <a:ext cx="537845" cy="3911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650" dirty="0">
                  <a:latin typeface="Lantinghei SC Extralight"/>
                  <a:cs typeface="Lantinghei SC Extralight"/>
                </a:rPr>
                <a:t>Add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60" dirty="0">
                  <a:latin typeface="Lantinghei SC Extralight"/>
                  <a:cs typeface="Lantinghei SC Extralight"/>
                </a:rPr>
                <a:t>&amp;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Norm</a:t>
              </a:r>
              <a:endParaRPr sz="650" dirty="0">
                <a:latin typeface="Lantinghei SC Extralight"/>
                <a:cs typeface="Lantinghei SC Extralight"/>
              </a:endParaRPr>
            </a:p>
            <a:p>
              <a:pPr marL="145415" marR="137795" algn="ctr">
                <a:lnSpc>
                  <a:spcPts val="750"/>
                </a:lnSpc>
                <a:spcBef>
                  <a:spcPts val="620"/>
                </a:spcBef>
              </a:pPr>
              <a:r>
                <a:rPr sz="650" spc="-30" dirty="0">
                  <a:latin typeface="Lantinghei SC Extralight"/>
                  <a:cs typeface="Lantinghei SC Extralight"/>
                </a:rPr>
                <a:t>多头</a:t>
              </a:r>
              <a:r>
                <a:rPr sz="650" spc="500" dirty="0">
                  <a:latin typeface="Lantinghei SC Extralight"/>
                  <a:cs typeface="Lantinghei SC Extralight"/>
                </a:rPr>
                <a:t> </a:t>
              </a:r>
              <a:r>
                <a:rPr sz="650" spc="-25" dirty="0">
                  <a:latin typeface="Lantinghei SC Extralight"/>
                  <a:cs typeface="Lantinghei SC Extralight"/>
                </a:rPr>
                <a:t>注意力</a:t>
              </a:r>
              <a:endParaRPr sz="650" dirty="0">
                <a:latin typeface="Lantinghei SC Extralight"/>
                <a:cs typeface="Lantinghei SC Extralight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238FF2B-556A-EB4D-2D0B-108CEB09FC43}"/>
                </a:ext>
              </a:extLst>
            </p:cNvPr>
            <p:cNvSpPr txBox="1"/>
            <p:nvPr/>
          </p:nvSpPr>
          <p:spPr>
            <a:xfrm>
              <a:off x="3368284" y="3786592"/>
              <a:ext cx="354965" cy="219710"/>
            </a:xfrm>
            <a:prstGeom prst="rect">
              <a:avLst/>
            </a:prstGeom>
          </p:spPr>
          <p:txBody>
            <a:bodyPr vert="horz" wrap="square" lIns="0" tIns="18415" rIns="0" bIns="0" rtlCol="0">
              <a:spAutoFit/>
            </a:bodyPr>
            <a:lstStyle/>
            <a:p>
              <a:pPr marL="12700" marR="5080">
                <a:lnSpc>
                  <a:spcPts val="750"/>
                </a:lnSpc>
                <a:spcBef>
                  <a:spcPts val="145"/>
                </a:spcBef>
              </a:pPr>
              <a:r>
                <a:rPr sz="650" spc="-20" dirty="0">
                  <a:latin typeface="Lantinghei SC Extralight"/>
                  <a:cs typeface="Lantinghei SC Extralight"/>
                </a:rPr>
                <a:t>掩码多头自注意力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255650BB-F9AC-568A-4C8C-9AB3F09377EB}"/>
                </a:ext>
              </a:extLst>
            </p:cNvPr>
            <p:cNvSpPr txBox="1"/>
            <p:nvPr/>
          </p:nvSpPr>
          <p:spPr>
            <a:xfrm>
              <a:off x="3269531" y="5131783"/>
              <a:ext cx="537845" cy="24955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algn="ctr">
                <a:lnSpc>
                  <a:spcPts val="875"/>
                </a:lnSpc>
                <a:spcBef>
                  <a:spcPts val="105"/>
                </a:spcBef>
              </a:pPr>
              <a:r>
                <a:rPr sz="750" spc="-25" dirty="0">
                  <a:latin typeface="Lantinghei SC Extralight"/>
                  <a:cs typeface="Lantinghei SC Extralight"/>
                </a:rPr>
                <a:t>输出</a:t>
              </a:r>
              <a:endParaRPr sz="750">
                <a:latin typeface="Lantinghei SC Extralight"/>
                <a:cs typeface="Lantinghei SC Extralight"/>
              </a:endParaRPr>
            </a:p>
            <a:p>
              <a:pPr algn="ctr">
                <a:lnSpc>
                  <a:spcPts val="875"/>
                </a:lnSpc>
              </a:pPr>
              <a:r>
                <a:rPr sz="750" dirty="0">
                  <a:latin typeface="Lantinghei SC Extralight"/>
                  <a:cs typeface="Lantinghei SC Extralight"/>
                </a:rPr>
                <a:t>（</a:t>
              </a:r>
              <a:r>
                <a:rPr sz="750" spc="-10" dirty="0">
                  <a:latin typeface="Lantinghei SC Extralight"/>
                  <a:cs typeface="Lantinghei SC Extralight"/>
                </a:rPr>
                <a:t>迭代右移)</a:t>
              </a:r>
              <a:endParaRPr sz="750">
                <a:latin typeface="Lantinghei SC Extralight"/>
                <a:cs typeface="Lantinghei SC Extralight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6E61A656-3C29-C3E7-E269-539747A14AE4}"/>
                </a:ext>
              </a:extLst>
            </p:cNvPr>
            <p:cNvSpPr txBox="1"/>
            <p:nvPr/>
          </p:nvSpPr>
          <p:spPr>
            <a:xfrm>
              <a:off x="4139674" y="3253013"/>
              <a:ext cx="175895" cy="1409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750" spc="-60" dirty="0">
                  <a:latin typeface="Lantinghei SC Extralight"/>
                  <a:cs typeface="Lantinghei SC Extralight"/>
                </a:rPr>
                <a:t>×N</a:t>
              </a:r>
              <a:endParaRPr sz="750">
                <a:latin typeface="Lantinghei SC Extralight"/>
                <a:cs typeface="Lantinghei SC Extralight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76A5E149-EC94-F79C-0643-4BF81AAEE4AF}"/>
                </a:ext>
              </a:extLst>
            </p:cNvPr>
            <p:cNvSpPr txBox="1"/>
            <p:nvPr/>
          </p:nvSpPr>
          <p:spPr>
            <a:xfrm>
              <a:off x="1820126" y="3628109"/>
              <a:ext cx="175895" cy="1409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750" spc="-60" dirty="0">
                  <a:latin typeface="Lantinghei SC Extralight"/>
                  <a:cs typeface="Lantinghei SC Extralight"/>
                </a:rPr>
                <a:t>N×</a:t>
              </a:r>
              <a:endParaRPr sz="750">
                <a:latin typeface="Lantinghei SC Extralight"/>
                <a:cs typeface="Lantinghei SC Extralight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4E524E6A-8544-6D72-B0C1-FFDF998FADB4}"/>
                </a:ext>
              </a:extLst>
            </p:cNvPr>
            <p:cNvSpPr txBox="1"/>
            <p:nvPr/>
          </p:nvSpPr>
          <p:spPr>
            <a:xfrm>
              <a:off x="2431423" y="4681558"/>
              <a:ext cx="354965" cy="219710"/>
            </a:xfrm>
            <a:prstGeom prst="rect">
              <a:avLst/>
            </a:prstGeom>
          </p:spPr>
          <p:txBody>
            <a:bodyPr vert="horz" wrap="square" lIns="0" tIns="18415" rIns="0" bIns="0" rtlCol="0">
              <a:spAutoFit/>
            </a:bodyPr>
            <a:lstStyle/>
            <a:p>
              <a:pPr marL="12700" marR="5080" indent="81915">
                <a:lnSpc>
                  <a:spcPts val="750"/>
                </a:lnSpc>
                <a:spcBef>
                  <a:spcPts val="145"/>
                </a:spcBef>
              </a:pPr>
              <a:r>
                <a:rPr sz="650" spc="-30" dirty="0">
                  <a:latin typeface="Lantinghei SC Extralight"/>
                  <a:cs typeface="Lantinghei SC Extralight"/>
                </a:rPr>
                <a:t>词元</a:t>
              </a:r>
              <a:r>
                <a:rPr sz="650" spc="50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嵌入表示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15407FE2-120A-DE8D-5C33-84BF2A0F205E}"/>
                </a:ext>
              </a:extLst>
            </p:cNvPr>
            <p:cNvSpPr txBox="1"/>
            <p:nvPr/>
          </p:nvSpPr>
          <p:spPr>
            <a:xfrm>
              <a:off x="2339736" y="3036400"/>
              <a:ext cx="537845" cy="39751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650" dirty="0">
                  <a:latin typeface="Lantinghei SC Extralight"/>
                  <a:cs typeface="Lantinghei SC Extralight"/>
                </a:rPr>
                <a:t>Add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60" dirty="0">
                  <a:latin typeface="Lantinghei SC Extralight"/>
                  <a:cs typeface="Lantinghei SC Extralight"/>
                </a:rPr>
                <a:t>&amp;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Norm</a:t>
              </a:r>
              <a:endParaRPr sz="650">
                <a:latin typeface="Lantinghei SC Extralight"/>
                <a:cs typeface="Lantinghei SC Extralight"/>
              </a:endParaRPr>
            </a:p>
            <a:p>
              <a:pPr marL="97790" marR="102870" algn="ctr">
                <a:lnSpc>
                  <a:spcPts val="750"/>
                </a:lnSpc>
                <a:spcBef>
                  <a:spcPts val="670"/>
                </a:spcBef>
              </a:pPr>
              <a:r>
                <a:rPr sz="650" spc="-20" dirty="0">
                  <a:latin typeface="Lantinghei SC Extralight"/>
                  <a:cs typeface="Lantinghei SC Extralight"/>
                </a:rPr>
                <a:t>位置感知前馈网络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A4CBAF1E-97A8-7E3C-9EE6-8365907DEF50}"/>
                </a:ext>
              </a:extLst>
            </p:cNvPr>
            <p:cNvSpPr txBox="1"/>
            <p:nvPr/>
          </p:nvSpPr>
          <p:spPr>
            <a:xfrm>
              <a:off x="2339736" y="3674722"/>
              <a:ext cx="537845" cy="3911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50" dirty="0">
                  <a:latin typeface="Lantinghei SC Extralight"/>
                  <a:cs typeface="Lantinghei SC Extralight"/>
                </a:rPr>
                <a:t>Add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60" dirty="0">
                  <a:latin typeface="Lantinghei SC Extralight"/>
                  <a:cs typeface="Lantinghei SC Extralight"/>
                </a:rPr>
                <a:t>&amp;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Norm</a:t>
              </a:r>
              <a:endParaRPr sz="650">
                <a:latin typeface="Lantinghei SC Extralight"/>
                <a:cs typeface="Lantinghei SC Extralight"/>
              </a:endParaRPr>
            </a:p>
            <a:p>
              <a:pPr marL="104139" marR="96520" indent="81915">
                <a:lnSpc>
                  <a:spcPts val="750"/>
                </a:lnSpc>
                <a:spcBef>
                  <a:spcPts val="620"/>
                </a:spcBef>
              </a:pPr>
              <a:r>
                <a:rPr sz="650" spc="-30" dirty="0">
                  <a:latin typeface="Lantinghei SC Extralight"/>
                  <a:cs typeface="Lantinghei SC Extralight"/>
                </a:rPr>
                <a:t>多头</a:t>
              </a:r>
              <a:r>
                <a:rPr sz="650" spc="50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自注意力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EE961645-A4B0-9347-3F1A-584DD84700BA}"/>
                </a:ext>
              </a:extLst>
            </p:cNvPr>
            <p:cNvSpPr txBox="1"/>
            <p:nvPr/>
          </p:nvSpPr>
          <p:spPr>
            <a:xfrm>
              <a:off x="2499971" y="5128493"/>
              <a:ext cx="217804" cy="1409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750" spc="-25" dirty="0">
                  <a:latin typeface="Lantinghei SC Extralight"/>
                  <a:cs typeface="Lantinghei SC Extralight"/>
                </a:rPr>
                <a:t>输入</a:t>
              </a:r>
              <a:endParaRPr sz="750">
                <a:latin typeface="Lantinghei SC Extralight"/>
                <a:cs typeface="Lantinghei SC Extralight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4F5FEEF5-2E0F-8E63-19A9-81DCB21E3BE1}"/>
                </a:ext>
              </a:extLst>
            </p:cNvPr>
            <p:cNvSpPr txBox="1"/>
            <p:nvPr/>
          </p:nvSpPr>
          <p:spPr>
            <a:xfrm>
              <a:off x="1496947" y="4454526"/>
              <a:ext cx="354965" cy="1244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50" spc="-20" dirty="0">
                  <a:latin typeface="Lantinghei SC Extralight"/>
                  <a:cs typeface="Lantinghei SC Extralight"/>
                </a:rPr>
                <a:t>位置编码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5C2CB59D-78E2-CF12-0AAB-6611AC7AB7A5}"/>
                </a:ext>
              </a:extLst>
            </p:cNvPr>
            <p:cNvSpPr txBox="1"/>
            <p:nvPr/>
          </p:nvSpPr>
          <p:spPr>
            <a:xfrm>
              <a:off x="4286183" y="4457817"/>
              <a:ext cx="354965" cy="1244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50" spc="-20" dirty="0">
                  <a:latin typeface="Lantinghei SC Extralight"/>
                  <a:cs typeface="Lantinghei SC Extralight"/>
                </a:rPr>
                <a:t>位置编码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BDD4FBD5-485E-6E57-0042-87A3EC48B4FE}"/>
                </a:ext>
              </a:extLst>
            </p:cNvPr>
            <p:cNvSpPr txBox="1"/>
            <p:nvPr/>
          </p:nvSpPr>
          <p:spPr>
            <a:xfrm>
              <a:off x="3274106" y="1881499"/>
              <a:ext cx="537845" cy="9074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06045">
                <a:lnSpc>
                  <a:spcPct val="100000"/>
                </a:lnSpc>
                <a:spcBef>
                  <a:spcPts val="95"/>
                </a:spcBef>
              </a:pPr>
              <a:r>
                <a:rPr sz="650" spc="-10" dirty="0">
                  <a:latin typeface="Lantinghei SC Extralight"/>
                  <a:cs typeface="Lantinghei SC Extralight"/>
                </a:rPr>
                <a:t>Softmax</a:t>
              </a:r>
              <a:endParaRPr sz="650">
                <a:latin typeface="Lantinghei SC Extralight"/>
                <a:cs typeface="Lantinghei SC Extralight"/>
              </a:endParaRPr>
            </a:p>
            <a:p>
              <a:pPr marL="148590">
                <a:lnSpc>
                  <a:spcPct val="100000"/>
                </a:lnSpc>
                <a:spcBef>
                  <a:spcPts val="1165"/>
                </a:spcBef>
              </a:pPr>
              <a:r>
                <a:rPr sz="650" spc="-10" dirty="0">
                  <a:latin typeface="Lantinghei SC Extralight"/>
                  <a:cs typeface="Lantinghei SC Extralight"/>
                </a:rPr>
                <a:t>Linear</a:t>
              </a:r>
              <a:endParaRPr sz="650">
                <a:latin typeface="Lantinghei SC Extralight"/>
                <a:cs typeface="Lantinghei SC Extralight"/>
              </a:endParaRPr>
            </a:p>
            <a:p>
              <a:pPr>
                <a:lnSpc>
                  <a:spcPct val="100000"/>
                </a:lnSpc>
                <a:spcBef>
                  <a:spcPts val="135"/>
                </a:spcBef>
              </a:pPr>
              <a:endParaRPr sz="650">
                <a:latin typeface="Lantinghei SC Extralight"/>
                <a:cs typeface="Lantinghei SC Extralight"/>
              </a:endParaRPr>
            </a:p>
            <a:p>
              <a:pPr algn="ctr">
                <a:lnSpc>
                  <a:spcPct val="100000"/>
                </a:lnSpc>
              </a:pPr>
              <a:r>
                <a:rPr sz="650" dirty="0">
                  <a:latin typeface="Lantinghei SC Extralight"/>
                  <a:cs typeface="Lantinghei SC Extralight"/>
                </a:rPr>
                <a:t>Add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60" dirty="0">
                  <a:latin typeface="Lantinghei SC Extralight"/>
                  <a:cs typeface="Lantinghei SC Extralight"/>
                </a:rPr>
                <a:t>&amp;</a:t>
              </a:r>
              <a:r>
                <a:rPr sz="650" spc="20" dirty="0">
                  <a:latin typeface="Lantinghei SC Extralight"/>
                  <a:cs typeface="Lantinghei SC Extralight"/>
                </a:rPr>
                <a:t> </a:t>
              </a:r>
              <a:r>
                <a:rPr sz="650" spc="-20" dirty="0">
                  <a:latin typeface="Lantinghei SC Extralight"/>
                  <a:cs typeface="Lantinghei SC Extralight"/>
                </a:rPr>
                <a:t>Norm</a:t>
              </a:r>
              <a:endParaRPr sz="650">
                <a:latin typeface="Lantinghei SC Extralight"/>
                <a:cs typeface="Lantinghei SC Extralight"/>
              </a:endParaRPr>
            </a:p>
            <a:p>
              <a:pPr marL="104139" marR="96520" algn="ctr">
                <a:lnSpc>
                  <a:spcPts val="750"/>
                </a:lnSpc>
                <a:spcBef>
                  <a:spcPts val="645"/>
                </a:spcBef>
              </a:pPr>
              <a:r>
                <a:rPr sz="650" spc="-20" dirty="0">
                  <a:latin typeface="Lantinghei SC Extralight"/>
                  <a:cs typeface="Lantinghei SC Extralight"/>
                </a:rPr>
                <a:t>位置感知前馈网络</a:t>
              </a:r>
              <a:endParaRPr sz="650">
                <a:latin typeface="Lantinghei SC Extralight"/>
                <a:cs typeface="Lantinghei SC Extralight"/>
              </a:endParaRPr>
            </a:p>
          </p:txBody>
        </p:sp>
        <p:sp>
          <p:nvSpPr>
            <p:cNvPr id="19" name="object 2">
              <a:extLst>
                <a:ext uri="{FF2B5EF4-FFF2-40B4-BE49-F238E27FC236}">
                  <a16:creationId xmlns:a16="http://schemas.microsoft.com/office/drawing/2014/main" id="{6A860E24-EC97-C2C7-1BCD-1D6CA442787D}"/>
                </a:ext>
              </a:extLst>
            </p:cNvPr>
            <p:cNvSpPr txBox="1"/>
            <p:nvPr/>
          </p:nvSpPr>
          <p:spPr>
            <a:xfrm>
              <a:off x="2499971" y="1614751"/>
              <a:ext cx="1341963" cy="128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703580" algn="ctr">
                <a:lnSpc>
                  <a:spcPct val="100000"/>
                </a:lnSpc>
                <a:spcBef>
                  <a:spcPts val="1355"/>
                </a:spcBef>
              </a:pPr>
              <a:r>
                <a:rPr sz="750" spc="-15" dirty="0" err="1">
                  <a:latin typeface="Lantinghei SC Extralight"/>
                  <a:cs typeface="Lantinghei SC Extralight"/>
                </a:rPr>
                <a:t>输出概率</a:t>
              </a:r>
              <a:endParaRPr sz="750" dirty="0">
                <a:latin typeface="Lantinghei SC Extralight"/>
                <a:cs typeface="Lantinghei SC Extra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15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>
            <a:extLst>
              <a:ext uri="{FF2B5EF4-FFF2-40B4-BE49-F238E27FC236}">
                <a16:creationId xmlns:a16="http://schemas.microsoft.com/office/drawing/2014/main" id="{03F57D64-6264-069C-238D-18418C86872C}"/>
              </a:ext>
            </a:extLst>
          </p:cNvPr>
          <p:cNvSpPr txBox="1"/>
          <p:nvPr/>
        </p:nvSpPr>
        <p:spPr>
          <a:xfrm>
            <a:off x="1439657" y="4210591"/>
            <a:ext cx="224154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25" dirty="0">
                <a:latin typeface="Lantinghei SC Extralight"/>
                <a:cs typeface="Lantinghei SC Extralight"/>
              </a:rPr>
              <a:t>查询</a:t>
            </a:r>
            <a:endParaRPr sz="750">
              <a:latin typeface="Lantinghei SC Extralight"/>
              <a:cs typeface="Lantinghei SC Extralight"/>
            </a:endParaRPr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B5970581-E13A-5521-047F-1610EC381D25}"/>
              </a:ext>
            </a:extLst>
          </p:cNvPr>
          <p:cNvSpPr txBox="1"/>
          <p:nvPr/>
        </p:nvSpPr>
        <p:spPr>
          <a:xfrm>
            <a:off x="1439658" y="4905431"/>
            <a:ext cx="12509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50" dirty="0">
                <a:latin typeface="Hiragino Sans GB W3"/>
                <a:cs typeface="Hiragino Sans GB W3"/>
              </a:rPr>
              <a:t>键</a:t>
            </a:r>
            <a:endParaRPr sz="750">
              <a:latin typeface="Hiragino Sans GB W3"/>
              <a:cs typeface="Hiragino Sans GB W3"/>
            </a:endParaRP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5E7A1CA9-439C-FCC6-571D-DE7F8E730811}"/>
              </a:ext>
            </a:extLst>
          </p:cNvPr>
          <p:cNvSpPr txBox="1"/>
          <p:nvPr/>
        </p:nvSpPr>
        <p:spPr>
          <a:xfrm>
            <a:off x="1439657" y="5626690"/>
            <a:ext cx="3232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-20" dirty="0">
                <a:latin typeface="Lantinghei SC Extralight"/>
                <a:cs typeface="Lantinghei SC Extralight"/>
              </a:rPr>
              <a:t>值向量</a:t>
            </a:r>
            <a:endParaRPr sz="750">
              <a:latin typeface="Lantinghei SC Extralight"/>
              <a:cs typeface="Lantinghei SC Extralight"/>
            </a:endParaRPr>
          </a:p>
        </p:txBody>
      </p:sp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6C37E837-6E17-D7E3-3573-66707C68634A}"/>
              </a:ext>
            </a:extLst>
          </p:cNvPr>
          <p:cNvGraphicFramePr>
            <a:graphicFrameLocks noGrp="1"/>
          </p:cNvGraphicFramePr>
          <p:nvPr/>
        </p:nvGraphicFramePr>
        <p:xfrm>
          <a:off x="4121277" y="4039122"/>
          <a:ext cx="375920" cy="49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55A11"/>
                      </a:solidFill>
                      <a:prstDash val="solid"/>
                    </a:lnL>
                    <a:lnR w="19050">
                      <a:solidFill>
                        <a:srgbClr val="C55A11"/>
                      </a:solidFill>
                      <a:prstDash val="solid"/>
                    </a:lnR>
                    <a:lnT w="19050">
                      <a:solidFill>
                        <a:srgbClr val="C55A11"/>
                      </a:solidFill>
                      <a:prstDash val="solid"/>
                    </a:lnT>
                    <a:lnB w="19050">
                      <a:solidFill>
                        <a:srgbClr val="C55A1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685F1FB3-ED81-BF04-519D-CECFDF6325C4}"/>
              </a:ext>
            </a:extLst>
          </p:cNvPr>
          <p:cNvGraphicFramePr>
            <a:graphicFrameLocks noGrp="1"/>
          </p:cNvGraphicFramePr>
          <p:nvPr/>
        </p:nvGraphicFramePr>
        <p:xfrm>
          <a:off x="4117056" y="4748981"/>
          <a:ext cx="379728" cy="49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F9000"/>
                      </a:solidFill>
                      <a:prstDash val="solid"/>
                    </a:lnL>
                    <a:lnR w="19050">
                      <a:solidFill>
                        <a:srgbClr val="BF9000"/>
                      </a:solidFill>
                      <a:prstDash val="solid"/>
                    </a:lnR>
                    <a:lnT w="19050">
                      <a:solidFill>
                        <a:srgbClr val="BF9000"/>
                      </a:solidFill>
                      <a:prstDash val="solid"/>
                    </a:lnT>
                    <a:lnB w="19050">
                      <a:solidFill>
                        <a:srgbClr val="BF9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9253F734-8A78-E66C-0CC6-31B2AB5B999F}"/>
              </a:ext>
            </a:extLst>
          </p:cNvPr>
          <p:cNvGraphicFramePr>
            <a:graphicFrameLocks noGrp="1"/>
          </p:cNvGraphicFramePr>
          <p:nvPr/>
        </p:nvGraphicFramePr>
        <p:xfrm>
          <a:off x="4122553" y="5456263"/>
          <a:ext cx="375920" cy="49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F5597"/>
                      </a:solidFill>
                      <a:prstDash val="solid"/>
                    </a:lnL>
                    <a:lnR w="19050">
                      <a:solidFill>
                        <a:srgbClr val="2F5597"/>
                      </a:solidFill>
                      <a:prstDash val="solid"/>
                    </a:lnR>
                    <a:lnT w="19050">
                      <a:solidFill>
                        <a:srgbClr val="2F5597"/>
                      </a:solidFill>
                      <a:prstDash val="solid"/>
                    </a:lnT>
                    <a:lnB w="19050">
                      <a:solidFill>
                        <a:srgbClr val="2F559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18">
            <a:extLst>
              <a:ext uri="{FF2B5EF4-FFF2-40B4-BE49-F238E27FC236}">
                <a16:creationId xmlns:a16="http://schemas.microsoft.com/office/drawing/2014/main" id="{70CA112E-5855-7E1C-C4D4-EFC0BFBE0177}"/>
              </a:ext>
            </a:extLst>
          </p:cNvPr>
          <p:cNvGraphicFramePr>
            <a:graphicFrameLocks noGrp="1"/>
          </p:cNvGraphicFramePr>
          <p:nvPr/>
        </p:nvGraphicFramePr>
        <p:xfrm>
          <a:off x="2195666" y="3819717"/>
          <a:ext cx="502919" cy="124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object 19">
            <a:extLst>
              <a:ext uri="{FF2B5EF4-FFF2-40B4-BE49-F238E27FC236}">
                <a16:creationId xmlns:a16="http://schemas.microsoft.com/office/drawing/2014/main" id="{A8C5BFD4-7AB2-AEB2-53DF-F0BA9840E4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9515" y="4232863"/>
            <a:ext cx="381958" cy="130321"/>
          </a:xfrm>
          <a:prstGeom prst="rect">
            <a:avLst/>
          </a:prstGeom>
        </p:spPr>
      </p:pic>
      <p:pic>
        <p:nvPicPr>
          <p:cNvPr id="12" name="object 20">
            <a:extLst>
              <a:ext uri="{FF2B5EF4-FFF2-40B4-BE49-F238E27FC236}">
                <a16:creationId xmlns:a16="http://schemas.microsoft.com/office/drawing/2014/main" id="{5CFDE799-78D0-8F01-08B5-11D11E37655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9336" y="4929011"/>
            <a:ext cx="381959" cy="130321"/>
          </a:xfrm>
          <a:prstGeom prst="rect">
            <a:avLst/>
          </a:prstGeom>
        </p:spPr>
      </p:pic>
      <p:pic>
        <p:nvPicPr>
          <p:cNvPr id="13" name="object 21">
            <a:extLst>
              <a:ext uri="{FF2B5EF4-FFF2-40B4-BE49-F238E27FC236}">
                <a16:creationId xmlns:a16="http://schemas.microsoft.com/office/drawing/2014/main" id="{46D1BCFE-B4BD-4E9C-72D0-7EDAB18D73D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9336" y="5649695"/>
            <a:ext cx="381960" cy="130321"/>
          </a:xfrm>
          <a:prstGeom prst="rect">
            <a:avLst/>
          </a:prstGeom>
        </p:spPr>
      </p:pic>
      <p:sp>
        <p:nvSpPr>
          <p:cNvPr id="14" name="object 22">
            <a:extLst>
              <a:ext uri="{FF2B5EF4-FFF2-40B4-BE49-F238E27FC236}">
                <a16:creationId xmlns:a16="http://schemas.microsoft.com/office/drawing/2014/main" id="{BF6B315B-5958-D279-E9AB-7BEBF0E3440C}"/>
              </a:ext>
            </a:extLst>
          </p:cNvPr>
          <p:cNvSpPr txBox="1"/>
          <p:nvPr/>
        </p:nvSpPr>
        <p:spPr>
          <a:xfrm>
            <a:off x="2125916" y="4223801"/>
            <a:ext cx="1327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25" dirty="0">
                <a:solidFill>
                  <a:srgbClr val="ED7D31"/>
                </a:solidFill>
                <a:latin typeface="Lantinghei SC Heavy"/>
                <a:cs typeface="Lantinghei SC Heavy"/>
              </a:rPr>
              <a:t>q</a:t>
            </a:r>
            <a:r>
              <a:rPr sz="500" b="1" spc="-25" dirty="0">
                <a:solidFill>
                  <a:srgbClr val="ED7D31"/>
                </a:solidFill>
                <a:latin typeface="Lantinghei SC Heavy"/>
                <a:cs typeface="Lantinghei SC Heavy"/>
              </a:rPr>
              <a:t>1</a:t>
            </a:r>
            <a:endParaRPr sz="500">
              <a:latin typeface="Lantinghei SC Heavy"/>
              <a:cs typeface="Lantinghei SC Heavy"/>
            </a:endParaRPr>
          </a:p>
        </p:txBody>
      </p:sp>
      <p:sp>
        <p:nvSpPr>
          <p:cNvPr id="15" name="object 23">
            <a:extLst>
              <a:ext uri="{FF2B5EF4-FFF2-40B4-BE49-F238E27FC236}">
                <a16:creationId xmlns:a16="http://schemas.microsoft.com/office/drawing/2014/main" id="{265ED786-F9FF-FEC1-E3E1-6E7E85BD4EB5}"/>
              </a:ext>
            </a:extLst>
          </p:cNvPr>
          <p:cNvSpPr txBox="1"/>
          <p:nvPr/>
        </p:nvSpPr>
        <p:spPr>
          <a:xfrm>
            <a:off x="2125738" y="4921282"/>
            <a:ext cx="12573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25" dirty="0">
                <a:solidFill>
                  <a:srgbClr val="FFC000"/>
                </a:solidFill>
                <a:latin typeface="Lantinghei SC Heavy"/>
                <a:cs typeface="Lantinghei SC Heavy"/>
              </a:rPr>
              <a:t>k</a:t>
            </a:r>
            <a:r>
              <a:rPr sz="500" b="1" spc="-25" dirty="0">
                <a:solidFill>
                  <a:srgbClr val="FFC000"/>
                </a:solidFill>
                <a:latin typeface="Lantinghei SC Heavy"/>
                <a:cs typeface="Lantinghei SC Heavy"/>
              </a:rPr>
              <a:t>1</a:t>
            </a:r>
            <a:endParaRPr sz="500">
              <a:latin typeface="Lantinghei SC Heavy"/>
              <a:cs typeface="Lantinghei SC Heavy"/>
            </a:endParaRPr>
          </a:p>
        </p:txBody>
      </p:sp>
      <p:sp>
        <p:nvSpPr>
          <p:cNvPr id="16" name="object 24">
            <a:extLst>
              <a:ext uri="{FF2B5EF4-FFF2-40B4-BE49-F238E27FC236}">
                <a16:creationId xmlns:a16="http://schemas.microsoft.com/office/drawing/2014/main" id="{CF65EDB2-AE63-76EC-2D39-7E069D7C89C7}"/>
              </a:ext>
            </a:extLst>
          </p:cNvPr>
          <p:cNvSpPr txBox="1"/>
          <p:nvPr/>
        </p:nvSpPr>
        <p:spPr>
          <a:xfrm>
            <a:off x="2125738" y="5642542"/>
            <a:ext cx="12446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25" dirty="0">
                <a:solidFill>
                  <a:srgbClr val="00B0F0"/>
                </a:solidFill>
                <a:latin typeface="Lantinghei SC Heavy"/>
                <a:cs typeface="Lantinghei SC Heavy"/>
              </a:rPr>
              <a:t>v</a:t>
            </a:r>
            <a:r>
              <a:rPr sz="500" b="1" spc="-25" dirty="0">
                <a:solidFill>
                  <a:srgbClr val="00B0F0"/>
                </a:solidFill>
                <a:latin typeface="Lantinghei SC Heavy"/>
                <a:cs typeface="Lantinghei SC Heavy"/>
              </a:rPr>
              <a:t>1</a:t>
            </a:r>
            <a:endParaRPr sz="500">
              <a:latin typeface="Lantinghei SC Heavy"/>
              <a:cs typeface="Lantinghei SC Heavy"/>
            </a:endParaRPr>
          </a:p>
        </p:txBody>
      </p:sp>
      <p:sp>
        <p:nvSpPr>
          <p:cNvPr id="17" name="object 25">
            <a:extLst>
              <a:ext uri="{FF2B5EF4-FFF2-40B4-BE49-F238E27FC236}">
                <a16:creationId xmlns:a16="http://schemas.microsoft.com/office/drawing/2014/main" id="{A603FA92-29D3-3A3E-3441-7CDA8F0BA660}"/>
              </a:ext>
            </a:extLst>
          </p:cNvPr>
          <p:cNvSpPr txBox="1"/>
          <p:nvPr/>
        </p:nvSpPr>
        <p:spPr>
          <a:xfrm>
            <a:off x="4761567" y="4211912"/>
            <a:ext cx="29019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575" b="1" spc="-37" baseline="-18518" dirty="0">
                <a:solidFill>
                  <a:srgbClr val="ED7D31"/>
                </a:solidFill>
                <a:latin typeface="Lantinghei SC Heavy"/>
                <a:cs typeface="Lantinghei SC Heavy"/>
              </a:rPr>
              <a:t>W</a:t>
            </a:r>
            <a:r>
              <a:rPr sz="700" b="1" spc="-25" dirty="0">
                <a:solidFill>
                  <a:srgbClr val="ED7D31"/>
                </a:solidFill>
                <a:latin typeface="Lantinghei SC Heavy"/>
                <a:cs typeface="Lantinghei SC Heavy"/>
              </a:rPr>
              <a:t>Q</a:t>
            </a:r>
            <a:endParaRPr sz="700">
              <a:latin typeface="Lantinghei SC Heavy"/>
              <a:cs typeface="Lantinghei SC Heavy"/>
            </a:endParaRPr>
          </a:p>
        </p:txBody>
      </p:sp>
      <p:sp>
        <p:nvSpPr>
          <p:cNvPr id="18" name="object 26">
            <a:extLst>
              <a:ext uri="{FF2B5EF4-FFF2-40B4-BE49-F238E27FC236}">
                <a16:creationId xmlns:a16="http://schemas.microsoft.com/office/drawing/2014/main" id="{F0093C0D-8AA2-E3FD-85BD-E07E72F58650}"/>
              </a:ext>
            </a:extLst>
          </p:cNvPr>
          <p:cNvSpPr txBox="1"/>
          <p:nvPr/>
        </p:nvSpPr>
        <p:spPr>
          <a:xfrm>
            <a:off x="4761388" y="4925245"/>
            <a:ext cx="279400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575" b="1" spc="-37" baseline="-18518" dirty="0">
                <a:solidFill>
                  <a:srgbClr val="FFC000"/>
                </a:solidFill>
                <a:latin typeface="Lantinghei SC Heavy"/>
                <a:cs typeface="Lantinghei SC Heavy"/>
              </a:rPr>
              <a:t>W</a:t>
            </a:r>
            <a:r>
              <a:rPr sz="700" b="1" spc="-25" dirty="0">
                <a:solidFill>
                  <a:srgbClr val="FFC000"/>
                </a:solidFill>
                <a:latin typeface="Lantinghei SC Heavy"/>
                <a:cs typeface="Lantinghei SC Heavy"/>
              </a:rPr>
              <a:t>K</a:t>
            </a:r>
            <a:endParaRPr sz="700">
              <a:latin typeface="Lantinghei SC Heavy"/>
              <a:cs typeface="Lantinghei SC Heavy"/>
            </a:endParaRPr>
          </a:p>
        </p:txBody>
      </p:sp>
      <p:sp>
        <p:nvSpPr>
          <p:cNvPr id="19" name="object 27">
            <a:extLst>
              <a:ext uri="{FF2B5EF4-FFF2-40B4-BE49-F238E27FC236}">
                <a16:creationId xmlns:a16="http://schemas.microsoft.com/office/drawing/2014/main" id="{AAD7A81B-95C1-BC07-327E-38C658F0F3B0}"/>
              </a:ext>
            </a:extLst>
          </p:cNvPr>
          <p:cNvSpPr txBox="1"/>
          <p:nvPr/>
        </p:nvSpPr>
        <p:spPr>
          <a:xfrm>
            <a:off x="4761565" y="5625369"/>
            <a:ext cx="281305" cy="184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575" b="1" spc="-37" baseline="-18518" dirty="0">
                <a:solidFill>
                  <a:srgbClr val="00B0F0"/>
                </a:solidFill>
                <a:latin typeface="Lantinghei SC Heavy"/>
                <a:cs typeface="Lantinghei SC Heavy"/>
              </a:rPr>
              <a:t>W</a:t>
            </a:r>
            <a:r>
              <a:rPr sz="700" b="1" spc="-25" dirty="0">
                <a:solidFill>
                  <a:srgbClr val="00B0F0"/>
                </a:solidFill>
                <a:latin typeface="Lantinghei SC Heavy"/>
                <a:cs typeface="Lantinghei SC Heavy"/>
              </a:rPr>
              <a:t>V</a:t>
            </a:r>
            <a:endParaRPr sz="700">
              <a:latin typeface="Lantinghei SC Heavy"/>
              <a:cs typeface="Lantinghei SC Heavy"/>
            </a:endParaRPr>
          </a:p>
        </p:txBody>
      </p:sp>
      <p:graphicFrame>
        <p:nvGraphicFramePr>
          <p:cNvPr id="20" name="object 28">
            <a:extLst>
              <a:ext uri="{FF2B5EF4-FFF2-40B4-BE49-F238E27FC236}">
                <a16:creationId xmlns:a16="http://schemas.microsoft.com/office/drawing/2014/main" id="{477A054E-27F5-0E09-E723-EB3A0B8A9E71}"/>
              </a:ext>
            </a:extLst>
          </p:cNvPr>
          <p:cNvGraphicFramePr>
            <a:graphicFrameLocks noGrp="1"/>
          </p:cNvGraphicFramePr>
          <p:nvPr/>
        </p:nvGraphicFramePr>
        <p:xfrm>
          <a:off x="3152384" y="3819717"/>
          <a:ext cx="502919" cy="124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548235"/>
                      </a:solidFill>
                      <a:prstDash val="solid"/>
                    </a:lnL>
                    <a:lnR w="6350">
                      <a:solidFill>
                        <a:srgbClr val="548235"/>
                      </a:solidFill>
                      <a:prstDash val="solid"/>
                    </a:lnR>
                    <a:lnT w="6350">
                      <a:solidFill>
                        <a:srgbClr val="548235"/>
                      </a:solidFill>
                      <a:prstDash val="solid"/>
                    </a:lnT>
                    <a:lnB w="6350">
                      <a:solidFill>
                        <a:srgbClr val="548235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9">
            <a:extLst>
              <a:ext uri="{FF2B5EF4-FFF2-40B4-BE49-F238E27FC236}">
                <a16:creationId xmlns:a16="http://schemas.microsoft.com/office/drawing/2014/main" id="{C14F8E68-900B-5867-FCEB-C1E2404E2B36}"/>
              </a:ext>
            </a:extLst>
          </p:cNvPr>
          <p:cNvSpPr txBox="1"/>
          <p:nvPr/>
        </p:nvSpPr>
        <p:spPr>
          <a:xfrm>
            <a:off x="304329" y="3381035"/>
            <a:ext cx="5556250" cy="57547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068070" marR="2324100">
              <a:lnSpc>
                <a:spcPct val="242700"/>
              </a:lnSpc>
              <a:spcBef>
                <a:spcPts val="100"/>
              </a:spcBef>
              <a:tabLst>
                <a:tab pos="1640839" algn="l"/>
                <a:tab pos="1863089" algn="l"/>
                <a:tab pos="2597150" algn="l"/>
                <a:tab pos="2813685" algn="l"/>
              </a:tabLst>
            </a:pPr>
            <a:r>
              <a:rPr sz="1125" baseline="3703" dirty="0" err="1">
                <a:latin typeface="Lantinghei SC Extralight"/>
                <a:cs typeface="Lantinghei SC Extralight"/>
              </a:rPr>
              <a:t>输</a:t>
            </a:r>
            <a:r>
              <a:rPr sz="1125" spc="-75" baseline="3703" dirty="0" err="1">
                <a:latin typeface="Lantinghei SC Extralight"/>
                <a:cs typeface="Lantinghei SC Extralight"/>
              </a:rPr>
              <a:t>入</a:t>
            </a:r>
            <a:r>
              <a:rPr sz="1125" baseline="3703" dirty="0">
                <a:latin typeface="Lantinghei SC Extralight"/>
                <a:cs typeface="Lantinghei SC Extralight"/>
              </a:rPr>
              <a:t>		</a:t>
            </a:r>
            <a:r>
              <a:rPr sz="1125" spc="-15" baseline="7407" dirty="0">
                <a:solidFill>
                  <a:srgbClr val="2F5597"/>
                </a:solidFill>
                <a:latin typeface="Lantinghei SC Extralight"/>
                <a:cs typeface="Lantinghei SC Extralight"/>
              </a:rPr>
              <a:t>Machine</a:t>
            </a:r>
            <a:r>
              <a:rPr sz="1125" baseline="7407" dirty="0">
                <a:solidFill>
                  <a:srgbClr val="2F5597"/>
                </a:solidFill>
                <a:latin typeface="Lantinghei SC Extralight"/>
                <a:cs typeface="Lantinghei SC Extralight"/>
              </a:rPr>
              <a:t>		</a:t>
            </a:r>
            <a:r>
              <a:rPr sz="750" spc="-10" dirty="0">
                <a:solidFill>
                  <a:srgbClr val="2F5597"/>
                </a:solidFill>
                <a:latin typeface="Lantinghei SC Extralight"/>
                <a:cs typeface="Lantinghei SC Extralight"/>
              </a:rPr>
              <a:t>Learning</a:t>
            </a:r>
            <a:r>
              <a:rPr sz="750" dirty="0">
                <a:latin typeface="Lantinghei SC Extralight"/>
                <a:cs typeface="Lantinghei SC Extralight"/>
              </a:rPr>
              <a:t>嵌入表</a:t>
            </a:r>
            <a:r>
              <a:rPr sz="750" spc="-50" dirty="0">
                <a:latin typeface="Lantinghei SC Extralight"/>
                <a:cs typeface="Lantinghei SC Extralight"/>
              </a:rPr>
              <a:t>示</a:t>
            </a:r>
            <a:r>
              <a:rPr sz="750" dirty="0">
                <a:latin typeface="Lantinghei SC Extralight"/>
                <a:cs typeface="Lantinghei SC Extralight"/>
              </a:rPr>
              <a:t>	</a:t>
            </a:r>
            <a:r>
              <a:rPr sz="1125" b="1" spc="-37" baseline="-3703" dirty="0">
                <a:solidFill>
                  <a:srgbClr val="548235"/>
                </a:solidFill>
                <a:latin typeface="Lantinghei SC Heavy"/>
                <a:cs typeface="Lantinghei SC Heavy"/>
              </a:rPr>
              <a:t>X</a:t>
            </a:r>
            <a:r>
              <a:rPr sz="750" b="1" spc="-37" baseline="-5555" dirty="0">
                <a:solidFill>
                  <a:srgbClr val="548235"/>
                </a:solidFill>
                <a:latin typeface="Lantinghei SC Heavy"/>
                <a:cs typeface="Lantinghei SC Heavy"/>
              </a:rPr>
              <a:t>1</a:t>
            </a:r>
            <a:r>
              <a:rPr sz="750" b="1" baseline="-5555" dirty="0">
                <a:solidFill>
                  <a:srgbClr val="548235"/>
                </a:solidFill>
                <a:latin typeface="Lantinghei SC Heavy"/>
                <a:cs typeface="Lantinghei SC Heavy"/>
              </a:rPr>
              <a:t>		</a:t>
            </a:r>
            <a:r>
              <a:rPr sz="1125" b="1" spc="-37" baseline="-3703" dirty="0">
                <a:solidFill>
                  <a:srgbClr val="548235"/>
                </a:solidFill>
                <a:latin typeface="Lantinghei SC Heavy"/>
                <a:cs typeface="Lantinghei SC Heavy"/>
              </a:rPr>
              <a:t>X</a:t>
            </a:r>
            <a:r>
              <a:rPr sz="750" b="1" spc="-37" baseline="-11111" dirty="0">
                <a:solidFill>
                  <a:srgbClr val="548235"/>
                </a:solidFill>
                <a:latin typeface="Lantinghei SC Heavy"/>
                <a:cs typeface="Lantinghei SC Heavy"/>
              </a:rPr>
              <a:t>2</a:t>
            </a:r>
            <a:endParaRPr sz="750" baseline="-11111" dirty="0">
              <a:latin typeface="Lantinghei SC Heavy"/>
              <a:cs typeface="Lantinghei SC Heavy"/>
            </a:endParaRPr>
          </a:p>
        </p:txBody>
      </p:sp>
      <p:pic>
        <p:nvPicPr>
          <p:cNvPr id="22" name="object 30">
            <a:extLst>
              <a:ext uri="{FF2B5EF4-FFF2-40B4-BE49-F238E27FC236}">
                <a16:creationId xmlns:a16="http://schemas.microsoft.com/office/drawing/2014/main" id="{C7265177-6CC8-EF23-EBCB-527824CB8E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6232" y="4232863"/>
            <a:ext cx="381958" cy="130321"/>
          </a:xfrm>
          <a:prstGeom prst="rect">
            <a:avLst/>
          </a:prstGeom>
        </p:spPr>
      </p:pic>
      <p:pic>
        <p:nvPicPr>
          <p:cNvPr id="23" name="object 31">
            <a:extLst>
              <a:ext uri="{FF2B5EF4-FFF2-40B4-BE49-F238E27FC236}">
                <a16:creationId xmlns:a16="http://schemas.microsoft.com/office/drawing/2014/main" id="{6870D2E0-BA9F-A4B4-BCEA-F0DE4AEE71A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6053" y="4929011"/>
            <a:ext cx="381959" cy="130321"/>
          </a:xfrm>
          <a:prstGeom prst="rect">
            <a:avLst/>
          </a:prstGeom>
        </p:spPr>
      </p:pic>
      <p:pic>
        <p:nvPicPr>
          <p:cNvPr id="24" name="object 32">
            <a:extLst>
              <a:ext uri="{FF2B5EF4-FFF2-40B4-BE49-F238E27FC236}">
                <a16:creationId xmlns:a16="http://schemas.microsoft.com/office/drawing/2014/main" id="{B56DC2E8-068E-16E9-E7FC-DC01D571D46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16053" y="5649695"/>
            <a:ext cx="381960" cy="130321"/>
          </a:xfrm>
          <a:prstGeom prst="rect">
            <a:avLst/>
          </a:prstGeom>
        </p:spPr>
      </p:pic>
      <p:sp>
        <p:nvSpPr>
          <p:cNvPr id="25" name="object 33">
            <a:extLst>
              <a:ext uri="{FF2B5EF4-FFF2-40B4-BE49-F238E27FC236}">
                <a16:creationId xmlns:a16="http://schemas.microsoft.com/office/drawing/2014/main" id="{536B8E46-3465-F7A2-C99C-EAB270A2EB2E}"/>
              </a:ext>
            </a:extLst>
          </p:cNvPr>
          <p:cNvSpPr txBox="1"/>
          <p:nvPr/>
        </p:nvSpPr>
        <p:spPr>
          <a:xfrm>
            <a:off x="3082633" y="4223801"/>
            <a:ext cx="13271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25" dirty="0">
                <a:solidFill>
                  <a:srgbClr val="ED7D31"/>
                </a:solidFill>
                <a:latin typeface="Lantinghei SC Heavy"/>
                <a:cs typeface="Lantinghei SC Heavy"/>
              </a:rPr>
              <a:t>q</a:t>
            </a:r>
            <a:r>
              <a:rPr sz="500" b="1" spc="-25" dirty="0">
                <a:solidFill>
                  <a:srgbClr val="ED7D31"/>
                </a:solidFill>
                <a:latin typeface="Lantinghei SC Heavy"/>
                <a:cs typeface="Lantinghei SC Heavy"/>
              </a:rPr>
              <a:t>2</a:t>
            </a:r>
            <a:endParaRPr sz="500">
              <a:latin typeface="Lantinghei SC Heavy"/>
              <a:cs typeface="Lantinghei SC Heavy"/>
            </a:endParaRPr>
          </a:p>
        </p:txBody>
      </p:sp>
      <p:sp>
        <p:nvSpPr>
          <p:cNvPr id="26" name="object 34">
            <a:extLst>
              <a:ext uri="{FF2B5EF4-FFF2-40B4-BE49-F238E27FC236}">
                <a16:creationId xmlns:a16="http://schemas.microsoft.com/office/drawing/2014/main" id="{3D364BC3-0A74-16C6-C922-11A95BFA306E}"/>
              </a:ext>
            </a:extLst>
          </p:cNvPr>
          <p:cNvSpPr txBox="1"/>
          <p:nvPr/>
        </p:nvSpPr>
        <p:spPr>
          <a:xfrm>
            <a:off x="3082454" y="4921282"/>
            <a:ext cx="12573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45" dirty="0">
                <a:solidFill>
                  <a:srgbClr val="FFC000"/>
                </a:solidFill>
                <a:latin typeface="Lantinghei SC Heavy"/>
                <a:cs typeface="Lantinghei SC Heavy"/>
              </a:rPr>
              <a:t>k</a:t>
            </a:r>
            <a:r>
              <a:rPr sz="500" b="1" spc="-45" dirty="0">
                <a:solidFill>
                  <a:srgbClr val="FFC000"/>
                </a:solidFill>
                <a:latin typeface="Lantinghei SC Heavy"/>
                <a:cs typeface="Lantinghei SC Heavy"/>
              </a:rPr>
              <a:t>2</a:t>
            </a:r>
            <a:endParaRPr sz="500">
              <a:latin typeface="Lantinghei SC Heavy"/>
              <a:cs typeface="Lantinghei SC Heavy"/>
            </a:endParaRPr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CE000EF7-AD20-A8A3-D3AA-E67669A7B00F}"/>
              </a:ext>
            </a:extLst>
          </p:cNvPr>
          <p:cNvSpPr txBox="1"/>
          <p:nvPr/>
        </p:nvSpPr>
        <p:spPr>
          <a:xfrm>
            <a:off x="3082454" y="5642542"/>
            <a:ext cx="12446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-25" dirty="0">
                <a:solidFill>
                  <a:srgbClr val="00B0F0"/>
                </a:solidFill>
                <a:latin typeface="Lantinghei SC Heavy"/>
                <a:cs typeface="Lantinghei SC Heavy"/>
              </a:rPr>
              <a:t>v</a:t>
            </a:r>
            <a:r>
              <a:rPr sz="500" b="1" spc="-25" dirty="0">
                <a:solidFill>
                  <a:srgbClr val="00B0F0"/>
                </a:solidFill>
                <a:latin typeface="Lantinghei SC Heavy"/>
                <a:cs typeface="Lantinghei SC Heavy"/>
              </a:rPr>
              <a:t>2</a:t>
            </a:r>
            <a:endParaRPr sz="500">
              <a:latin typeface="Lantinghei SC Heavy"/>
              <a:cs typeface="Lantinghei SC Heavy"/>
            </a:endParaRPr>
          </a:p>
        </p:txBody>
      </p:sp>
    </p:spTree>
    <p:extLst>
      <p:ext uri="{BB962C8B-B14F-4D97-AF65-F5344CB8AC3E}">
        <p14:creationId xmlns:p14="http://schemas.microsoft.com/office/powerpoint/2010/main" val="344797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102318A8-2356-3F36-03BF-F54E6B29162E}"/>
              </a:ext>
            </a:extLst>
          </p:cNvPr>
          <p:cNvGrpSpPr/>
          <p:nvPr/>
        </p:nvGrpSpPr>
        <p:grpSpPr>
          <a:xfrm>
            <a:off x="533865" y="3963686"/>
            <a:ext cx="5294799" cy="1908740"/>
            <a:chOff x="533865" y="3963686"/>
            <a:chExt cx="5294799" cy="1908740"/>
          </a:xfrm>
        </p:grpSpPr>
        <p:grpSp>
          <p:nvGrpSpPr>
            <p:cNvPr id="4" name="object 3">
              <a:extLst>
                <a:ext uri="{FF2B5EF4-FFF2-40B4-BE49-F238E27FC236}">
                  <a16:creationId xmlns:a16="http://schemas.microsoft.com/office/drawing/2014/main" id="{26F962A3-C8BA-DED6-BAF3-88C1904467F6}"/>
                </a:ext>
              </a:extLst>
            </p:cNvPr>
            <p:cNvGrpSpPr/>
            <p:nvPr/>
          </p:nvGrpSpPr>
          <p:grpSpPr>
            <a:xfrm>
              <a:off x="658270" y="4524750"/>
              <a:ext cx="894715" cy="894715"/>
              <a:chOff x="658270" y="4524750"/>
              <a:chExt cx="894715" cy="894715"/>
            </a:xfrm>
          </p:grpSpPr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14A89BD7-7A3E-4F88-9574-EFACA364A797}"/>
                  </a:ext>
                </a:extLst>
              </p:cNvPr>
              <p:cNvSpPr/>
              <p:nvPr/>
            </p:nvSpPr>
            <p:spPr>
              <a:xfrm>
                <a:off x="659841" y="4526330"/>
                <a:ext cx="891540" cy="891540"/>
              </a:xfrm>
              <a:custGeom>
                <a:avLst/>
                <a:gdLst/>
                <a:ahLst/>
                <a:cxnLst/>
                <a:rect l="l" t="t" r="r" b="b"/>
                <a:pathLst>
                  <a:path w="891540" h="891539">
                    <a:moveTo>
                      <a:pt x="891514" y="0"/>
                    </a:moveTo>
                    <a:lnTo>
                      <a:pt x="891514" y="0"/>
                    </a:lnTo>
                    <a:lnTo>
                      <a:pt x="0" y="0"/>
                    </a:lnTo>
                    <a:lnTo>
                      <a:pt x="0" y="74295"/>
                    </a:lnTo>
                    <a:lnTo>
                      <a:pt x="0" y="891514"/>
                    </a:lnTo>
                    <a:lnTo>
                      <a:pt x="74295" y="891514"/>
                    </a:lnTo>
                    <a:lnTo>
                      <a:pt x="148577" y="891514"/>
                    </a:lnTo>
                    <a:lnTo>
                      <a:pt x="148577" y="817232"/>
                    </a:lnTo>
                    <a:lnTo>
                      <a:pt x="148577" y="742937"/>
                    </a:lnTo>
                    <a:lnTo>
                      <a:pt x="148577" y="148590"/>
                    </a:lnTo>
                    <a:lnTo>
                      <a:pt x="222872" y="148590"/>
                    </a:lnTo>
                    <a:lnTo>
                      <a:pt x="891514" y="148590"/>
                    </a:lnTo>
                    <a:lnTo>
                      <a:pt x="891514" y="74295"/>
                    </a:lnTo>
                    <a:lnTo>
                      <a:pt x="891514" y="0"/>
                    </a:lnTo>
                    <a:close/>
                  </a:path>
                </a:pathLst>
              </a:custGeom>
              <a:solidFill>
                <a:srgbClr val="F8CBA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C43ADDE4-1F86-BB15-929D-6092E4770ED9}"/>
                  </a:ext>
                </a:extLst>
              </p:cNvPr>
              <p:cNvSpPr/>
              <p:nvPr/>
            </p:nvSpPr>
            <p:spPr>
              <a:xfrm>
                <a:off x="658270" y="4524750"/>
                <a:ext cx="894715" cy="894715"/>
              </a:xfrm>
              <a:custGeom>
                <a:avLst/>
                <a:gdLst/>
                <a:ahLst/>
                <a:cxnLst/>
                <a:rect l="l" t="t" r="r" b="b"/>
                <a:pathLst>
                  <a:path w="894715" h="894714">
                    <a:moveTo>
                      <a:pt x="75866" y="0"/>
                    </a:moveTo>
                    <a:lnTo>
                      <a:pt x="75866" y="894667"/>
                    </a:lnTo>
                  </a:path>
                  <a:path w="894715" h="894714">
                    <a:moveTo>
                      <a:pt x="150159" y="0"/>
                    </a:moveTo>
                    <a:lnTo>
                      <a:pt x="150159" y="894667"/>
                    </a:lnTo>
                  </a:path>
                  <a:path w="894715" h="894714">
                    <a:moveTo>
                      <a:pt x="224453" y="0"/>
                    </a:moveTo>
                    <a:lnTo>
                      <a:pt x="224453" y="894667"/>
                    </a:lnTo>
                  </a:path>
                  <a:path w="894715" h="894714">
                    <a:moveTo>
                      <a:pt x="298746" y="0"/>
                    </a:moveTo>
                    <a:lnTo>
                      <a:pt x="298746" y="894667"/>
                    </a:lnTo>
                  </a:path>
                  <a:path w="894715" h="894714">
                    <a:moveTo>
                      <a:pt x="373040" y="0"/>
                    </a:moveTo>
                    <a:lnTo>
                      <a:pt x="373040" y="894667"/>
                    </a:lnTo>
                  </a:path>
                  <a:path w="894715" h="894714">
                    <a:moveTo>
                      <a:pt x="447333" y="0"/>
                    </a:moveTo>
                    <a:lnTo>
                      <a:pt x="447333" y="894667"/>
                    </a:lnTo>
                  </a:path>
                  <a:path w="894715" h="894714">
                    <a:moveTo>
                      <a:pt x="521627" y="0"/>
                    </a:moveTo>
                    <a:lnTo>
                      <a:pt x="521627" y="894667"/>
                    </a:lnTo>
                  </a:path>
                  <a:path w="894715" h="894714">
                    <a:moveTo>
                      <a:pt x="595920" y="0"/>
                    </a:moveTo>
                    <a:lnTo>
                      <a:pt x="595920" y="894667"/>
                    </a:lnTo>
                  </a:path>
                  <a:path w="894715" h="894714">
                    <a:moveTo>
                      <a:pt x="670214" y="0"/>
                    </a:moveTo>
                    <a:lnTo>
                      <a:pt x="670214" y="894667"/>
                    </a:lnTo>
                  </a:path>
                  <a:path w="894715" h="894714">
                    <a:moveTo>
                      <a:pt x="744507" y="0"/>
                    </a:moveTo>
                    <a:lnTo>
                      <a:pt x="744507" y="894667"/>
                    </a:lnTo>
                  </a:path>
                  <a:path w="894715" h="894714">
                    <a:moveTo>
                      <a:pt x="818801" y="0"/>
                    </a:moveTo>
                    <a:lnTo>
                      <a:pt x="818801" y="894667"/>
                    </a:lnTo>
                  </a:path>
                  <a:path w="894715" h="894714">
                    <a:moveTo>
                      <a:pt x="0" y="75866"/>
                    </a:moveTo>
                    <a:lnTo>
                      <a:pt x="894667" y="75866"/>
                    </a:lnTo>
                  </a:path>
                  <a:path w="894715" h="894714">
                    <a:moveTo>
                      <a:pt x="0" y="150159"/>
                    </a:moveTo>
                    <a:lnTo>
                      <a:pt x="894667" y="150159"/>
                    </a:lnTo>
                  </a:path>
                  <a:path w="894715" h="894714">
                    <a:moveTo>
                      <a:pt x="0" y="224453"/>
                    </a:moveTo>
                    <a:lnTo>
                      <a:pt x="894667" y="224453"/>
                    </a:lnTo>
                  </a:path>
                  <a:path w="894715" h="894714">
                    <a:moveTo>
                      <a:pt x="0" y="298746"/>
                    </a:moveTo>
                    <a:lnTo>
                      <a:pt x="894667" y="298746"/>
                    </a:lnTo>
                  </a:path>
                  <a:path w="894715" h="894714">
                    <a:moveTo>
                      <a:pt x="0" y="373040"/>
                    </a:moveTo>
                    <a:lnTo>
                      <a:pt x="894667" y="373040"/>
                    </a:lnTo>
                  </a:path>
                  <a:path w="894715" h="894714">
                    <a:moveTo>
                      <a:pt x="0" y="447333"/>
                    </a:moveTo>
                    <a:lnTo>
                      <a:pt x="894667" y="447333"/>
                    </a:lnTo>
                  </a:path>
                  <a:path w="894715" h="894714">
                    <a:moveTo>
                      <a:pt x="0" y="521627"/>
                    </a:moveTo>
                    <a:lnTo>
                      <a:pt x="894667" y="521627"/>
                    </a:lnTo>
                  </a:path>
                  <a:path w="894715" h="894714">
                    <a:moveTo>
                      <a:pt x="0" y="595920"/>
                    </a:moveTo>
                    <a:lnTo>
                      <a:pt x="894667" y="595920"/>
                    </a:lnTo>
                  </a:path>
                  <a:path w="894715" h="894714">
                    <a:moveTo>
                      <a:pt x="0" y="670214"/>
                    </a:moveTo>
                    <a:lnTo>
                      <a:pt x="894667" y="670214"/>
                    </a:lnTo>
                  </a:path>
                  <a:path w="894715" h="894714">
                    <a:moveTo>
                      <a:pt x="0" y="744507"/>
                    </a:moveTo>
                    <a:lnTo>
                      <a:pt x="894667" y="744507"/>
                    </a:lnTo>
                  </a:path>
                  <a:path w="894715" h="894714">
                    <a:moveTo>
                      <a:pt x="0" y="818801"/>
                    </a:moveTo>
                    <a:lnTo>
                      <a:pt x="894667" y="818801"/>
                    </a:lnTo>
                  </a:path>
                  <a:path w="894715" h="894714">
                    <a:moveTo>
                      <a:pt x="1572" y="0"/>
                    </a:moveTo>
                    <a:lnTo>
                      <a:pt x="1572" y="894667"/>
                    </a:lnTo>
                  </a:path>
                  <a:path w="894715" h="894714">
                    <a:moveTo>
                      <a:pt x="893094" y="0"/>
                    </a:moveTo>
                    <a:lnTo>
                      <a:pt x="893094" y="894667"/>
                    </a:lnTo>
                  </a:path>
                  <a:path w="894715" h="894714">
                    <a:moveTo>
                      <a:pt x="0" y="1572"/>
                    </a:moveTo>
                    <a:lnTo>
                      <a:pt x="894667" y="1572"/>
                    </a:lnTo>
                  </a:path>
                  <a:path w="894715" h="894714">
                    <a:moveTo>
                      <a:pt x="0" y="893094"/>
                    </a:moveTo>
                    <a:lnTo>
                      <a:pt x="894667" y="893094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F3C0962-3FD6-6224-F038-2B0412FA741D}"/>
                </a:ext>
              </a:extLst>
            </p:cNvPr>
            <p:cNvSpPr txBox="1"/>
            <p:nvPr/>
          </p:nvSpPr>
          <p:spPr>
            <a:xfrm>
              <a:off x="533865" y="4872091"/>
              <a:ext cx="144780" cy="13779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700" i="1" spc="-25" dirty="0">
                  <a:latin typeface="Times New Roman"/>
                  <a:cs typeface="Times New Roman"/>
                </a:rPr>
                <a:t>q</a:t>
              </a:r>
              <a:r>
                <a:rPr sz="750" i="1" spc="-37" baseline="-11111" dirty="0">
                  <a:latin typeface="Times New Roman"/>
                  <a:cs typeface="Times New Roman"/>
                </a:rPr>
                <a:t>i</a:t>
              </a:r>
              <a:endParaRPr sz="750" baseline="-11111">
                <a:latin typeface="Times New Roman"/>
                <a:cs typeface="Times New Roman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2089CB5-6F31-3C47-4E41-DFEBA0CB2A7F}"/>
                </a:ext>
              </a:extLst>
            </p:cNvPr>
            <p:cNvSpPr txBox="1"/>
            <p:nvPr/>
          </p:nvSpPr>
          <p:spPr>
            <a:xfrm>
              <a:off x="1018777" y="4388810"/>
              <a:ext cx="149860" cy="12953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650" i="1" spc="55" dirty="0">
                  <a:latin typeface="Times New Roman"/>
                  <a:cs typeface="Times New Roman"/>
                </a:rPr>
                <a:t>k</a:t>
              </a:r>
              <a:r>
                <a:rPr sz="675" i="1" spc="82" baseline="-12345" dirty="0">
                  <a:latin typeface="Times New Roman"/>
                  <a:cs typeface="Times New Roman"/>
                </a:rPr>
                <a:t>j</a:t>
              </a:r>
              <a:endParaRPr sz="675" baseline="-12345">
                <a:latin typeface="Times New Roman"/>
                <a:cs typeface="Times New Roman"/>
              </a:endParaRPr>
            </a:p>
          </p:txBody>
        </p:sp>
        <p:grpSp>
          <p:nvGrpSpPr>
            <p:cNvPr id="9" name="object 8">
              <a:extLst>
                <a:ext uri="{FF2B5EF4-FFF2-40B4-BE49-F238E27FC236}">
                  <a16:creationId xmlns:a16="http://schemas.microsoft.com/office/drawing/2014/main" id="{A4DF8A60-01F9-12A4-537D-11CA3CCF31A8}"/>
                </a:ext>
              </a:extLst>
            </p:cNvPr>
            <p:cNvGrpSpPr/>
            <p:nvPr/>
          </p:nvGrpSpPr>
          <p:grpSpPr>
            <a:xfrm>
              <a:off x="1727190" y="4524750"/>
              <a:ext cx="894715" cy="894715"/>
              <a:chOff x="1727190" y="4524750"/>
              <a:chExt cx="894715" cy="894715"/>
            </a:xfrm>
          </p:grpSpPr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1B562D17-D7E9-543E-98DF-2C02F9F9859B}"/>
                  </a:ext>
                </a:extLst>
              </p:cNvPr>
              <p:cNvSpPr/>
              <p:nvPr/>
            </p:nvSpPr>
            <p:spPr>
              <a:xfrm>
                <a:off x="1728762" y="4526330"/>
                <a:ext cx="891540" cy="891540"/>
              </a:xfrm>
              <a:custGeom>
                <a:avLst/>
                <a:gdLst/>
                <a:ahLst/>
                <a:cxnLst/>
                <a:rect l="l" t="t" r="r" b="b"/>
                <a:pathLst>
                  <a:path w="891539" h="891539">
                    <a:moveTo>
                      <a:pt x="668629" y="520052"/>
                    </a:moveTo>
                    <a:lnTo>
                      <a:pt x="594347" y="520052"/>
                    </a:lnTo>
                    <a:lnTo>
                      <a:pt x="594347" y="445757"/>
                    </a:lnTo>
                    <a:lnTo>
                      <a:pt x="520052" y="445757"/>
                    </a:lnTo>
                    <a:lnTo>
                      <a:pt x="520052" y="371462"/>
                    </a:lnTo>
                    <a:lnTo>
                      <a:pt x="445757" y="371462"/>
                    </a:lnTo>
                    <a:lnTo>
                      <a:pt x="445757" y="297167"/>
                    </a:lnTo>
                    <a:lnTo>
                      <a:pt x="371462" y="297167"/>
                    </a:lnTo>
                    <a:lnTo>
                      <a:pt x="371462" y="222885"/>
                    </a:lnTo>
                    <a:lnTo>
                      <a:pt x="297167" y="222885"/>
                    </a:lnTo>
                    <a:lnTo>
                      <a:pt x="297167" y="148590"/>
                    </a:lnTo>
                    <a:lnTo>
                      <a:pt x="222872" y="148590"/>
                    </a:lnTo>
                    <a:lnTo>
                      <a:pt x="222872" y="74295"/>
                    </a:lnTo>
                    <a:lnTo>
                      <a:pt x="148577" y="74295"/>
                    </a:lnTo>
                    <a:lnTo>
                      <a:pt x="148577" y="0"/>
                    </a:lnTo>
                    <a:lnTo>
                      <a:pt x="74282" y="0"/>
                    </a:lnTo>
                    <a:lnTo>
                      <a:pt x="0" y="0"/>
                    </a:lnTo>
                    <a:lnTo>
                      <a:pt x="0" y="74295"/>
                    </a:lnTo>
                    <a:lnTo>
                      <a:pt x="0" y="148590"/>
                    </a:lnTo>
                    <a:lnTo>
                      <a:pt x="74282" y="148590"/>
                    </a:lnTo>
                    <a:lnTo>
                      <a:pt x="74282" y="222885"/>
                    </a:lnTo>
                    <a:lnTo>
                      <a:pt x="148577" y="222885"/>
                    </a:lnTo>
                    <a:lnTo>
                      <a:pt x="148577" y="297167"/>
                    </a:lnTo>
                    <a:lnTo>
                      <a:pt x="222872" y="297167"/>
                    </a:lnTo>
                    <a:lnTo>
                      <a:pt x="222872" y="371462"/>
                    </a:lnTo>
                    <a:lnTo>
                      <a:pt x="297167" y="371462"/>
                    </a:lnTo>
                    <a:lnTo>
                      <a:pt x="297167" y="445757"/>
                    </a:lnTo>
                    <a:lnTo>
                      <a:pt x="371462" y="445757"/>
                    </a:lnTo>
                    <a:lnTo>
                      <a:pt x="371462" y="520052"/>
                    </a:lnTo>
                    <a:lnTo>
                      <a:pt x="445757" y="520052"/>
                    </a:lnTo>
                    <a:lnTo>
                      <a:pt x="445757" y="594347"/>
                    </a:lnTo>
                    <a:lnTo>
                      <a:pt x="520052" y="594347"/>
                    </a:lnTo>
                    <a:lnTo>
                      <a:pt x="520052" y="668642"/>
                    </a:lnTo>
                    <a:lnTo>
                      <a:pt x="594347" y="668642"/>
                    </a:lnTo>
                    <a:lnTo>
                      <a:pt x="594347" y="742937"/>
                    </a:lnTo>
                    <a:lnTo>
                      <a:pt x="668629" y="742937"/>
                    </a:lnTo>
                    <a:lnTo>
                      <a:pt x="668629" y="668642"/>
                    </a:lnTo>
                    <a:lnTo>
                      <a:pt x="668629" y="594347"/>
                    </a:lnTo>
                    <a:lnTo>
                      <a:pt x="668629" y="520052"/>
                    </a:lnTo>
                    <a:close/>
                  </a:path>
                  <a:path w="891539" h="891539">
                    <a:moveTo>
                      <a:pt x="891514" y="742937"/>
                    </a:moveTo>
                    <a:lnTo>
                      <a:pt x="817219" y="742937"/>
                    </a:lnTo>
                    <a:lnTo>
                      <a:pt x="817219" y="668642"/>
                    </a:lnTo>
                    <a:lnTo>
                      <a:pt x="742924" y="668642"/>
                    </a:lnTo>
                    <a:lnTo>
                      <a:pt x="742924" y="594347"/>
                    </a:lnTo>
                    <a:lnTo>
                      <a:pt x="668642" y="594347"/>
                    </a:lnTo>
                    <a:lnTo>
                      <a:pt x="668642" y="668642"/>
                    </a:lnTo>
                    <a:lnTo>
                      <a:pt x="668642" y="742937"/>
                    </a:lnTo>
                    <a:lnTo>
                      <a:pt x="668642" y="817232"/>
                    </a:lnTo>
                    <a:lnTo>
                      <a:pt x="742924" y="817232"/>
                    </a:lnTo>
                    <a:lnTo>
                      <a:pt x="742924" y="891514"/>
                    </a:lnTo>
                    <a:lnTo>
                      <a:pt x="817219" y="891514"/>
                    </a:lnTo>
                    <a:lnTo>
                      <a:pt x="891514" y="891514"/>
                    </a:lnTo>
                    <a:lnTo>
                      <a:pt x="891514" y="817232"/>
                    </a:lnTo>
                    <a:lnTo>
                      <a:pt x="891514" y="742937"/>
                    </a:lnTo>
                    <a:close/>
                  </a:path>
                </a:pathLst>
              </a:custGeom>
              <a:solidFill>
                <a:srgbClr val="BDD7E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3BE65F66-D266-4D63-3C8B-875FF890F53C}"/>
                  </a:ext>
                </a:extLst>
              </p:cNvPr>
              <p:cNvSpPr/>
              <p:nvPr/>
            </p:nvSpPr>
            <p:spPr>
              <a:xfrm>
                <a:off x="1727190" y="4524750"/>
                <a:ext cx="894715" cy="894715"/>
              </a:xfrm>
              <a:custGeom>
                <a:avLst/>
                <a:gdLst/>
                <a:ahLst/>
                <a:cxnLst/>
                <a:rect l="l" t="t" r="r" b="b"/>
                <a:pathLst>
                  <a:path w="894714" h="894714">
                    <a:moveTo>
                      <a:pt x="75866" y="0"/>
                    </a:moveTo>
                    <a:lnTo>
                      <a:pt x="75866" y="894667"/>
                    </a:lnTo>
                  </a:path>
                  <a:path w="894714" h="894714">
                    <a:moveTo>
                      <a:pt x="150159" y="0"/>
                    </a:moveTo>
                    <a:lnTo>
                      <a:pt x="150159" y="894667"/>
                    </a:lnTo>
                  </a:path>
                  <a:path w="894714" h="894714">
                    <a:moveTo>
                      <a:pt x="224453" y="0"/>
                    </a:moveTo>
                    <a:lnTo>
                      <a:pt x="224453" y="894667"/>
                    </a:lnTo>
                  </a:path>
                  <a:path w="894714" h="894714">
                    <a:moveTo>
                      <a:pt x="298746" y="0"/>
                    </a:moveTo>
                    <a:lnTo>
                      <a:pt x="298746" y="894667"/>
                    </a:lnTo>
                  </a:path>
                  <a:path w="894714" h="894714">
                    <a:moveTo>
                      <a:pt x="373040" y="0"/>
                    </a:moveTo>
                    <a:lnTo>
                      <a:pt x="373040" y="894667"/>
                    </a:lnTo>
                  </a:path>
                  <a:path w="894714" h="894714">
                    <a:moveTo>
                      <a:pt x="447333" y="0"/>
                    </a:moveTo>
                    <a:lnTo>
                      <a:pt x="447333" y="894667"/>
                    </a:lnTo>
                  </a:path>
                  <a:path w="894714" h="894714">
                    <a:moveTo>
                      <a:pt x="521627" y="0"/>
                    </a:moveTo>
                    <a:lnTo>
                      <a:pt x="521627" y="894667"/>
                    </a:lnTo>
                  </a:path>
                  <a:path w="894714" h="894714">
                    <a:moveTo>
                      <a:pt x="595920" y="0"/>
                    </a:moveTo>
                    <a:lnTo>
                      <a:pt x="595920" y="894667"/>
                    </a:lnTo>
                  </a:path>
                  <a:path w="894714" h="894714">
                    <a:moveTo>
                      <a:pt x="670214" y="0"/>
                    </a:moveTo>
                    <a:lnTo>
                      <a:pt x="670214" y="894667"/>
                    </a:lnTo>
                  </a:path>
                  <a:path w="894714" h="894714">
                    <a:moveTo>
                      <a:pt x="744507" y="0"/>
                    </a:moveTo>
                    <a:lnTo>
                      <a:pt x="744507" y="894667"/>
                    </a:lnTo>
                  </a:path>
                  <a:path w="894714" h="894714">
                    <a:moveTo>
                      <a:pt x="818801" y="0"/>
                    </a:moveTo>
                    <a:lnTo>
                      <a:pt x="818801" y="894667"/>
                    </a:lnTo>
                  </a:path>
                  <a:path w="894714" h="894714">
                    <a:moveTo>
                      <a:pt x="0" y="75866"/>
                    </a:moveTo>
                    <a:lnTo>
                      <a:pt x="894667" y="75866"/>
                    </a:lnTo>
                  </a:path>
                  <a:path w="894714" h="894714">
                    <a:moveTo>
                      <a:pt x="0" y="150159"/>
                    </a:moveTo>
                    <a:lnTo>
                      <a:pt x="894667" y="150159"/>
                    </a:lnTo>
                  </a:path>
                  <a:path w="894714" h="894714">
                    <a:moveTo>
                      <a:pt x="0" y="224453"/>
                    </a:moveTo>
                    <a:lnTo>
                      <a:pt x="894667" y="224453"/>
                    </a:lnTo>
                  </a:path>
                  <a:path w="894714" h="894714">
                    <a:moveTo>
                      <a:pt x="0" y="298746"/>
                    </a:moveTo>
                    <a:lnTo>
                      <a:pt x="894667" y="298746"/>
                    </a:lnTo>
                  </a:path>
                  <a:path w="894714" h="894714">
                    <a:moveTo>
                      <a:pt x="0" y="373040"/>
                    </a:moveTo>
                    <a:lnTo>
                      <a:pt x="894667" y="373040"/>
                    </a:lnTo>
                  </a:path>
                  <a:path w="894714" h="894714">
                    <a:moveTo>
                      <a:pt x="0" y="447333"/>
                    </a:moveTo>
                    <a:lnTo>
                      <a:pt x="894667" y="447333"/>
                    </a:lnTo>
                  </a:path>
                  <a:path w="894714" h="894714">
                    <a:moveTo>
                      <a:pt x="0" y="521627"/>
                    </a:moveTo>
                    <a:lnTo>
                      <a:pt x="894667" y="521627"/>
                    </a:lnTo>
                  </a:path>
                  <a:path w="894714" h="894714">
                    <a:moveTo>
                      <a:pt x="0" y="595920"/>
                    </a:moveTo>
                    <a:lnTo>
                      <a:pt x="894667" y="595920"/>
                    </a:lnTo>
                  </a:path>
                  <a:path w="894714" h="894714">
                    <a:moveTo>
                      <a:pt x="0" y="670214"/>
                    </a:moveTo>
                    <a:lnTo>
                      <a:pt x="894667" y="670214"/>
                    </a:lnTo>
                  </a:path>
                  <a:path w="894714" h="894714">
                    <a:moveTo>
                      <a:pt x="0" y="744507"/>
                    </a:moveTo>
                    <a:lnTo>
                      <a:pt x="894667" y="744507"/>
                    </a:lnTo>
                  </a:path>
                  <a:path w="894714" h="894714">
                    <a:moveTo>
                      <a:pt x="0" y="818801"/>
                    </a:moveTo>
                    <a:lnTo>
                      <a:pt x="894667" y="818801"/>
                    </a:lnTo>
                  </a:path>
                  <a:path w="894714" h="894714">
                    <a:moveTo>
                      <a:pt x="1572" y="0"/>
                    </a:moveTo>
                    <a:lnTo>
                      <a:pt x="1572" y="894667"/>
                    </a:lnTo>
                  </a:path>
                  <a:path w="894714" h="894714">
                    <a:moveTo>
                      <a:pt x="893094" y="0"/>
                    </a:moveTo>
                    <a:lnTo>
                      <a:pt x="893094" y="894667"/>
                    </a:lnTo>
                  </a:path>
                  <a:path w="894714" h="894714">
                    <a:moveTo>
                      <a:pt x="0" y="1572"/>
                    </a:moveTo>
                    <a:lnTo>
                      <a:pt x="894667" y="1572"/>
                    </a:lnTo>
                  </a:path>
                  <a:path w="894714" h="894714">
                    <a:moveTo>
                      <a:pt x="0" y="893094"/>
                    </a:moveTo>
                    <a:lnTo>
                      <a:pt x="894667" y="893094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B59ED625-DB43-BB1E-D498-13814F68566F}"/>
                </a:ext>
              </a:extLst>
            </p:cNvPr>
            <p:cNvSpPr txBox="1"/>
            <p:nvPr/>
          </p:nvSpPr>
          <p:spPr>
            <a:xfrm>
              <a:off x="1602785" y="4872091"/>
              <a:ext cx="144780" cy="13779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700" i="1" spc="-25" dirty="0">
                  <a:latin typeface="Times New Roman"/>
                  <a:cs typeface="Times New Roman"/>
                </a:rPr>
                <a:t>q</a:t>
              </a:r>
              <a:r>
                <a:rPr sz="750" i="1" spc="-37" baseline="-11111" dirty="0">
                  <a:latin typeface="Times New Roman"/>
                  <a:cs typeface="Times New Roman"/>
                </a:rPr>
                <a:t>i</a:t>
              </a:r>
              <a:endParaRPr sz="750" baseline="-11111">
                <a:latin typeface="Times New Roman"/>
                <a:cs typeface="Times New Roman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B4708138-BCAB-0940-4634-8756BEF22494}"/>
                </a:ext>
              </a:extLst>
            </p:cNvPr>
            <p:cNvSpPr txBox="1"/>
            <p:nvPr/>
          </p:nvSpPr>
          <p:spPr>
            <a:xfrm>
              <a:off x="2087696" y="4388810"/>
              <a:ext cx="149860" cy="12953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650" i="1" spc="55" dirty="0">
                  <a:latin typeface="Times New Roman"/>
                  <a:cs typeface="Times New Roman"/>
                </a:rPr>
                <a:t>k</a:t>
              </a:r>
              <a:r>
                <a:rPr sz="675" i="1" spc="82" baseline="-12345" dirty="0">
                  <a:latin typeface="Times New Roman"/>
                  <a:cs typeface="Times New Roman"/>
                </a:rPr>
                <a:t>j</a:t>
              </a:r>
              <a:endParaRPr sz="675" baseline="-12345">
                <a:latin typeface="Times New Roman"/>
                <a:cs typeface="Times New Roman"/>
              </a:endParaRPr>
            </a:p>
          </p:txBody>
        </p:sp>
        <p:grpSp>
          <p:nvGrpSpPr>
            <p:cNvPr id="14" name="object 13">
              <a:extLst>
                <a:ext uri="{FF2B5EF4-FFF2-40B4-BE49-F238E27FC236}">
                  <a16:creationId xmlns:a16="http://schemas.microsoft.com/office/drawing/2014/main" id="{C9B3BB93-FD0A-EEB4-5747-A083D77EF559}"/>
                </a:ext>
              </a:extLst>
            </p:cNvPr>
            <p:cNvGrpSpPr/>
            <p:nvPr/>
          </p:nvGrpSpPr>
          <p:grpSpPr>
            <a:xfrm>
              <a:off x="2796109" y="4524750"/>
              <a:ext cx="894715" cy="894715"/>
              <a:chOff x="2796109" y="4524750"/>
              <a:chExt cx="894715" cy="894715"/>
            </a:xfrm>
          </p:grpSpPr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DF85AC10-0233-FFD1-A932-BBDDDF435E52}"/>
                  </a:ext>
                </a:extLst>
              </p:cNvPr>
              <p:cNvSpPr/>
              <p:nvPr/>
            </p:nvSpPr>
            <p:spPr>
              <a:xfrm>
                <a:off x="2797670" y="4526330"/>
                <a:ext cx="891540" cy="891540"/>
              </a:xfrm>
              <a:custGeom>
                <a:avLst/>
                <a:gdLst/>
                <a:ahLst/>
                <a:cxnLst/>
                <a:rect l="l" t="t" r="r" b="b"/>
                <a:pathLst>
                  <a:path w="891539" h="891539">
                    <a:moveTo>
                      <a:pt x="74295" y="148590"/>
                    </a:moveTo>
                    <a:lnTo>
                      <a:pt x="0" y="148590"/>
                    </a:lnTo>
                    <a:lnTo>
                      <a:pt x="0" y="222885"/>
                    </a:lnTo>
                    <a:lnTo>
                      <a:pt x="74295" y="222885"/>
                    </a:lnTo>
                    <a:lnTo>
                      <a:pt x="74295" y="148590"/>
                    </a:lnTo>
                    <a:close/>
                  </a:path>
                  <a:path w="891539" h="891539">
                    <a:moveTo>
                      <a:pt x="74295" y="0"/>
                    </a:moveTo>
                    <a:lnTo>
                      <a:pt x="0" y="0"/>
                    </a:lnTo>
                    <a:lnTo>
                      <a:pt x="0" y="74295"/>
                    </a:lnTo>
                    <a:lnTo>
                      <a:pt x="74295" y="74295"/>
                    </a:lnTo>
                    <a:lnTo>
                      <a:pt x="74295" y="0"/>
                    </a:lnTo>
                    <a:close/>
                  </a:path>
                  <a:path w="891539" h="891539">
                    <a:moveTo>
                      <a:pt x="148590" y="222885"/>
                    </a:moveTo>
                    <a:lnTo>
                      <a:pt x="74295" y="222885"/>
                    </a:lnTo>
                    <a:lnTo>
                      <a:pt x="74295" y="297167"/>
                    </a:lnTo>
                    <a:lnTo>
                      <a:pt x="148590" y="297167"/>
                    </a:lnTo>
                    <a:lnTo>
                      <a:pt x="148590" y="222885"/>
                    </a:lnTo>
                    <a:close/>
                  </a:path>
                  <a:path w="891539" h="891539">
                    <a:moveTo>
                      <a:pt x="148590" y="74295"/>
                    </a:moveTo>
                    <a:lnTo>
                      <a:pt x="74295" y="74295"/>
                    </a:lnTo>
                    <a:lnTo>
                      <a:pt x="74295" y="148590"/>
                    </a:lnTo>
                    <a:lnTo>
                      <a:pt x="148590" y="148590"/>
                    </a:lnTo>
                    <a:lnTo>
                      <a:pt x="148590" y="74295"/>
                    </a:lnTo>
                    <a:close/>
                  </a:path>
                  <a:path w="891539" h="891539">
                    <a:moveTo>
                      <a:pt x="222885" y="297167"/>
                    </a:moveTo>
                    <a:lnTo>
                      <a:pt x="148590" y="297167"/>
                    </a:lnTo>
                    <a:lnTo>
                      <a:pt x="148590" y="371462"/>
                    </a:lnTo>
                    <a:lnTo>
                      <a:pt x="222885" y="371462"/>
                    </a:lnTo>
                    <a:lnTo>
                      <a:pt x="222885" y="297167"/>
                    </a:lnTo>
                    <a:close/>
                  </a:path>
                  <a:path w="891539" h="891539">
                    <a:moveTo>
                      <a:pt x="222885" y="148590"/>
                    </a:moveTo>
                    <a:lnTo>
                      <a:pt x="148590" y="148590"/>
                    </a:lnTo>
                    <a:lnTo>
                      <a:pt x="148590" y="222885"/>
                    </a:lnTo>
                    <a:lnTo>
                      <a:pt x="222885" y="222885"/>
                    </a:lnTo>
                    <a:lnTo>
                      <a:pt x="222885" y="148590"/>
                    </a:lnTo>
                    <a:close/>
                  </a:path>
                  <a:path w="891539" h="891539">
                    <a:moveTo>
                      <a:pt x="222885" y="0"/>
                    </a:moveTo>
                    <a:lnTo>
                      <a:pt x="148590" y="0"/>
                    </a:lnTo>
                    <a:lnTo>
                      <a:pt x="148590" y="74295"/>
                    </a:lnTo>
                    <a:lnTo>
                      <a:pt x="222885" y="74295"/>
                    </a:lnTo>
                    <a:lnTo>
                      <a:pt x="222885" y="0"/>
                    </a:lnTo>
                    <a:close/>
                  </a:path>
                  <a:path w="891539" h="891539">
                    <a:moveTo>
                      <a:pt x="297180" y="371462"/>
                    </a:moveTo>
                    <a:lnTo>
                      <a:pt x="222885" y="371462"/>
                    </a:lnTo>
                    <a:lnTo>
                      <a:pt x="222885" y="445757"/>
                    </a:lnTo>
                    <a:lnTo>
                      <a:pt x="297180" y="445757"/>
                    </a:lnTo>
                    <a:lnTo>
                      <a:pt x="297180" y="371462"/>
                    </a:lnTo>
                    <a:close/>
                  </a:path>
                  <a:path w="891539" h="891539">
                    <a:moveTo>
                      <a:pt x="297180" y="222885"/>
                    </a:moveTo>
                    <a:lnTo>
                      <a:pt x="222885" y="222885"/>
                    </a:lnTo>
                    <a:lnTo>
                      <a:pt x="222885" y="297167"/>
                    </a:lnTo>
                    <a:lnTo>
                      <a:pt x="297180" y="297167"/>
                    </a:lnTo>
                    <a:lnTo>
                      <a:pt x="297180" y="222885"/>
                    </a:lnTo>
                    <a:close/>
                  </a:path>
                  <a:path w="891539" h="891539">
                    <a:moveTo>
                      <a:pt x="297180" y="74295"/>
                    </a:moveTo>
                    <a:lnTo>
                      <a:pt x="222885" y="74295"/>
                    </a:lnTo>
                    <a:lnTo>
                      <a:pt x="222885" y="148590"/>
                    </a:lnTo>
                    <a:lnTo>
                      <a:pt x="297180" y="148590"/>
                    </a:lnTo>
                    <a:lnTo>
                      <a:pt x="297180" y="74295"/>
                    </a:lnTo>
                    <a:close/>
                  </a:path>
                  <a:path w="891539" h="891539">
                    <a:moveTo>
                      <a:pt x="371475" y="445757"/>
                    </a:moveTo>
                    <a:lnTo>
                      <a:pt x="297180" y="445757"/>
                    </a:lnTo>
                    <a:lnTo>
                      <a:pt x="297180" y="520052"/>
                    </a:lnTo>
                    <a:lnTo>
                      <a:pt x="371475" y="520052"/>
                    </a:lnTo>
                    <a:lnTo>
                      <a:pt x="371475" y="445757"/>
                    </a:lnTo>
                    <a:close/>
                  </a:path>
                  <a:path w="891539" h="891539">
                    <a:moveTo>
                      <a:pt x="371475" y="297167"/>
                    </a:moveTo>
                    <a:lnTo>
                      <a:pt x="297180" y="297167"/>
                    </a:lnTo>
                    <a:lnTo>
                      <a:pt x="297180" y="371462"/>
                    </a:lnTo>
                    <a:lnTo>
                      <a:pt x="371475" y="371462"/>
                    </a:lnTo>
                    <a:lnTo>
                      <a:pt x="371475" y="297167"/>
                    </a:lnTo>
                    <a:close/>
                  </a:path>
                  <a:path w="891539" h="891539">
                    <a:moveTo>
                      <a:pt x="371475" y="148590"/>
                    </a:moveTo>
                    <a:lnTo>
                      <a:pt x="297180" y="148590"/>
                    </a:lnTo>
                    <a:lnTo>
                      <a:pt x="297180" y="222885"/>
                    </a:lnTo>
                    <a:lnTo>
                      <a:pt x="371475" y="222885"/>
                    </a:lnTo>
                    <a:lnTo>
                      <a:pt x="371475" y="148590"/>
                    </a:lnTo>
                    <a:close/>
                  </a:path>
                  <a:path w="891539" h="891539">
                    <a:moveTo>
                      <a:pt x="445770" y="520052"/>
                    </a:moveTo>
                    <a:lnTo>
                      <a:pt x="371475" y="520052"/>
                    </a:lnTo>
                    <a:lnTo>
                      <a:pt x="371475" y="594347"/>
                    </a:lnTo>
                    <a:lnTo>
                      <a:pt x="445770" y="594347"/>
                    </a:lnTo>
                    <a:lnTo>
                      <a:pt x="445770" y="520052"/>
                    </a:lnTo>
                    <a:close/>
                  </a:path>
                  <a:path w="891539" h="891539">
                    <a:moveTo>
                      <a:pt x="445770" y="371462"/>
                    </a:moveTo>
                    <a:lnTo>
                      <a:pt x="371475" y="371462"/>
                    </a:lnTo>
                    <a:lnTo>
                      <a:pt x="371475" y="445757"/>
                    </a:lnTo>
                    <a:lnTo>
                      <a:pt x="445770" y="445757"/>
                    </a:lnTo>
                    <a:lnTo>
                      <a:pt x="445770" y="371462"/>
                    </a:lnTo>
                    <a:close/>
                  </a:path>
                  <a:path w="891539" h="891539">
                    <a:moveTo>
                      <a:pt x="445770" y="222885"/>
                    </a:moveTo>
                    <a:lnTo>
                      <a:pt x="371475" y="222885"/>
                    </a:lnTo>
                    <a:lnTo>
                      <a:pt x="371475" y="297167"/>
                    </a:lnTo>
                    <a:lnTo>
                      <a:pt x="445770" y="297167"/>
                    </a:lnTo>
                    <a:lnTo>
                      <a:pt x="445770" y="222885"/>
                    </a:lnTo>
                    <a:close/>
                  </a:path>
                  <a:path w="891539" h="891539">
                    <a:moveTo>
                      <a:pt x="520065" y="594347"/>
                    </a:moveTo>
                    <a:lnTo>
                      <a:pt x="445770" y="594347"/>
                    </a:lnTo>
                    <a:lnTo>
                      <a:pt x="445770" y="668642"/>
                    </a:lnTo>
                    <a:lnTo>
                      <a:pt x="520065" y="668642"/>
                    </a:lnTo>
                    <a:lnTo>
                      <a:pt x="520065" y="594347"/>
                    </a:lnTo>
                    <a:close/>
                  </a:path>
                  <a:path w="891539" h="891539">
                    <a:moveTo>
                      <a:pt x="520065" y="445757"/>
                    </a:moveTo>
                    <a:lnTo>
                      <a:pt x="445770" y="445757"/>
                    </a:lnTo>
                    <a:lnTo>
                      <a:pt x="445770" y="520052"/>
                    </a:lnTo>
                    <a:lnTo>
                      <a:pt x="520065" y="520052"/>
                    </a:lnTo>
                    <a:lnTo>
                      <a:pt x="520065" y="445757"/>
                    </a:lnTo>
                    <a:close/>
                  </a:path>
                  <a:path w="891539" h="891539">
                    <a:moveTo>
                      <a:pt x="520065" y="297167"/>
                    </a:moveTo>
                    <a:lnTo>
                      <a:pt x="445770" y="297167"/>
                    </a:lnTo>
                    <a:lnTo>
                      <a:pt x="445770" y="371462"/>
                    </a:lnTo>
                    <a:lnTo>
                      <a:pt x="520065" y="371462"/>
                    </a:lnTo>
                    <a:lnTo>
                      <a:pt x="520065" y="297167"/>
                    </a:lnTo>
                    <a:close/>
                  </a:path>
                  <a:path w="891539" h="891539">
                    <a:moveTo>
                      <a:pt x="668642" y="445757"/>
                    </a:moveTo>
                    <a:lnTo>
                      <a:pt x="594360" y="445757"/>
                    </a:lnTo>
                    <a:lnTo>
                      <a:pt x="594360" y="371462"/>
                    </a:lnTo>
                    <a:lnTo>
                      <a:pt x="520065" y="371462"/>
                    </a:lnTo>
                    <a:lnTo>
                      <a:pt x="520065" y="445757"/>
                    </a:lnTo>
                    <a:lnTo>
                      <a:pt x="594347" y="445757"/>
                    </a:lnTo>
                    <a:lnTo>
                      <a:pt x="594347" y="520052"/>
                    </a:lnTo>
                    <a:lnTo>
                      <a:pt x="520065" y="520052"/>
                    </a:lnTo>
                    <a:lnTo>
                      <a:pt x="520065" y="594347"/>
                    </a:lnTo>
                    <a:lnTo>
                      <a:pt x="594347" y="594347"/>
                    </a:lnTo>
                    <a:lnTo>
                      <a:pt x="594347" y="668642"/>
                    </a:lnTo>
                    <a:lnTo>
                      <a:pt x="520065" y="668642"/>
                    </a:lnTo>
                    <a:lnTo>
                      <a:pt x="520065" y="742937"/>
                    </a:lnTo>
                    <a:lnTo>
                      <a:pt x="594347" y="742937"/>
                    </a:lnTo>
                    <a:lnTo>
                      <a:pt x="594347" y="817232"/>
                    </a:lnTo>
                    <a:lnTo>
                      <a:pt x="668642" y="817232"/>
                    </a:lnTo>
                    <a:lnTo>
                      <a:pt x="668642" y="742937"/>
                    </a:lnTo>
                    <a:lnTo>
                      <a:pt x="594360" y="742937"/>
                    </a:lnTo>
                    <a:lnTo>
                      <a:pt x="594360" y="668642"/>
                    </a:lnTo>
                    <a:lnTo>
                      <a:pt x="668642" y="668642"/>
                    </a:lnTo>
                    <a:lnTo>
                      <a:pt x="668642" y="594347"/>
                    </a:lnTo>
                    <a:lnTo>
                      <a:pt x="594360" y="594347"/>
                    </a:lnTo>
                    <a:lnTo>
                      <a:pt x="594360" y="520052"/>
                    </a:lnTo>
                    <a:lnTo>
                      <a:pt x="668642" y="520052"/>
                    </a:lnTo>
                    <a:lnTo>
                      <a:pt x="668642" y="445757"/>
                    </a:lnTo>
                    <a:close/>
                  </a:path>
                  <a:path w="891539" h="891539">
                    <a:moveTo>
                      <a:pt x="742937" y="817232"/>
                    </a:moveTo>
                    <a:lnTo>
                      <a:pt x="668642" y="817232"/>
                    </a:lnTo>
                    <a:lnTo>
                      <a:pt x="668642" y="891514"/>
                    </a:lnTo>
                    <a:lnTo>
                      <a:pt x="742937" y="891514"/>
                    </a:lnTo>
                    <a:lnTo>
                      <a:pt x="742937" y="817232"/>
                    </a:lnTo>
                    <a:close/>
                  </a:path>
                  <a:path w="891539" h="891539">
                    <a:moveTo>
                      <a:pt x="742937" y="668642"/>
                    </a:moveTo>
                    <a:lnTo>
                      <a:pt x="668642" y="668642"/>
                    </a:lnTo>
                    <a:lnTo>
                      <a:pt x="668642" y="742937"/>
                    </a:lnTo>
                    <a:lnTo>
                      <a:pt x="742937" y="742937"/>
                    </a:lnTo>
                    <a:lnTo>
                      <a:pt x="742937" y="668642"/>
                    </a:lnTo>
                    <a:close/>
                  </a:path>
                  <a:path w="891539" h="891539">
                    <a:moveTo>
                      <a:pt x="742937" y="520052"/>
                    </a:moveTo>
                    <a:lnTo>
                      <a:pt x="668642" y="520052"/>
                    </a:lnTo>
                    <a:lnTo>
                      <a:pt x="668642" y="594347"/>
                    </a:lnTo>
                    <a:lnTo>
                      <a:pt x="742937" y="594347"/>
                    </a:lnTo>
                    <a:lnTo>
                      <a:pt x="742937" y="520052"/>
                    </a:lnTo>
                    <a:close/>
                  </a:path>
                  <a:path w="891539" h="891539">
                    <a:moveTo>
                      <a:pt x="817232" y="742937"/>
                    </a:moveTo>
                    <a:lnTo>
                      <a:pt x="742937" y="742937"/>
                    </a:lnTo>
                    <a:lnTo>
                      <a:pt x="742937" y="817232"/>
                    </a:lnTo>
                    <a:lnTo>
                      <a:pt x="817232" y="817232"/>
                    </a:lnTo>
                    <a:lnTo>
                      <a:pt x="817232" y="742937"/>
                    </a:lnTo>
                    <a:close/>
                  </a:path>
                  <a:path w="891539" h="891539">
                    <a:moveTo>
                      <a:pt x="817232" y="594347"/>
                    </a:moveTo>
                    <a:lnTo>
                      <a:pt x="742937" y="594347"/>
                    </a:lnTo>
                    <a:lnTo>
                      <a:pt x="742937" y="668642"/>
                    </a:lnTo>
                    <a:lnTo>
                      <a:pt x="817232" y="668642"/>
                    </a:lnTo>
                    <a:lnTo>
                      <a:pt x="817232" y="594347"/>
                    </a:lnTo>
                    <a:close/>
                  </a:path>
                  <a:path w="891539" h="891539">
                    <a:moveTo>
                      <a:pt x="891527" y="817232"/>
                    </a:moveTo>
                    <a:lnTo>
                      <a:pt x="817232" y="817232"/>
                    </a:lnTo>
                    <a:lnTo>
                      <a:pt x="817232" y="891514"/>
                    </a:lnTo>
                    <a:lnTo>
                      <a:pt x="891527" y="891514"/>
                    </a:lnTo>
                    <a:lnTo>
                      <a:pt x="891527" y="817232"/>
                    </a:lnTo>
                    <a:close/>
                  </a:path>
                  <a:path w="891539" h="891539">
                    <a:moveTo>
                      <a:pt x="891527" y="668642"/>
                    </a:moveTo>
                    <a:lnTo>
                      <a:pt x="817232" y="668642"/>
                    </a:lnTo>
                    <a:lnTo>
                      <a:pt x="817232" y="742937"/>
                    </a:lnTo>
                    <a:lnTo>
                      <a:pt x="891527" y="742937"/>
                    </a:lnTo>
                    <a:lnTo>
                      <a:pt x="891527" y="668642"/>
                    </a:lnTo>
                    <a:close/>
                  </a:path>
                </a:pathLst>
              </a:custGeom>
              <a:solidFill>
                <a:srgbClr val="BDD7E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ABD9B8D7-2F61-D605-9190-143D5D661AD9}"/>
                  </a:ext>
                </a:extLst>
              </p:cNvPr>
              <p:cNvSpPr/>
              <p:nvPr/>
            </p:nvSpPr>
            <p:spPr>
              <a:xfrm>
                <a:off x="2796109" y="4524750"/>
                <a:ext cx="894715" cy="894715"/>
              </a:xfrm>
              <a:custGeom>
                <a:avLst/>
                <a:gdLst/>
                <a:ahLst/>
                <a:cxnLst/>
                <a:rect l="l" t="t" r="r" b="b"/>
                <a:pathLst>
                  <a:path w="894714" h="894714">
                    <a:moveTo>
                      <a:pt x="75866" y="0"/>
                    </a:moveTo>
                    <a:lnTo>
                      <a:pt x="75866" y="894667"/>
                    </a:lnTo>
                  </a:path>
                  <a:path w="894714" h="894714">
                    <a:moveTo>
                      <a:pt x="150159" y="0"/>
                    </a:moveTo>
                    <a:lnTo>
                      <a:pt x="150159" y="894667"/>
                    </a:lnTo>
                  </a:path>
                  <a:path w="894714" h="894714">
                    <a:moveTo>
                      <a:pt x="224453" y="0"/>
                    </a:moveTo>
                    <a:lnTo>
                      <a:pt x="224453" y="894667"/>
                    </a:lnTo>
                  </a:path>
                  <a:path w="894714" h="894714">
                    <a:moveTo>
                      <a:pt x="298746" y="0"/>
                    </a:moveTo>
                    <a:lnTo>
                      <a:pt x="298746" y="894667"/>
                    </a:lnTo>
                  </a:path>
                  <a:path w="894714" h="894714">
                    <a:moveTo>
                      <a:pt x="373040" y="0"/>
                    </a:moveTo>
                    <a:lnTo>
                      <a:pt x="373040" y="894667"/>
                    </a:lnTo>
                  </a:path>
                  <a:path w="894714" h="894714">
                    <a:moveTo>
                      <a:pt x="447333" y="0"/>
                    </a:moveTo>
                    <a:lnTo>
                      <a:pt x="447333" y="894667"/>
                    </a:lnTo>
                  </a:path>
                  <a:path w="894714" h="894714">
                    <a:moveTo>
                      <a:pt x="521627" y="0"/>
                    </a:moveTo>
                    <a:lnTo>
                      <a:pt x="521627" y="894667"/>
                    </a:lnTo>
                  </a:path>
                  <a:path w="894714" h="894714">
                    <a:moveTo>
                      <a:pt x="595920" y="0"/>
                    </a:moveTo>
                    <a:lnTo>
                      <a:pt x="595920" y="894667"/>
                    </a:lnTo>
                  </a:path>
                  <a:path w="894714" h="894714">
                    <a:moveTo>
                      <a:pt x="670214" y="0"/>
                    </a:moveTo>
                    <a:lnTo>
                      <a:pt x="670214" y="894667"/>
                    </a:lnTo>
                  </a:path>
                  <a:path w="894714" h="894714">
                    <a:moveTo>
                      <a:pt x="744507" y="0"/>
                    </a:moveTo>
                    <a:lnTo>
                      <a:pt x="744507" y="894667"/>
                    </a:lnTo>
                  </a:path>
                  <a:path w="894714" h="894714">
                    <a:moveTo>
                      <a:pt x="818801" y="0"/>
                    </a:moveTo>
                    <a:lnTo>
                      <a:pt x="818801" y="894667"/>
                    </a:lnTo>
                  </a:path>
                  <a:path w="894714" h="894714">
                    <a:moveTo>
                      <a:pt x="0" y="75866"/>
                    </a:moveTo>
                    <a:lnTo>
                      <a:pt x="894667" y="75866"/>
                    </a:lnTo>
                  </a:path>
                  <a:path w="894714" h="894714">
                    <a:moveTo>
                      <a:pt x="0" y="150159"/>
                    </a:moveTo>
                    <a:lnTo>
                      <a:pt x="894667" y="150159"/>
                    </a:lnTo>
                  </a:path>
                  <a:path w="894714" h="894714">
                    <a:moveTo>
                      <a:pt x="0" y="224453"/>
                    </a:moveTo>
                    <a:lnTo>
                      <a:pt x="894667" y="224453"/>
                    </a:lnTo>
                  </a:path>
                  <a:path w="894714" h="894714">
                    <a:moveTo>
                      <a:pt x="0" y="298746"/>
                    </a:moveTo>
                    <a:lnTo>
                      <a:pt x="894667" y="298746"/>
                    </a:lnTo>
                  </a:path>
                  <a:path w="894714" h="894714">
                    <a:moveTo>
                      <a:pt x="0" y="373040"/>
                    </a:moveTo>
                    <a:lnTo>
                      <a:pt x="894667" y="373040"/>
                    </a:lnTo>
                  </a:path>
                  <a:path w="894714" h="894714">
                    <a:moveTo>
                      <a:pt x="0" y="447333"/>
                    </a:moveTo>
                    <a:lnTo>
                      <a:pt x="894667" y="447333"/>
                    </a:lnTo>
                  </a:path>
                  <a:path w="894714" h="894714">
                    <a:moveTo>
                      <a:pt x="0" y="521627"/>
                    </a:moveTo>
                    <a:lnTo>
                      <a:pt x="894667" y="521627"/>
                    </a:lnTo>
                  </a:path>
                  <a:path w="894714" h="894714">
                    <a:moveTo>
                      <a:pt x="0" y="595920"/>
                    </a:moveTo>
                    <a:lnTo>
                      <a:pt x="894667" y="595920"/>
                    </a:lnTo>
                  </a:path>
                  <a:path w="894714" h="894714">
                    <a:moveTo>
                      <a:pt x="0" y="670214"/>
                    </a:moveTo>
                    <a:lnTo>
                      <a:pt x="894667" y="670214"/>
                    </a:lnTo>
                  </a:path>
                  <a:path w="894714" h="894714">
                    <a:moveTo>
                      <a:pt x="0" y="744507"/>
                    </a:moveTo>
                    <a:lnTo>
                      <a:pt x="894667" y="744507"/>
                    </a:lnTo>
                  </a:path>
                  <a:path w="894714" h="894714">
                    <a:moveTo>
                      <a:pt x="0" y="818801"/>
                    </a:moveTo>
                    <a:lnTo>
                      <a:pt x="894667" y="818801"/>
                    </a:lnTo>
                  </a:path>
                  <a:path w="894714" h="894714">
                    <a:moveTo>
                      <a:pt x="1572" y="0"/>
                    </a:moveTo>
                    <a:lnTo>
                      <a:pt x="1572" y="894667"/>
                    </a:lnTo>
                  </a:path>
                  <a:path w="894714" h="894714">
                    <a:moveTo>
                      <a:pt x="893094" y="0"/>
                    </a:moveTo>
                    <a:lnTo>
                      <a:pt x="893094" y="894667"/>
                    </a:lnTo>
                  </a:path>
                  <a:path w="894714" h="894714">
                    <a:moveTo>
                      <a:pt x="0" y="1572"/>
                    </a:moveTo>
                    <a:lnTo>
                      <a:pt x="894667" y="1572"/>
                    </a:lnTo>
                  </a:path>
                  <a:path w="894714" h="894714">
                    <a:moveTo>
                      <a:pt x="0" y="893094"/>
                    </a:moveTo>
                    <a:lnTo>
                      <a:pt x="894667" y="893094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D3DE96F8-5DF7-8D22-A49A-5455AC155DC6}"/>
                </a:ext>
              </a:extLst>
            </p:cNvPr>
            <p:cNvSpPr txBox="1"/>
            <p:nvPr/>
          </p:nvSpPr>
          <p:spPr>
            <a:xfrm>
              <a:off x="2671705" y="4872091"/>
              <a:ext cx="144780" cy="13779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700" i="1" spc="-25" dirty="0">
                  <a:latin typeface="Times New Roman"/>
                  <a:cs typeface="Times New Roman"/>
                </a:rPr>
                <a:t>q</a:t>
              </a:r>
              <a:r>
                <a:rPr sz="750" i="1" spc="-37" baseline="-11111" dirty="0">
                  <a:latin typeface="Times New Roman"/>
                  <a:cs typeface="Times New Roman"/>
                </a:rPr>
                <a:t>i</a:t>
              </a:r>
              <a:endParaRPr sz="750" baseline="-11111">
                <a:latin typeface="Times New Roman"/>
                <a:cs typeface="Times New Roman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CFAB0A0A-A433-681C-7F45-C88FE830E2CF}"/>
                </a:ext>
              </a:extLst>
            </p:cNvPr>
            <p:cNvSpPr txBox="1"/>
            <p:nvPr/>
          </p:nvSpPr>
          <p:spPr>
            <a:xfrm>
              <a:off x="3156616" y="4388810"/>
              <a:ext cx="149860" cy="12953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650" i="1" spc="55" dirty="0">
                  <a:latin typeface="Times New Roman"/>
                  <a:cs typeface="Times New Roman"/>
                </a:rPr>
                <a:t>k</a:t>
              </a:r>
              <a:r>
                <a:rPr sz="675" i="1" spc="82" baseline="-12345" dirty="0">
                  <a:latin typeface="Times New Roman"/>
                  <a:cs typeface="Times New Roman"/>
                </a:rPr>
                <a:t>j</a:t>
              </a:r>
              <a:endParaRPr sz="675" baseline="-12345">
                <a:latin typeface="Times New Roman"/>
                <a:cs typeface="Times New Roman"/>
              </a:endParaRPr>
            </a:p>
          </p:txBody>
        </p:sp>
        <p:grpSp>
          <p:nvGrpSpPr>
            <p:cNvPr id="19" name="object 18">
              <a:extLst>
                <a:ext uri="{FF2B5EF4-FFF2-40B4-BE49-F238E27FC236}">
                  <a16:creationId xmlns:a16="http://schemas.microsoft.com/office/drawing/2014/main" id="{3E713FD4-11CA-3883-1835-1ED40BAADDE3}"/>
                </a:ext>
              </a:extLst>
            </p:cNvPr>
            <p:cNvGrpSpPr/>
            <p:nvPr/>
          </p:nvGrpSpPr>
          <p:grpSpPr>
            <a:xfrm>
              <a:off x="4933949" y="4524750"/>
              <a:ext cx="894715" cy="894715"/>
              <a:chOff x="4933949" y="4524750"/>
              <a:chExt cx="894715" cy="894715"/>
            </a:xfrm>
          </p:grpSpPr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DACEE807-11AF-C80D-FEBD-C0866471528F}"/>
                  </a:ext>
                </a:extLst>
              </p:cNvPr>
              <p:cNvSpPr/>
              <p:nvPr/>
            </p:nvSpPr>
            <p:spPr>
              <a:xfrm>
                <a:off x="4935512" y="4526330"/>
                <a:ext cx="891540" cy="891540"/>
              </a:xfrm>
              <a:custGeom>
                <a:avLst/>
                <a:gdLst/>
                <a:ahLst/>
                <a:cxnLst/>
                <a:rect l="l" t="t" r="r" b="b"/>
                <a:pathLst>
                  <a:path w="891539" h="891539">
                    <a:moveTo>
                      <a:pt x="222885" y="0"/>
                    </a:moveTo>
                    <a:lnTo>
                      <a:pt x="148590" y="0"/>
                    </a:lnTo>
                    <a:lnTo>
                      <a:pt x="74295" y="0"/>
                    </a:lnTo>
                    <a:lnTo>
                      <a:pt x="0" y="0"/>
                    </a:lnTo>
                    <a:lnTo>
                      <a:pt x="0" y="74295"/>
                    </a:lnTo>
                    <a:lnTo>
                      <a:pt x="0" y="148590"/>
                    </a:lnTo>
                    <a:lnTo>
                      <a:pt x="0" y="222885"/>
                    </a:lnTo>
                    <a:lnTo>
                      <a:pt x="74295" y="222885"/>
                    </a:lnTo>
                    <a:lnTo>
                      <a:pt x="148590" y="222885"/>
                    </a:lnTo>
                    <a:lnTo>
                      <a:pt x="222885" y="222885"/>
                    </a:lnTo>
                    <a:lnTo>
                      <a:pt x="222885" y="148590"/>
                    </a:lnTo>
                    <a:lnTo>
                      <a:pt x="222885" y="74295"/>
                    </a:lnTo>
                    <a:lnTo>
                      <a:pt x="222885" y="0"/>
                    </a:lnTo>
                    <a:close/>
                  </a:path>
                  <a:path w="891539" h="891539">
                    <a:moveTo>
                      <a:pt x="445770" y="222885"/>
                    </a:moveTo>
                    <a:lnTo>
                      <a:pt x="371475" y="222885"/>
                    </a:lnTo>
                    <a:lnTo>
                      <a:pt x="297180" y="222885"/>
                    </a:lnTo>
                    <a:lnTo>
                      <a:pt x="222885" y="222885"/>
                    </a:lnTo>
                    <a:lnTo>
                      <a:pt x="222885" y="297167"/>
                    </a:lnTo>
                    <a:lnTo>
                      <a:pt x="222885" y="371462"/>
                    </a:lnTo>
                    <a:lnTo>
                      <a:pt x="222885" y="445757"/>
                    </a:lnTo>
                    <a:lnTo>
                      <a:pt x="297180" y="445757"/>
                    </a:lnTo>
                    <a:lnTo>
                      <a:pt x="371475" y="445757"/>
                    </a:lnTo>
                    <a:lnTo>
                      <a:pt x="445770" y="445757"/>
                    </a:lnTo>
                    <a:lnTo>
                      <a:pt x="445770" y="371462"/>
                    </a:lnTo>
                    <a:lnTo>
                      <a:pt x="445770" y="297167"/>
                    </a:lnTo>
                    <a:lnTo>
                      <a:pt x="445770" y="222885"/>
                    </a:lnTo>
                    <a:close/>
                  </a:path>
                  <a:path w="891539" h="891539">
                    <a:moveTo>
                      <a:pt x="668642" y="445757"/>
                    </a:moveTo>
                    <a:lnTo>
                      <a:pt x="594347" y="445757"/>
                    </a:lnTo>
                    <a:lnTo>
                      <a:pt x="520052" y="445757"/>
                    </a:lnTo>
                    <a:lnTo>
                      <a:pt x="445770" y="445757"/>
                    </a:lnTo>
                    <a:lnTo>
                      <a:pt x="445770" y="520052"/>
                    </a:lnTo>
                    <a:lnTo>
                      <a:pt x="445770" y="594347"/>
                    </a:lnTo>
                    <a:lnTo>
                      <a:pt x="445770" y="668642"/>
                    </a:lnTo>
                    <a:lnTo>
                      <a:pt x="520052" y="668642"/>
                    </a:lnTo>
                    <a:lnTo>
                      <a:pt x="594347" y="668642"/>
                    </a:lnTo>
                    <a:lnTo>
                      <a:pt x="668642" y="668642"/>
                    </a:lnTo>
                    <a:lnTo>
                      <a:pt x="668642" y="594347"/>
                    </a:lnTo>
                    <a:lnTo>
                      <a:pt x="668642" y="520052"/>
                    </a:lnTo>
                    <a:lnTo>
                      <a:pt x="668642" y="445757"/>
                    </a:lnTo>
                    <a:close/>
                  </a:path>
                  <a:path w="891539" h="891539">
                    <a:moveTo>
                      <a:pt x="891527" y="668642"/>
                    </a:moveTo>
                    <a:lnTo>
                      <a:pt x="817232" y="668642"/>
                    </a:lnTo>
                    <a:lnTo>
                      <a:pt x="742937" y="668642"/>
                    </a:lnTo>
                    <a:lnTo>
                      <a:pt x="668642" y="668642"/>
                    </a:lnTo>
                    <a:lnTo>
                      <a:pt x="668642" y="742937"/>
                    </a:lnTo>
                    <a:lnTo>
                      <a:pt x="668642" y="817232"/>
                    </a:lnTo>
                    <a:lnTo>
                      <a:pt x="668642" y="891514"/>
                    </a:lnTo>
                    <a:lnTo>
                      <a:pt x="742937" y="891514"/>
                    </a:lnTo>
                    <a:lnTo>
                      <a:pt x="817232" y="891514"/>
                    </a:lnTo>
                    <a:lnTo>
                      <a:pt x="891527" y="891514"/>
                    </a:lnTo>
                    <a:lnTo>
                      <a:pt x="891527" y="817232"/>
                    </a:lnTo>
                    <a:lnTo>
                      <a:pt x="891527" y="742937"/>
                    </a:lnTo>
                    <a:lnTo>
                      <a:pt x="891527" y="668642"/>
                    </a:lnTo>
                    <a:close/>
                  </a:path>
                </a:pathLst>
              </a:custGeom>
              <a:solidFill>
                <a:srgbClr val="BDD7E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8A446621-DD3E-A255-472D-D6B262252016}"/>
                  </a:ext>
                </a:extLst>
              </p:cNvPr>
              <p:cNvSpPr/>
              <p:nvPr/>
            </p:nvSpPr>
            <p:spPr>
              <a:xfrm>
                <a:off x="4933949" y="4524750"/>
                <a:ext cx="894715" cy="894715"/>
              </a:xfrm>
              <a:custGeom>
                <a:avLst/>
                <a:gdLst/>
                <a:ahLst/>
                <a:cxnLst/>
                <a:rect l="l" t="t" r="r" b="b"/>
                <a:pathLst>
                  <a:path w="894714" h="894714">
                    <a:moveTo>
                      <a:pt x="75866" y="0"/>
                    </a:moveTo>
                    <a:lnTo>
                      <a:pt x="75866" y="894667"/>
                    </a:lnTo>
                  </a:path>
                  <a:path w="894714" h="894714">
                    <a:moveTo>
                      <a:pt x="150159" y="0"/>
                    </a:moveTo>
                    <a:lnTo>
                      <a:pt x="150159" y="894667"/>
                    </a:lnTo>
                  </a:path>
                  <a:path w="894714" h="894714">
                    <a:moveTo>
                      <a:pt x="224453" y="0"/>
                    </a:moveTo>
                    <a:lnTo>
                      <a:pt x="224453" y="894667"/>
                    </a:lnTo>
                  </a:path>
                  <a:path w="894714" h="894714">
                    <a:moveTo>
                      <a:pt x="298746" y="0"/>
                    </a:moveTo>
                    <a:lnTo>
                      <a:pt x="298746" y="894667"/>
                    </a:lnTo>
                  </a:path>
                  <a:path w="894714" h="894714">
                    <a:moveTo>
                      <a:pt x="373040" y="0"/>
                    </a:moveTo>
                    <a:lnTo>
                      <a:pt x="373040" y="894667"/>
                    </a:lnTo>
                  </a:path>
                  <a:path w="894714" h="894714">
                    <a:moveTo>
                      <a:pt x="447333" y="0"/>
                    </a:moveTo>
                    <a:lnTo>
                      <a:pt x="447333" y="894667"/>
                    </a:lnTo>
                  </a:path>
                  <a:path w="894714" h="894714">
                    <a:moveTo>
                      <a:pt x="521627" y="0"/>
                    </a:moveTo>
                    <a:lnTo>
                      <a:pt x="521627" y="894667"/>
                    </a:lnTo>
                  </a:path>
                  <a:path w="894714" h="894714">
                    <a:moveTo>
                      <a:pt x="595920" y="0"/>
                    </a:moveTo>
                    <a:lnTo>
                      <a:pt x="595920" y="894667"/>
                    </a:lnTo>
                  </a:path>
                  <a:path w="894714" h="894714">
                    <a:moveTo>
                      <a:pt x="670214" y="0"/>
                    </a:moveTo>
                    <a:lnTo>
                      <a:pt x="670214" y="894667"/>
                    </a:lnTo>
                  </a:path>
                  <a:path w="894714" h="894714">
                    <a:moveTo>
                      <a:pt x="744507" y="0"/>
                    </a:moveTo>
                    <a:lnTo>
                      <a:pt x="744507" y="894667"/>
                    </a:lnTo>
                  </a:path>
                  <a:path w="894714" h="894714">
                    <a:moveTo>
                      <a:pt x="818801" y="0"/>
                    </a:moveTo>
                    <a:lnTo>
                      <a:pt x="818801" y="894667"/>
                    </a:lnTo>
                  </a:path>
                  <a:path w="894714" h="894714">
                    <a:moveTo>
                      <a:pt x="0" y="75866"/>
                    </a:moveTo>
                    <a:lnTo>
                      <a:pt x="894667" y="75866"/>
                    </a:lnTo>
                  </a:path>
                  <a:path w="894714" h="894714">
                    <a:moveTo>
                      <a:pt x="0" y="150159"/>
                    </a:moveTo>
                    <a:lnTo>
                      <a:pt x="894667" y="150159"/>
                    </a:lnTo>
                  </a:path>
                  <a:path w="894714" h="894714">
                    <a:moveTo>
                      <a:pt x="0" y="224453"/>
                    </a:moveTo>
                    <a:lnTo>
                      <a:pt x="894667" y="224453"/>
                    </a:lnTo>
                  </a:path>
                  <a:path w="894714" h="894714">
                    <a:moveTo>
                      <a:pt x="0" y="298746"/>
                    </a:moveTo>
                    <a:lnTo>
                      <a:pt x="894667" y="298746"/>
                    </a:lnTo>
                  </a:path>
                  <a:path w="894714" h="894714">
                    <a:moveTo>
                      <a:pt x="0" y="373040"/>
                    </a:moveTo>
                    <a:lnTo>
                      <a:pt x="894667" y="373040"/>
                    </a:lnTo>
                  </a:path>
                  <a:path w="894714" h="894714">
                    <a:moveTo>
                      <a:pt x="0" y="447333"/>
                    </a:moveTo>
                    <a:lnTo>
                      <a:pt x="894667" y="447333"/>
                    </a:lnTo>
                  </a:path>
                  <a:path w="894714" h="894714">
                    <a:moveTo>
                      <a:pt x="0" y="521627"/>
                    </a:moveTo>
                    <a:lnTo>
                      <a:pt x="894667" y="521627"/>
                    </a:lnTo>
                  </a:path>
                  <a:path w="894714" h="894714">
                    <a:moveTo>
                      <a:pt x="0" y="595920"/>
                    </a:moveTo>
                    <a:lnTo>
                      <a:pt x="894667" y="595920"/>
                    </a:lnTo>
                  </a:path>
                  <a:path w="894714" h="894714">
                    <a:moveTo>
                      <a:pt x="0" y="670214"/>
                    </a:moveTo>
                    <a:lnTo>
                      <a:pt x="894667" y="670214"/>
                    </a:lnTo>
                  </a:path>
                  <a:path w="894714" h="894714">
                    <a:moveTo>
                      <a:pt x="0" y="744507"/>
                    </a:moveTo>
                    <a:lnTo>
                      <a:pt x="894667" y="744507"/>
                    </a:lnTo>
                  </a:path>
                  <a:path w="894714" h="894714">
                    <a:moveTo>
                      <a:pt x="0" y="818801"/>
                    </a:moveTo>
                    <a:lnTo>
                      <a:pt x="894667" y="818801"/>
                    </a:lnTo>
                  </a:path>
                  <a:path w="894714" h="894714">
                    <a:moveTo>
                      <a:pt x="1572" y="0"/>
                    </a:moveTo>
                    <a:lnTo>
                      <a:pt x="1572" y="894667"/>
                    </a:lnTo>
                  </a:path>
                  <a:path w="894714" h="894714">
                    <a:moveTo>
                      <a:pt x="893094" y="0"/>
                    </a:moveTo>
                    <a:lnTo>
                      <a:pt x="893094" y="894667"/>
                    </a:lnTo>
                  </a:path>
                  <a:path w="894714" h="894714">
                    <a:moveTo>
                      <a:pt x="0" y="1572"/>
                    </a:moveTo>
                    <a:lnTo>
                      <a:pt x="894667" y="1572"/>
                    </a:lnTo>
                  </a:path>
                  <a:path w="894714" h="894714">
                    <a:moveTo>
                      <a:pt x="0" y="893094"/>
                    </a:moveTo>
                    <a:lnTo>
                      <a:pt x="894667" y="893094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8F5318BD-E86C-1665-9ADA-3A1062F3AF89}"/>
                </a:ext>
              </a:extLst>
            </p:cNvPr>
            <p:cNvSpPr txBox="1"/>
            <p:nvPr/>
          </p:nvSpPr>
          <p:spPr>
            <a:xfrm>
              <a:off x="4809544" y="4872091"/>
              <a:ext cx="144780" cy="13779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700" i="1" spc="-25" dirty="0">
                  <a:latin typeface="Times New Roman"/>
                  <a:cs typeface="Times New Roman"/>
                </a:rPr>
                <a:t>q</a:t>
              </a:r>
              <a:r>
                <a:rPr sz="750" i="1" spc="-37" baseline="-11111" dirty="0">
                  <a:latin typeface="Times New Roman"/>
                  <a:cs typeface="Times New Roman"/>
                </a:rPr>
                <a:t>i</a:t>
              </a:r>
              <a:endParaRPr sz="750" baseline="-11111">
                <a:latin typeface="Times New Roman"/>
                <a:cs typeface="Times New Roman"/>
              </a:endParaRPr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F7EB5DB1-09FF-610A-F764-6A949B1FEF76}"/>
                </a:ext>
              </a:extLst>
            </p:cNvPr>
            <p:cNvSpPr txBox="1"/>
            <p:nvPr/>
          </p:nvSpPr>
          <p:spPr>
            <a:xfrm>
              <a:off x="5294455" y="4388810"/>
              <a:ext cx="149860" cy="12953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650" i="1" spc="55" dirty="0">
                  <a:latin typeface="Times New Roman"/>
                  <a:cs typeface="Times New Roman"/>
                </a:rPr>
                <a:t>k</a:t>
              </a:r>
              <a:r>
                <a:rPr sz="675" i="1" spc="82" baseline="-12345" dirty="0">
                  <a:latin typeface="Times New Roman"/>
                  <a:cs typeface="Times New Roman"/>
                </a:rPr>
                <a:t>j</a:t>
              </a:r>
              <a:endParaRPr sz="675" baseline="-12345">
                <a:latin typeface="Times New Roman"/>
                <a:cs typeface="Times New Roman"/>
              </a:endParaRPr>
            </a:p>
          </p:txBody>
        </p:sp>
        <p:grpSp>
          <p:nvGrpSpPr>
            <p:cNvPr id="24" name="object 23">
              <a:extLst>
                <a:ext uri="{FF2B5EF4-FFF2-40B4-BE49-F238E27FC236}">
                  <a16:creationId xmlns:a16="http://schemas.microsoft.com/office/drawing/2014/main" id="{1D26A2B9-1A09-3185-A9E2-D49CF24F0786}"/>
                </a:ext>
              </a:extLst>
            </p:cNvPr>
            <p:cNvGrpSpPr/>
            <p:nvPr/>
          </p:nvGrpSpPr>
          <p:grpSpPr>
            <a:xfrm>
              <a:off x="3865029" y="4524750"/>
              <a:ext cx="894715" cy="894715"/>
              <a:chOff x="3865029" y="4524750"/>
              <a:chExt cx="894715" cy="894715"/>
            </a:xfrm>
          </p:grpSpPr>
          <p:sp>
            <p:nvSpPr>
              <p:cNvPr id="25" name="object 24">
                <a:extLst>
                  <a:ext uri="{FF2B5EF4-FFF2-40B4-BE49-F238E27FC236}">
                    <a16:creationId xmlns:a16="http://schemas.microsoft.com/office/drawing/2014/main" id="{94E42757-1D5B-B49C-619E-BC3F47382453}"/>
                  </a:ext>
                </a:extLst>
              </p:cNvPr>
              <p:cNvSpPr/>
              <p:nvPr/>
            </p:nvSpPr>
            <p:spPr>
              <a:xfrm>
                <a:off x="3866591" y="4526330"/>
                <a:ext cx="891540" cy="891540"/>
              </a:xfrm>
              <a:custGeom>
                <a:avLst/>
                <a:gdLst/>
                <a:ahLst/>
                <a:cxnLst/>
                <a:rect l="l" t="t" r="r" b="b"/>
                <a:pathLst>
                  <a:path w="891539" h="891539">
                    <a:moveTo>
                      <a:pt x="74295" y="668642"/>
                    </a:moveTo>
                    <a:lnTo>
                      <a:pt x="0" y="668642"/>
                    </a:lnTo>
                    <a:lnTo>
                      <a:pt x="0" y="742937"/>
                    </a:lnTo>
                    <a:lnTo>
                      <a:pt x="74295" y="742937"/>
                    </a:lnTo>
                    <a:lnTo>
                      <a:pt x="74295" y="668642"/>
                    </a:lnTo>
                    <a:close/>
                  </a:path>
                  <a:path w="891539" h="891539">
                    <a:moveTo>
                      <a:pt x="74295" y="74295"/>
                    </a:moveTo>
                    <a:lnTo>
                      <a:pt x="0" y="74295"/>
                    </a:lnTo>
                    <a:lnTo>
                      <a:pt x="0" y="148590"/>
                    </a:lnTo>
                    <a:lnTo>
                      <a:pt x="74295" y="148590"/>
                    </a:lnTo>
                    <a:lnTo>
                      <a:pt x="74295" y="74295"/>
                    </a:lnTo>
                    <a:close/>
                  </a:path>
                  <a:path w="891539" h="891539">
                    <a:moveTo>
                      <a:pt x="148590" y="594347"/>
                    </a:moveTo>
                    <a:lnTo>
                      <a:pt x="74295" y="594347"/>
                    </a:lnTo>
                    <a:lnTo>
                      <a:pt x="74295" y="668642"/>
                    </a:lnTo>
                    <a:lnTo>
                      <a:pt x="148590" y="668642"/>
                    </a:lnTo>
                    <a:lnTo>
                      <a:pt x="148590" y="594347"/>
                    </a:lnTo>
                    <a:close/>
                  </a:path>
                  <a:path w="891539" h="891539">
                    <a:moveTo>
                      <a:pt x="148590" y="297167"/>
                    </a:moveTo>
                    <a:lnTo>
                      <a:pt x="74295" y="297167"/>
                    </a:lnTo>
                    <a:lnTo>
                      <a:pt x="74295" y="371462"/>
                    </a:lnTo>
                    <a:lnTo>
                      <a:pt x="74295" y="445757"/>
                    </a:lnTo>
                    <a:lnTo>
                      <a:pt x="148590" y="445757"/>
                    </a:lnTo>
                    <a:lnTo>
                      <a:pt x="148590" y="371462"/>
                    </a:lnTo>
                    <a:lnTo>
                      <a:pt x="148590" y="297167"/>
                    </a:lnTo>
                    <a:close/>
                  </a:path>
                  <a:path w="891539" h="891539">
                    <a:moveTo>
                      <a:pt x="222885" y="742937"/>
                    </a:moveTo>
                    <a:lnTo>
                      <a:pt x="148590" y="742937"/>
                    </a:lnTo>
                    <a:lnTo>
                      <a:pt x="148590" y="817232"/>
                    </a:lnTo>
                    <a:lnTo>
                      <a:pt x="222885" y="817232"/>
                    </a:lnTo>
                    <a:lnTo>
                      <a:pt x="222885" y="742937"/>
                    </a:lnTo>
                    <a:close/>
                  </a:path>
                  <a:path w="891539" h="891539">
                    <a:moveTo>
                      <a:pt x="297180" y="668642"/>
                    </a:moveTo>
                    <a:lnTo>
                      <a:pt x="222885" y="668642"/>
                    </a:lnTo>
                    <a:lnTo>
                      <a:pt x="222885" y="742937"/>
                    </a:lnTo>
                    <a:lnTo>
                      <a:pt x="297180" y="742937"/>
                    </a:lnTo>
                    <a:lnTo>
                      <a:pt x="297180" y="668642"/>
                    </a:lnTo>
                    <a:close/>
                  </a:path>
                  <a:path w="891539" h="891539">
                    <a:moveTo>
                      <a:pt x="297180" y="222885"/>
                    </a:moveTo>
                    <a:lnTo>
                      <a:pt x="222885" y="222885"/>
                    </a:lnTo>
                    <a:lnTo>
                      <a:pt x="222885" y="297167"/>
                    </a:lnTo>
                    <a:lnTo>
                      <a:pt x="297180" y="297167"/>
                    </a:lnTo>
                    <a:lnTo>
                      <a:pt x="297180" y="222885"/>
                    </a:lnTo>
                    <a:close/>
                  </a:path>
                  <a:path w="891539" h="891539">
                    <a:moveTo>
                      <a:pt x="371475" y="445757"/>
                    </a:moveTo>
                    <a:lnTo>
                      <a:pt x="297180" y="445757"/>
                    </a:lnTo>
                    <a:lnTo>
                      <a:pt x="297180" y="520052"/>
                    </a:lnTo>
                    <a:lnTo>
                      <a:pt x="297180" y="594347"/>
                    </a:lnTo>
                    <a:lnTo>
                      <a:pt x="371475" y="594347"/>
                    </a:lnTo>
                    <a:lnTo>
                      <a:pt x="371475" y="520052"/>
                    </a:lnTo>
                    <a:lnTo>
                      <a:pt x="371475" y="445757"/>
                    </a:lnTo>
                    <a:close/>
                  </a:path>
                  <a:path w="891539" h="891539">
                    <a:moveTo>
                      <a:pt x="445770" y="817232"/>
                    </a:moveTo>
                    <a:lnTo>
                      <a:pt x="371475" y="817232"/>
                    </a:lnTo>
                    <a:lnTo>
                      <a:pt x="371475" y="891514"/>
                    </a:lnTo>
                    <a:lnTo>
                      <a:pt x="445770" y="891514"/>
                    </a:lnTo>
                    <a:lnTo>
                      <a:pt x="445770" y="817232"/>
                    </a:lnTo>
                    <a:close/>
                  </a:path>
                  <a:path w="891539" h="891539">
                    <a:moveTo>
                      <a:pt x="520052" y="520052"/>
                    </a:moveTo>
                    <a:lnTo>
                      <a:pt x="445770" y="520052"/>
                    </a:lnTo>
                    <a:lnTo>
                      <a:pt x="445770" y="594347"/>
                    </a:lnTo>
                    <a:lnTo>
                      <a:pt x="520052" y="594347"/>
                    </a:lnTo>
                    <a:lnTo>
                      <a:pt x="520052" y="520052"/>
                    </a:lnTo>
                    <a:close/>
                  </a:path>
                  <a:path w="891539" h="891539">
                    <a:moveTo>
                      <a:pt x="520052" y="148590"/>
                    </a:moveTo>
                    <a:lnTo>
                      <a:pt x="445770" y="148590"/>
                    </a:lnTo>
                    <a:lnTo>
                      <a:pt x="371475" y="148590"/>
                    </a:lnTo>
                    <a:lnTo>
                      <a:pt x="371475" y="222885"/>
                    </a:lnTo>
                    <a:lnTo>
                      <a:pt x="445770" y="222885"/>
                    </a:lnTo>
                    <a:lnTo>
                      <a:pt x="445770" y="297167"/>
                    </a:lnTo>
                    <a:lnTo>
                      <a:pt x="520052" y="297167"/>
                    </a:lnTo>
                    <a:lnTo>
                      <a:pt x="520052" y="222885"/>
                    </a:lnTo>
                    <a:lnTo>
                      <a:pt x="520052" y="148590"/>
                    </a:lnTo>
                    <a:close/>
                  </a:path>
                  <a:path w="891539" h="891539">
                    <a:moveTo>
                      <a:pt x="594347" y="0"/>
                    </a:moveTo>
                    <a:lnTo>
                      <a:pt x="520052" y="0"/>
                    </a:lnTo>
                    <a:lnTo>
                      <a:pt x="520052" y="74295"/>
                    </a:lnTo>
                    <a:lnTo>
                      <a:pt x="594347" y="74295"/>
                    </a:lnTo>
                    <a:lnTo>
                      <a:pt x="594347" y="0"/>
                    </a:lnTo>
                    <a:close/>
                  </a:path>
                  <a:path w="891539" h="891539">
                    <a:moveTo>
                      <a:pt x="668642" y="742937"/>
                    </a:moveTo>
                    <a:lnTo>
                      <a:pt x="594347" y="742937"/>
                    </a:lnTo>
                    <a:lnTo>
                      <a:pt x="594347" y="817232"/>
                    </a:lnTo>
                    <a:lnTo>
                      <a:pt x="668642" y="817232"/>
                    </a:lnTo>
                    <a:lnTo>
                      <a:pt x="668642" y="742937"/>
                    </a:lnTo>
                    <a:close/>
                  </a:path>
                  <a:path w="891539" h="891539">
                    <a:moveTo>
                      <a:pt x="742937" y="594347"/>
                    </a:moveTo>
                    <a:lnTo>
                      <a:pt x="668642" y="594347"/>
                    </a:lnTo>
                    <a:lnTo>
                      <a:pt x="668642" y="668642"/>
                    </a:lnTo>
                    <a:lnTo>
                      <a:pt x="742937" y="668642"/>
                    </a:lnTo>
                    <a:lnTo>
                      <a:pt x="742937" y="594347"/>
                    </a:lnTo>
                    <a:close/>
                  </a:path>
                  <a:path w="891539" h="891539">
                    <a:moveTo>
                      <a:pt x="742937" y="0"/>
                    </a:moveTo>
                    <a:lnTo>
                      <a:pt x="668642" y="0"/>
                    </a:lnTo>
                    <a:lnTo>
                      <a:pt x="668642" y="74295"/>
                    </a:lnTo>
                    <a:lnTo>
                      <a:pt x="742937" y="74295"/>
                    </a:lnTo>
                    <a:lnTo>
                      <a:pt x="742937" y="0"/>
                    </a:lnTo>
                    <a:close/>
                  </a:path>
                  <a:path w="891539" h="891539">
                    <a:moveTo>
                      <a:pt x="817232" y="817232"/>
                    </a:moveTo>
                    <a:lnTo>
                      <a:pt x="742937" y="817232"/>
                    </a:lnTo>
                    <a:lnTo>
                      <a:pt x="742937" y="891514"/>
                    </a:lnTo>
                    <a:lnTo>
                      <a:pt x="817232" y="891514"/>
                    </a:lnTo>
                    <a:lnTo>
                      <a:pt x="817232" y="817232"/>
                    </a:lnTo>
                    <a:close/>
                  </a:path>
                  <a:path w="891539" h="891539">
                    <a:moveTo>
                      <a:pt x="817232" y="371462"/>
                    </a:moveTo>
                    <a:lnTo>
                      <a:pt x="742937" y="371462"/>
                    </a:lnTo>
                    <a:lnTo>
                      <a:pt x="742937" y="445757"/>
                    </a:lnTo>
                    <a:lnTo>
                      <a:pt x="817232" y="445757"/>
                    </a:lnTo>
                    <a:lnTo>
                      <a:pt x="817232" y="371462"/>
                    </a:lnTo>
                    <a:close/>
                  </a:path>
                  <a:path w="891539" h="891539">
                    <a:moveTo>
                      <a:pt x="817232" y="74295"/>
                    </a:moveTo>
                    <a:lnTo>
                      <a:pt x="742937" y="74295"/>
                    </a:lnTo>
                    <a:lnTo>
                      <a:pt x="742937" y="148590"/>
                    </a:lnTo>
                    <a:lnTo>
                      <a:pt x="817232" y="148590"/>
                    </a:lnTo>
                    <a:lnTo>
                      <a:pt x="817232" y="74295"/>
                    </a:lnTo>
                    <a:close/>
                  </a:path>
                  <a:path w="891539" h="891539">
                    <a:moveTo>
                      <a:pt x="891527" y="445757"/>
                    </a:moveTo>
                    <a:lnTo>
                      <a:pt x="817232" y="445757"/>
                    </a:lnTo>
                    <a:lnTo>
                      <a:pt x="817232" y="520052"/>
                    </a:lnTo>
                    <a:lnTo>
                      <a:pt x="891527" y="520052"/>
                    </a:lnTo>
                    <a:lnTo>
                      <a:pt x="891527" y="445757"/>
                    </a:lnTo>
                    <a:close/>
                  </a:path>
                  <a:path w="891539" h="891539">
                    <a:moveTo>
                      <a:pt x="891527" y="297167"/>
                    </a:moveTo>
                    <a:lnTo>
                      <a:pt x="817232" y="297167"/>
                    </a:lnTo>
                    <a:lnTo>
                      <a:pt x="817232" y="371462"/>
                    </a:lnTo>
                    <a:lnTo>
                      <a:pt x="891527" y="371462"/>
                    </a:lnTo>
                    <a:lnTo>
                      <a:pt x="891527" y="297167"/>
                    </a:lnTo>
                    <a:close/>
                  </a:path>
                </a:pathLst>
              </a:custGeom>
              <a:solidFill>
                <a:srgbClr val="C5E0B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5">
                <a:extLst>
                  <a:ext uri="{FF2B5EF4-FFF2-40B4-BE49-F238E27FC236}">
                    <a16:creationId xmlns:a16="http://schemas.microsoft.com/office/drawing/2014/main" id="{0B64E088-F6DD-8CCE-0AFC-F62EF2A21377}"/>
                  </a:ext>
                </a:extLst>
              </p:cNvPr>
              <p:cNvSpPr/>
              <p:nvPr/>
            </p:nvSpPr>
            <p:spPr>
              <a:xfrm>
                <a:off x="3865029" y="4524750"/>
                <a:ext cx="894715" cy="894715"/>
              </a:xfrm>
              <a:custGeom>
                <a:avLst/>
                <a:gdLst/>
                <a:ahLst/>
                <a:cxnLst/>
                <a:rect l="l" t="t" r="r" b="b"/>
                <a:pathLst>
                  <a:path w="894714" h="894714">
                    <a:moveTo>
                      <a:pt x="75866" y="0"/>
                    </a:moveTo>
                    <a:lnTo>
                      <a:pt x="75866" y="894667"/>
                    </a:lnTo>
                  </a:path>
                  <a:path w="894714" h="894714">
                    <a:moveTo>
                      <a:pt x="150159" y="0"/>
                    </a:moveTo>
                    <a:lnTo>
                      <a:pt x="150159" y="894667"/>
                    </a:lnTo>
                  </a:path>
                  <a:path w="894714" h="894714">
                    <a:moveTo>
                      <a:pt x="224453" y="0"/>
                    </a:moveTo>
                    <a:lnTo>
                      <a:pt x="224453" y="894667"/>
                    </a:lnTo>
                  </a:path>
                  <a:path w="894714" h="894714">
                    <a:moveTo>
                      <a:pt x="298746" y="0"/>
                    </a:moveTo>
                    <a:lnTo>
                      <a:pt x="298746" y="894667"/>
                    </a:lnTo>
                  </a:path>
                  <a:path w="894714" h="894714">
                    <a:moveTo>
                      <a:pt x="373040" y="0"/>
                    </a:moveTo>
                    <a:lnTo>
                      <a:pt x="373040" y="894667"/>
                    </a:lnTo>
                  </a:path>
                  <a:path w="894714" h="894714">
                    <a:moveTo>
                      <a:pt x="447333" y="0"/>
                    </a:moveTo>
                    <a:lnTo>
                      <a:pt x="447333" y="894667"/>
                    </a:lnTo>
                  </a:path>
                  <a:path w="894714" h="894714">
                    <a:moveTo>
                      <a:pt x="521627" y="0"/>
                    </a:moveTo>
                    <a:lnTo>
                      <a:pt x="521627" y="894667"/>
                    </a:lnTo>
                  </a:path>
                  <a:path w="894714" h="894714">
                    <a:moveTo>
                      <a:pt x="595920" y="0"/>
                    </a:moveTo>
                    <a:lnTo>
                      <a:pt x="595920" y="894667"/>
                    </a:lnTo>
                  </a:path>
                  <a:path w="894714" h="894714">
                    <a:moveTo>
                      <a:pt x="670214" y="0"/>
                    </a:moveTo>
                    <a:lnTo>
                      <a:pt x="670214" y="894667"/>
                    </a:lnTo>
                  </a:path>
                  <a:path w="894714" h="894714">
                    <a:moveTo>
                      <a:pt x="744507" y="0"/>
                    </a:moveTo>
                    <a:lnTo>
                      <a:pt x="744507" y="894667"/>
                    </a:lnTo>
                  </a:path>
                  <a:path w="894714" h="894714">
                    <a:moveTo>
                      <a:pt x="818801" y="0"/>
                    </a:moveTo>
                    <a:lnTo>
                      <a:pt x="818801" y="894667"/>
                    </a:lnTo>
                  </a:path>
                  <a:path w="894714" h="894714">
                    <a:moveTo>
                      <a:pt x="0" y="75866"/>
                    </a:moveTo>
                    <a:lnTo>
                      <a:pt x="894667" y="75866"/>
                    </a:lnTo>
                  </a:path>
                  <a:path w="894714" h="894714">
                    <a:moveTo>
                      <a:pt x="0" y="150159"/>
                    </a:moveTo>
                    <a:lnTo>
                      <a:pt x="894667" y="150159"/>
                    </a:lnTo>
                  </a:path>
                  <a:path w="894714" h="894714">
                    <a:moveTo>
                      <a:pt x="0" y="224453"/>
                    </a:moveTo>
                    <a:lnTo>
                      <a:pt x="894667" y="224453"/>
                    </a:lnTo>
                  </a:path>
                  <a:path w="894714" h="894714">
                    <a:moveTo>
                      <a:pt x="0" y="298746"/>
                    </a:moveTo>
                    <a:lnTo>
                      <a:pt x="894667" y="298746"/>
                    </a:lnTo>
                  </a:path>
                  <a:path w="894714" h="894714">
                    <a:moveTo>
                      <a:pt x="0" y="373040"/>
                    </a:moveTo>
                    <a:lnTo>
                      <a:pt x="894667" y="373040"/>
                    </a:lnTo>
                  </a:path>
                  <a:path w="894714" h="894714">
                    <a:moveTo>
                      <a:pt x="0" y="447333"/>
                    </a:moveTo>
                    <a:lnTo>
                      <a:pt x="894667" y="447333"/>
                    </a:lnTo>
                  </a:path>
                  <a:path w="894714" h="894714">
                    <a:moveTo>
                      <a:pt x="0" y="521627"/>
                    </a:moveTo>
                    <a:lnTo>
                      <a:pt x="894667" y="521627"/>
                    </a:lnTo>
                  </a:path>
                  <a:path w="894714" h="894714">
                    <a:moveTo>
                      <a:pt x="0" y="595920"/>
                    </a:moveTo>
                    <a:lnTo>
                      <a:pt x="894667" y="595920"/>
                    </a:lnTo>
                  </a:path>
                  <a:path w="894714" h="894714">
                    <a:moveTo>
                      <a:pt x="0" y="670214"/>
                    </a:moveTo>
                    <a:lnTo>
                      <a:pt x="894667" y="670214"/>
                    </a:lnTo>
                  </a:path>
                  <a:path w="894714" h="894714">
                    <a:moveTo>
                      <a:pt x="0" y="744507"/>
                    </a:moveTo>
                    <a:lnTo>
                      <a:pt x="894667" y="744507"/>
                    </a:lnTo>
                  </a:path>
                  <a:path w="894714" h="894714">
                    <a:moveTo>
                      <a:pt x="0" y="818801"/>
                    </a:moveTo>
                    <a:lnTo>
                      <a:pt x="894667" y="818801"/>
                    </a:lnTo>
                  </a:path>
                  <a:path w="894714" h="894714">
                    <a:moveTo>
                      <a:pt x="1572" y="0"/>
                    </a:moveTo>
                    <a:lnTo>
                      <a:pt x="1572" y="894667"/>
                    </a:lnTo>
                  </a:path>
                  <a:path w="894714" h="894714">
                    <a:moveTo>
                      <a:pt x="893094" y="0"/>
                    </a:moveTo>
                    <a:lnTo>
                      <a:pt x="893094" y="894667"/>
                    </a:lnTo>
                  </a:path>
                  <a:path w="894714" h="894714">
                    <a:moveTo>
                      <a:pt x="0" y="1572"/>
                    </a:moveTo>
                    <a:lnTo>
                      <a:pt x="894667" y="1572"/>
                    </a:lnTo>
                  </a:path>
                  <a:path w="894714" h="894714">
                    <a:moveTo>
                      <a:pt x="0" y="893094"/>
                    </a:moveTo>
                    <a:lnTo>
                      <a:pt x="894667" y="893094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01EA38B2-A3A2-3055-87A3-4C695A219E88}"/>
                </a:ext>
              </a:extLst>
            </p:cNvPr>
            <p:cNvSpPr txBox="1"/>
            <p:nvPr/>
          </p:nvSpPr>
          <p:spPr>
            <a:xfrm>
              <a:off x="3740624" y="4872091"/>
              <a:ext cx="144780" cy="13779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700" i="1" spc="-25" dirty="0">
                  <a:latin typeface="Times New Roman"/>
                  <a:cs typeface="Times New Roman"/>
                </a:rPr>
                <a:t>q</a:t>
              </a:r>
              <a:r>
                <a:rPr sz="750" i="1" spc="-37" baseline="-11111" dirty="0">
                  <a:latin typeface="Times New Roman"/>
                  <a:cs typeface="Times New Roman"/>
                </a:rPr>
                <a:t>i</a:t>
              </a:r>
              <a:endParaRPr sz="750" baseline="-11111">
                <a:latin typeface="Times New Roman"/>
                <a:cs typeface="Times New Roman"/>
              </a:endParaRPr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88251298-CA5B-5329-91CC-B123308CBD5E}"/>
                </a:ext>
              </a:extLst>
            </p:cNvPr>
            <p:cNvSpPr txBox="1"/>
            <p:nvPr/>
          </p:nvSpPr>
          <p:spPr>
            <a:xfrm>
              <a:off x="4225535" y="4388810"/>
              <a:ext cx="149860" cy="12953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0"/>
                </a:spcBef>
              </a:pPr>
              <a:r>
                <a:rPr sz="650" i="1" spc="55" dirty="0">
                  <a:latin typeface="Times New Roman"/>
                  <a:cs typeface="Times New Roman"/>
                </a:rPr>
                <a:t>k</a:t>
              </a:r>
              <a:r>
                <a:rPr sz="675" i="1" spc="82" baseline="-12345" dirty="0">
                  <a:latin typeface="Times New Roman"/>
                  <a:cs typeface="Times New Roman"/>
                </a:rPr>
                <a:t>j</a:t>
              </a:r>
              <a:endParaRPr sz="675" baseline="-12345">
                <a:latin typeface="Times New Roman"/>
                <a:cs typeface="Times New Roman"/>
              </a:endParaRPr>
            </a:p>
          </p:txBody>
        </p:sp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01EB6251-9936-6E49-A9B5-AFEBE7BC0B67}"/>
                </a:ext>
              </a:extLst>
            </p:cNvPr>
            <p:cNvSpPr txBox="1"/>
            <p:nvPr/>
          </p:nvSpPr>
          <p:spPr>
            <a:xfrm>
              <a:off x="845349" y="5488814"/>
              <a:ext cx="516890" cy="1162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-20" dirty="0">
                  <a:latin typeface="Lantinghei SC Extralight"/>
                  <a:cs typeface="Lantinghei SC Extralight"/>
                </a:rPr>
                <a:t>(a) 全局注意力</a:t>
              </a:r>
              <a:endParaRPr sz="600">
                <a:latin typeface="Lantinghei SC Extralight"/>
                <a:cs typeface="Lantinghei SC Extralight"/>
              </a:endParaRPr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7D2D2641-EFDC-F4B8-BCEB-3016A82CA313}"/>
                </a:ext>
              </a:extLst>
            </p:cNvPr>
            <p:cNvSpPr txBox="1"/>
            <p:nvPr/>
          </p:nvSpPr>
          <p:spPr>
            <a:xfrm>
              <a:off x="1891107" y="5481266"/>
              <a:ext cx="2708275" cy="3911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95"/>
                </a:spcBef>
                <a:tabLst>
                  <a:tab pos="1112520" algn="l"/>
                  <a:tab pos="2171700" algn="l"/>
                </a:tabLst>
              </a:pPr>
              <a:r>
                <a:rPr sz="600" dirty="0">
                  <a:latin typeface="Lantinghei SC Extralight"/>
                  <a:cs typeface="Lantinghei SC Extralight"/>
                </a:rPr>
                <a:t>(b)</a:t>
              </a:r>
              <a:r>
                <a:rPr sz="600" spc="-5" dirty="0">
                  <a:latin typeface="Lantinghei SC Extralight"/>
                  <a:cs typeface="Lantinghei SC Extralight"/>
                </a:rPr>
                <a:t> </a:t>
              </a:r>
              <a:r>
                <a:rPr sz="600" spc="-10" dirty="0">
                  <a:latin typeface="Lantinghei SC Extralight"/>
                  <a:cs typeface="Lantinghei SC Extralight"/>
                </a:rPr>
                <a:t>带状注意</a:t>
              </a:r>
              <a:r>
                <a:rPr sz="600" spc="-50" dirty="0">
                  <a:latin typeface="Lantinghei SC Extralight"/>
                  <a:cs typeface="Lantinghei SC Extralight"/>
                </a:rPr>
                <a:t>力</a:t>
              </a:r>
              <a:r>
                <a:rPr sz="600" dirty="0">
                  <a:latin typeface="Lantinghei SC Extralight"/>
                  <a:cs typeface="Lantinghei SC Extralight"/>
                </a:rPr>
                <a:t>	</a:t>
              </a:r>
              <a:r>
                <a:rPr sz="600" spc="-20" dirty="0">
                  <a:latin typeface="Lantinghei SC Extralight"/>
                  <a:cs typeface="Lantinghei SC Extralight"/>
                </a:rPr>
                <a:t>(c)</a:t>
              </a:r>
              <a:r>
                <a:rPr sz="600" spc="10" dirty="0">
                  <a:latin typeface="Lantinghei SC Extralight"/>
                  <a:cs typeface="Lantinghei SC Extralight"/>
                </a:rPr>
                <a:t> </a:t>
              </a:r>
              <a:r>
                <a:rPr sz="600" spc="-10" dirty="0">
                  <a:latin typeface="Lantinghei SC Extralight"/>
                  <a:cs typeface="Lantinghei SC Extralight"/>
                </a:rPr>
                <a:t>膨胀注意</a:t>
              </a:r>
              <a:r>
                <a:rPr sz="600" spc="-50" dirty="0">
                  <a:latin typeface="Lantinghei SC Extralight"/>
                  <a:cs typeface="Lantinghei SC Extralight"/>
                </a:rPr>
                <a:t>力</a:t>
              </a:r>
              <a:r>
                <a:rPr sz="600" dirty="0">
                  <a:latin typeface="Lantinghei SC Extralight"/>
                  <a:cs typeface="Lantinghei SC Extralight"/>
                </a:rPr>
                <a:t>	(d)</a:t>
              </a:r>
              <a:r>
                <a:rPr sz="600" spc="-5" dirty="0">
                  <a:latin typeface="Lantinghei SC Extralight"/>
                  <a:cs typeface="Lantinghei SC Extralight"/>
                </a:rPr>
                <a:t> </a:t>
              </a:r>
              <a:r>
                <a:rPr sz="600" spc="-10" dirty="0">
                  <a:latin typeface="Lantinghei SC Extralight"/>
                  <a:cs typeface="Lantinghei SC Extralight"/>
                </a:rPr>
                <a:t>随机注意</a:t>
              </a:r>
              <a:r>
                <a:rPr sz="600" spc="-50" dirty="0">
                  <a:latin typeface="Lantinghei SC Extralight"/>
                  <a:cs typeface="Lantinghei SC Extralight"/>
                </a:rPr>
                <a:t>力</a:t>
              </a:r>
              <a:endParaRPr sz="600" dirty="0">
                <a:latin typeface="Lantinghei SC Extralight"/>
                <a:cs typeface="Lantinghei SC Extralight"/>
              </a:endParaRPr>
            </a:p>
            <a:p>
              <a:pPr marL="126364">
                <a:lnSpc>
                  <a:spcPct val="100000"/>
                </a:lnSpc>
                <a:spcBef>
                  <a:spcPts val="1085"/>
                </a:spcBef>
              </a:pPr>
              <a:r>
                <a:rPr sz="900" spc="-10" dirty="0" err="1">
                  <a:latin typeface="Lantinghei SC Extralight"/>
                  <a:cs typeface="Lantinghei SC Extralight"/>
                </a:rPr>
                <a:t>五种基于位置的稀疏注意力基本类型</a:t>
              </a:r>
              <a:endParaRPr sz="900" baseline="37037" dirty="0">
                <a:latin typeface="Lantinghei SC Extralight"/>
                <a:cs typeface="Lantinghei SC Extralight"/>
              </a:endParaRPr>
            </a:p>
          </p:txBody>
        </p:sp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09C8A038-7F57-16B1-BE34-D6C4E8DC884E}"/>
                </a:ext>
              </a:extLst>
            </p:cNvPr>
            <p:cNvSpPr txBox="1"/>
            <p:nvPr/>
          </p:nvSpPr>
          <p:spPr>
            <a:xfrm>
              <a:off x="5084738" y="5488814"/>
              <a:ext cx="593090" cy="1162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-10" dirty="0">
                  <a:latin typeface="Lantinghei SC Extralight"/>
                  <a:cs typeface="Lantinghei SC Extralight"/>
                </a:rPr>
                <a:t>(e</a:t>
              </a:r>
              <a:r>
                <a:rPr sz="600" spc="-20" dirty="0">
                  <a:latin typeface="Lantinghei SC Extralight"/>
                  <a:cs typeface="Lantinghei SC Extralight"/>
                </a:rPr>
                <a:t>) 局部块注意力</a:t>
              </a:r>
              <a:endParaRPr sz="600">
                <a:latin typeface="Lantinghei SC Extralight"/>
                <a:cs typeface="Lantinghei SC Extralight"/>
              </a:endParaRPr>
            </a:p>
          </p:txBody>
        </p:sp>
        <p:grpSp>
          <p:nvGrpSpPr>
            <p:cNvPr id="32" name="object 31">
              <a:extLst>
                <a:ext uri="{FF2B5EF4-FFF2-40B4-BE49-F238E27FC236}">
                  <a16:creationId xmlns:a16="http://schemas.microsoft.com/office/drawing/2014/main" id="{2B385456-CDB1-1095-5218-DE6924DFC1B3}"/>
                </a:ext>
              </a:extLst>
            </p:cNvPr>
            <p:cNvGrpSpPr/>
            <p:nvPr/>
          </p:nvGrpSpPr>
          <p:grpSpPr>
            <a:xfrm>
              <a:off x="685265" y="3966638"/>
              <a:ext cx="808990" cy="315595"/>
              <a:chOff x="685265" y="3966638"/>
              <a:chExt cx="808990" cy="315595"/>
            </a:xfrm>
          </p:grpSpPr>
          <p:sp>
            <p:nvSpPr>
              <p:cNvPr id="33" name="object 32">
                <a:extLst>
                  <a:ext uri="{FF2B5EF4-FFF2-40B4-BE49-F238E27FC236}">
                    <a16:creationId xmlns:a16="http://schemas.microsoft.com/office/drawing/2014/main" id="{7CC06310-45E5-B2CD-7BE2-ACF67CB58AF4}"/>
                  </a:ext>
                </a:extLst>
              </p:cNvPr>
              <p:cNvSpPr/>
              <p:nvPr/>
            </p:nvSpPr>
            <p:spPr>
              <a:xfrm>
                <a:off x="686838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3">
                <a:extLst>
                  <a:ext uri="{FF2B5EF4-FFF2-40B4-BE49-F238E27FC236}">
                    <a16:creationId xmlns:a16="http://schemas.microsoft.com/office/drawing/2014/main" id="{58A8D4A0-33DD-37EB-15A5-F5D620409BC1}"/>
                  </a:ext>
                </a:extLst>
              </p:cNvPr>
              <p:cNvSpPr/>
              <p:nvPr/>
            </p:nvSpPr>
            <p:spPr>
              <a:xfrm>
                <a:off x="757596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4">
                <a:extLst>
                  <a:ext uri="{FF2B5EF4-FFF2-40B4-BE49-F238E27FC236}">
                    <a16:creationId xmlns:a16="http://schemas.microsoft.com/office/drawing/2014/main" id="{6FC4BD98-A109-8C10-6785-4B6AC18D40E6}"/>
                  </a:ext>
                </a:extLst>
              </p:cNvPr>
              <p:cNvSpPr/>
              <p:nvPr/>
            </p:nvSpPr>
            <p:spPr>
              <a:xfrm>
                <a:off x="828355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5">
                <a:extLst>
                  <a:ext uri="{FF2B5EF4-FFF2-40B4-BE49-F238E27FC236}">
                    <a16:creationId xmlns:a16="http://schemas.microsoft.com/office/drawing/2014/main" id="{6F000C2C-B55E-94C1-D297-D8B757A93C6A}"/>
                  </a:ext>
                </a:extLst>
              </p:cNvPr>
              <p:cNvSpPr/>
              <p:nvPr/>
            </p:nvSpPr>
            <p:spPr>
              <a:xfrm>
                <a:off x="899113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6">
                <a:extLst>
                  <a:ext uri="{FF2B5EF4-FFF2-40B4-BE49-F238E27FC236}">
                    <a16:creationId xmlns:a16="http://schemas.microsoft.com/office/drawing/2014/main" id="{8E841996-A1C4-2877-07FB-7C20B71953A5}"/>
                  </a:ext>
                </a:extLst>
              </p:cNvPr>
              <p:cNvSpPr/>
              <p:nvPr/>
            </p:nvSpPr>
            <p:spPr>
              <a:xfrm>
                <a:off x="969872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7">
                <a:extLst>
                  <a:ext uri="{FF2B5EF4-FFF2-40B4-BE49-F238E27FC236}">
                    <a16:creationId xmlns:a16="http://schemas.microsoft.com/office/drawing/2014/main" id="{32EF2E51-A6BB-64C5-CC30-32A570F70E0A}"/>
                  </a:ext>
                </a:extLst>
              </p:cNvPr>
              <p:cNvSpPr/>
              <p:nvPr/>
            </p:nvSpPr>
            <p:spPr>
              <a:xfrm>
                <a:off x="1111389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8">
                <a:extLst>
                  <a:ext uri="{FF2B5EF4-FFF2-40B4-BE49-F238E27FC236}">
                    <a16:creationId xmlns:a16="http://schemas.microsoft.com/office/drawing/2014/main" id="{A6918BB3-DBD6-A2F4-0249-E150715EBCDF}"/>
                  </a:ext>
                </a:extLst>
              </p:cNvPr>
              <p:cNvSpPr/>
              <p:nvPr/>
            </p:nvSpPr>
            <p:spPr>
              <a:xfrm>
                <a:off x="1040631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39">
                <a:extLst>
                  <a:ext uri="{FF2B5EF4-FFF2-40B4-BE49-F238E27FC236}">
                    <a16:creationId xmlns:a16="http://schemas.microsoft.com/office/drawing/2014/main" id="{817430B4-D891-DE53-2DCA-B915037E3DD8}"/>
                  </a:ext>
                </a:extLst>
              </p:cNvPr>
              <p:cNvSpPr/>
              <p:nvPr/>
            </p:nvSpPr>
            <p:spPr>
              <a:xfrm>
                <a:off x="1182148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0">
                <a:extLst>
                  <a:ext uri="{FF2B5EF4-FFF2-40B4-BE49-F238E27FC236}">
                    <a16:creationId xmlns:a16="http://schemas.microsoft.com/office/drawing/2014/main" id="{0CC06C0B-2E47-9079-F416-0BC6DEBE8E35}"/>
                  </a:ext>
                </a:extLst>
              </p:cNvPr>
              <p:cNvSpPr/>
              <p:nvPr/>
            </p:nvSpPr>
            <p:spPr>
              <a:xfrm>
                <a:off x="1252906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1">
                <a:extLst>
                  <a:ext uri="{FF2B5EF4-FFF2-40B4-BE49-F238E27FC236}">
                    <a16:creationId xmlns:a16="http://schemas.microsoft.com/office/drawing/2014/main" id="{CB619C1C-DED9-0615-73A2-0E4DDFD9DB8D}"/>
                  </a:ext>
                </a:extLst>
              </p:cNvPr>
              <p:cNvSpPr/>
              <p:nvPr/>
            </p:nvSpPr>
            <p:spPr>
              <a:xfrm>
                <a:off x="1323665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42">
                <a:extLst>
                  <a:ext uri="{FF2B5EF4-FFF2-40B4-BE49-F238E27FC236}">
                    <a16:creationId xmlns:a16="http://schemas.microsoft.com/office/drawing/2014/main" id="{273368FA-7058-30F6-2090-5392849FEEDE}"/>
                  </a:ext>
                </a:extLst>
              </p:cNvPr>
              <p:cNvSpPr/>
              <p:nvPr/>
            </p:nvSpPr>
            <p:spPr>
              <a:xfrm>
                <a:off x="1394424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3">
                <a:extLst>
                  <a:ext uri="{FF2B5EF4-FFF2-40B4-BE49-F238E27FC236}">
                    <a16:creationId xmlns:a16="http://schemas.microsoft.com/office/drawing/2014/main" id="{48C4A3D9-F72F-2125-7723-13EAC8A4EEA1}"/>
                  </a:ext>
                </a:extLst>
              </p:cNvPr>
              <p:cNvSpPr/>
              <p:nvPr/>
            </p:nvSpPr>
            <p:spPr>
              <a:xfrm>
                <a:off x="1465182" y="3968211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4">
                <a:extLst>
                  <a:ext uri="{FF2B5EF4-FFF2-40B4-BE49-F238E27FC236}">
                    <a16:creationId xmlns:a16="http://schemas.microsoft.com/office/drawing/2014/main" id="{80C15FDB-0F9F-9B4E-EB63-8A41DB29BF18}"/>
                  </a:ext>
                </a:extLst>
              </p:cNvPr>
              <p:cNvSpPr/>
              <p:nvPr/>
            </p:nvSpPr>
            <p:spPr>
              <a:xfrm>
                <a:off x="687338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5">
                <a:extLst>
                  <a:ext uri="{FF2B5EF4-FFF2-40B4-BE49-F238E27FC236}">
                    <a16:creationId xmlns:a16="http://schemas.microsoft.com/office/drawing/2014/main" id="{09E4F62C-6DA3-A0A4-CE58-9E0910DB7B3D}"/>
                  </a:ext>
                </a:extLst>
              </p:cNvPr>
              <p:cNvSpPr/>
              <p:nvPr/>
            </p:nvSpPr>
            <p:spPr>
              <a:xfrm>
                <a:off x="758096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3B180AEF-BFE7-BB39-7F9B-DCCEF2A31AFE}"/>
                  </a:ext>
                </a:extLst>
              </p:cNvPr>
              <p:cNvSpPr/>
              <p:nvPr/>
            </p:nvSpPr>
            <p:spPr>
              <a:xfrm>
                <a:off x="828855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865BA6B8-B350-B42A-BEFC-520F6D08D362}"/>
                  </a:ext>
                </a:extLst>
              </p:cNvPr>
              <p:cNvSpPr/>
              <p:nvPr/>
            </p:nvSpPr>
            <p:spPr>
              <a:xfrm>
                <a:off x="899614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8">
                <a:extLst>
                  <a:ext uri="{FF2B5EF4-FFF2-40B4-BE49-F238E27FC236}">
                    <a16:creationId xmlns:a16="http://schemas.microsoft.com/office/drawing/2014/main" id="{A3C3033F-2AA2-2EBE-B6FD-CD2295E430AE}"/>
                  </a:ext>
                </a:extLst>
              </p:cNvPr>
              <p:cNvSpPr/>
              <p:nvPr/>
            </p:nvSpPr>
            <p:spPr>
              <a:xfrm>
                <a:off x="970372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6020BFDE-37F0-0A4D-A590-0521DB36F962}"/>
                  </a:ext>
                </a:extLst>
              </p:cNvPr>
              <p:cNvSpPr/>
              <p:nvPr/>
            </p:nvSpPr>
            <p:spPr>
              <a:xfrm>
                <a:off x="1111890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50">
                <a:extLst>
                  <a:ext uri="{FF2B5EF4-FFF2-40B4-BE49-F238E27FC236}">
                    <a16:creationId xmlns:a16="http://schemas.microsoft.com/office/drawing/2014/main" id="{08199588-D44D-F70D-5D67-E2B2E5FC56F0}"/>
                  </a:ext>
                </a:extLst>
              </p:cNvPr>
              <p:cNvSpPr/>
              <p:nvPr/>
            </p:nvSpPr>
            <p:spPr>
              <a:xfrm>
                <a:off x="1041131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1">
                <a:extLst>
                  <a:ext uri="{FF2B5EF4-FFF2-40B4-BE49-F238E27FC236}">
                    <a16:creationId xmlns:a16="http://schemas.microsoft.com/office/drawing/2014/main" id="{2F3B770E-F1ED-216F-3110-575B8AEA1E01}"/>
                  </a:ext>
                </a:extLst>
              </p:cNvPr>
              <p:cNvSpPr/>
              <p:nvPr/>
            </p:nvSpPr>
            <p:spPr>
              <a:xfrm>
                <a:off x="1182648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2">
                <a:extLst>
                  <a:ext uri="{FF2B5EF4-FFF2-40B4-BE49-F238E27FC236}">
                    <a16:creationId xmlns:a16="http://schemas.microsoft.com/office/drawing/2014/main" id="{EC0F376A-809C-8074-00D0-752F02B01E86}"/>
                  </a:ext>
                </a:extLst>
              </p:cNvPr>
              <p:cNvSpPr/>
              <p:nvPr/>
            </p:nvSpPr>
            <p:spPr>
              <a:xfrm>
                <a:off x="1253406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53">
                <a:extLst>
                  <a:ext uri="{FF2B5EF4-FFF2-40B4-BE49-F238E27FC236}">
                    <a16:creationId xmlns:a16="http://schemas.microsoft.com/office/drawing/2014/main" id="{A0D0333D-48A5-03B1-E993-164309B6B7EA}"/>
                  </a:ext>
                </a:extLst>
              </p:cNvPr>
              <p:cNvSpPr/>
              <p:nvPr/>
            </p:nvSpPr>
            <p:spPr>
              <a:xfrm>
                <a:off x="1324165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4">
                <a:extLst>
                  <a:ext uri="{FF2B5EF4-FFF2-40B4-BE49-F238E27FC236}">
                    <a16:creationId xmlns:a16="http://schemas.microsoft.com/office/drawing/2014/main" id="{F74412E9-B943-6353-2174-88CD9959B3F2}"/>
                  </a:ext>
                </a:extLst>
              </p:cNvPr>
              <p:cNvSpPr/>
              <p:nvPr/>
            </p:nvSpPr>
            <p:spPr>
              <a:xfrm>
                <a:off x="1394924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55">
                <a:extLst>
                  <a:ext uri="{FF2B5EF4-FFF2-40B4-BE49-F238E27FC236}">
                    <a16:creationId xmlns:a16="http://schemas.microsoft.com/office/drawing/2014/main" id="{CAFE7F42-DA26-3D3D-BFEF-6A5A6D72EC71}"/>
                  </a:ext>
                </a:extLst>
              </p:cNvPr>
              <p:cNvSpPr/>
              <p:nvPr/>
            </p:nvSpPr>
            <p:spPr>
              <a:xfrm>
                <a:off x="1465683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56">
                <a:extLst>
                  <a:ext uri="{FF2B5EF4-FFF2-40B4-BE49-F238E27FC236}">
                    <a16:creationId xmlns:a16="http://schemas.microsoft.com/office/drawing/2014/main" id="{35E7DE98-36EA-4A45-C1AD-864B06A31F6A}"/>
                  </a:ext>
                </a:extLst>
              </p:cNvPr>
              <p:cNvSpPr/>
              <p:nvPr/>
            </p:nvSpPr>
            <p:spPr>
              <a:xfrm>
                <a:off x="700210" y="3994956"/>
                <a:ext cx="78867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788669" h="262889">
                    <a:moveTo>
                      <a:pt x="0" y="0"/>
                    </a:moveTo>
                    <a:lnTo>
                      <a:pt x="71258" y="258690"/>
                    </a:lnTo>
                  </a:path>
                  <a:path w="788669" h="262889">
                    <a:moveTo>
                      <a:pt x="0" y="0"/>
                    </a:moveTo>
                    <a:lnTo>
                      <a:pt x="500" y="258690"/>
                    </a:lnTo>
                  </a:path>
                  <a:path w="788669" h="262889">
                    <a:moveTo>
                      <a:pt x="0" y="0"/>
                    </a:moveTo>
                    <a:lnTo>
                      <a:pt x="132561" y="262607"/>
                    </a:lnTo>
                  </a:path>
                  <a:path w="788669" h="262889">
                    <a:moveTo>
                      <a:pt x="0" y="0"/>
                    </a:moveTo>
                    <a:lnTo>
                      <a:pt x="203320" y="262607"/>
                    </a:lnTo>
                  </a:path>
                  <a:path w="788669" h="262889">
                    <a:moveTo>
                      <a:pt x="0" y="0"/>
                    </a:moveTo>
                    <a:lnTo>
                      <a:pt x="274078" y="262607"/>
                    </a:lnTo>
                  </a:path>
                  <a:path w="788669" h="262889">
                    <a:moveTo>
                      <a:pt x="0" y="0"/>
                    </a:moveTo>
                    <a:lnTo>
                      <a:pt x="344837" y="262607"/>
                    </a:lnTo>
                  </a:path>
                  <a:path w="788669" h="262889">
                    <a:moveTo>
                      <a:pt x="0" y="0"/>
                    </a:moveTo>
                    <a:lnTo>
                      <a:pt x="425051" y="258690"/>
                    </a:lnTo>
                  </a:path>
                  <a:path w="788669" h="262889">
                    <a:moveTo>
                      <a:pt x="0" y="0"/>
                    </a:moveTo>
                    <a:lnTo>
                      <a:pt x="495810" y="258690"/>
                    </a:lnTo>
                  </a:path>
                  <a:path w="788669" h="262889">
                    <a:moveTo>
                      <a:pt x="0" y="0"/>
                    </a:moveTo>
                    <a:lnTo>
                      <a:pt x="566569" y="258690"/>
                    </a:lnTo>
                  </a:path>
                  <a:path w="788669" h="262889">
                    <a:moveTo>
                      <a:pt x="0" y="0"/>
                    </a:moveTo>
                    <a:lnTo>
                      <a:pt x="637327" y="258690"/>
                    </a:lnTo>
                  </a:path>
                  <a:path w="788669" h="262889">
                    <a:moveTo>
                      <a:pt x="0" y="0"/>
                    </a:moveTo>
                    <a:lnTo>
                      <a:pt x="708086" y="258690"/>
                    </a:lnTo>
                  </a:path>
                  <a:path w="788669" h="262889">
                    <a:moveTo>
                      <a:pt x="0" y="0"/>
                    </a:moveTo>
                    <a:lnTo>
                      <a:pt x="788301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57">
                <a:extLst>
                  <a:ext uri="{FF2B5EF4-FFF2-40B4-BE49-F238E27FC236}">
                    <a16:creationId xmlns:a16="http://schemas.microsoft.com/office/drawing/2014/main" id="{C1FE711C-2F55-50BE-DF08-E554846DB412}"/>
                  </a:ext>
                </a:extLst>
              </p:cNvPr>
              <p:cNvSpPr/>
              <p:nvPr/>
            </p:nvSpPr>
            <p:spPr>
              <a:xfrm>
                <a:off x="53427" y="3994956"/>
                <a:ext cx="71755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717550" h="262889">
                    <a:moveTo>
                      <a:pt x="717542" y="0"/>
                    </a:moveTo>
                    <a:lnTo>
                      <a:pt x="647284" y="258690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717042" y="258690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655739" y="262607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584981" y="262607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514222" y="262607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443463" y="262607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363249" y="258690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292490" y="258690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221731" y="258690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141517" y="262607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80214" y="258690"/>
                    </a:lnTo>
                  </a:path>
                  <a:path w="717550" h="262889">
                    <a:moveTo>
                      <a:pt x="717542" y="0"/>
                    </a:moveTo>
                    <a:lnTo>
                      <a:pt x="0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9" name="object 58">
              <a:extLst>
                <a:ext uri="{FF2B5EF4-FFF2-40B4-BE49-F238E27FC236}">
                  <a16:creationId xmlns:a16="http://schemas.microsoft.com/office/drawing/2014/main" id="{6C15197A-5F39-B300-04FB-6275A853D1D1}"/>
                </a:ext>
              </a:extLst>
            </p:cNvPr>
            <p:cNvGrpSpPr/>
            <p:nvPr/>
          </p:nvGrpSpPr>
          <p:grpSpPr>
            <a:xfrm>
              <a:off x="1758177" y="3966637"/>
              <a:ext cx="808990" cy="315595"/>
              <a:chOff x="1758177" y="3966637"/>
              <a:chExt cx="808990" cy="315595"/>
            </a:xfrm>
          </p:grpSpPr>
          <p:sp>
            <p:nvSpPr>
              <p:cNvPr id="60" name="object 59">
                <a:extLst>
                  <a:ext uri="{FF2B5EF4-FFF2-40B4-BE49-F238E27FC236}">
                    <a16:creationId xmlns:a16="http://schemas.microsoft.com/office/drawing/2014/main" id="{FC924D41-CA28-050A-D9C6-F7D610C3960D}"/>
                  </a:ext>
                </a:extLst>
              </p:cNvPr>
              <p:cNvSpPr/>
              <p:nvPr/>
            </p:nvSpPr>
            <p:spPr>
              <a:xfrm>
                <a:off x="1759749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0">
                <a:extLst>
                  <a:ext uri="{FF2B5EF4-FFF2-40B4-BE49-F238E27FC236}">
                    <a16:creationId xmlns:a16="http://schemas.microsoft.com/office/drawing/2014/main" id="{38156C04-A467-631F-9163-AABEAFFBC038}"/>
                  </a:ext>
                </a:extLst>
              </p:cNvPr>
              <p:cNvSpPr/>
              <p:nvPr/>
            </p:nvSpPr>
            <p:spPr>
              <a:xfrm>
                <a:off x="1830507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1">
                <a:extLst>
                  <a:ext uri="{FF2B5EF4-FFF2-40B4-BE49-F238E27FC236}">
                    <a16:creationId xmlns:a16="http://schemas.microsoft.com/office/drawing/2014/main" id="{F278489B-ED1E-7218-7859-897161FBC015}"/>
                  </a:ext>
                </a:extLst>
              </p:cNvPr>
              <p:cNvSpPr/>
              <p:nvPr/>
            </p:nvSpPr>
            <p:spPr>
              <a:xfrm>
                <a:off x="1901266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62">
                <a:extLst>
                  <a:ext uri="{FF2B5EF4-FFF2-40B4-BE49-F238E27FC236}">
                    <a16:creationId xmlns:a16="http://schemas.microsoft.com/office/drawing/2014/main" id="{B7DA5727-D0E5-5FEC-92A7-67948A246F88}"/>
                  </a:ext>
                </a:extLst>
              </p:cNvPr>
              <p:cNvSpPr/>
              <p:nvPr/>
            </p:nvSpPr>
            <p:spPr>
              <a:xfrm>
                <a:off x="1972025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63">
                <a:extLst>
                  <a:ext uri="{FF2B5EF4-FFF2-40B4-BE49-F238E27FC236}">
                    <a16:creationId xmlns:a16="http://schemas.microsoft.com/office/drawing/2014/main" id="{F52D611E-1E60-8D42-2E47-AF00518AD367}"/>
                  </a:ext>
                </a:extLst>
              </p:cNvPr>
              <p:cNvSpPr/>
              <p:nvPr/>
            </p:nvSpPr>
            <p:spPr>
              <a:xfrm>
                <a:off x="2042784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64">
                <a:extLst>
                  <a:ext uri="{FF2B5EF4-FFF2-40B4-BE49-F238E27FC236}">
                    <a16:creationId xmlns:a16="http://schemas.microsoft.com/office/drawing/2014/main" id="{712D3958-035D-BF96-153D-7A7427F1B64A}"/>
                  </a:ext>
                </a:extLst>
              </p:cNvPr>
              <p:cNvSpPr/>
              <p:nvPr/>
            </p:nvSpPr>
            <p:spPr>
              <a:xfrm>
                <a:off x="2184301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65">
                <a:extLst>
                  <a:ext uri="{FF2B5EF4-FFF2-40B4-BE49-F238E27FC236}">
                    <a16:creationId xmlns:a16="http://schemas.microsoft.com/office/drawing/2014/main" id="{ABCFD513-D15A-530E-7BB9-6B3E06787000}"/>
                  </a:ext>
                </a:extLst>
              </p:cNvPr>
              <p:cNvSpPr/>
              <p:nvPr/>
            </p:nvSpPr>
            <p:spPr>
              <a:xfrm>
                <a:off x="2113542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66">
                <a:extLst>
                  <a:ext uri="{FF2B5EF4-FFF2-40B4-BE49-F238E27FC236}">
                    <a16:creationId xmlns:a16="http://schemas.microsoft.com/office/drawing/2014/main" id="{F0ED65F7-2422-D62C-AA8C-4D73F927A903}"/>
                  </a:ext>
                </a:extLst>
              </p:cNvPr>
              <p:cNvSpPr/>
              <p:nvPr/>
            </p:nvSpPr>
            <p:spPr>
              <a:xfrm>
                <a:off x="2255060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67">
                <a:extLst>
                  <a:ext uri="{FF2B5EF4-FFF2-40B4-BE49-F238E27FC236}">
                    <a16:creationId xmlns:a16="http://schemas.microsoft.com/office/drawing/2014/main" id="{9A0850AE-2C87-1658-7900-4A262FD12D2B}"/>
                  </a:ext>
                </a:extLst>
              </p:cNvPr>
              <p:cNvSpPr/>
              <p:nvPr/>
            </p:nvSpPr>
            <p:spPr>
              <a:xfrm>
                <a:off x="2325818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68">
                <a:extLst>
                  <a:ext uri="{FF2B5EF4-FFF2-40B4-BE49-F238E27FC236}">
                    <a16:creationId xmlns:a16="http://schemas.microsoft.com/office/drawing/2014/main" id="{EF09B883-AC76-37BF-7B93-336A442F339B}"/>
                  </a:ext>
                </a:extLst>
              </p:cNvPr>
              <p:cNvSpPr/>
              <p:nvPr/>
            </p:nvSpPr>
            <p:spPr>
              <a:xfrm>
                <a:off x="2396577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69">
                <a:extLst>
                  <a:ext uri="{FF2B5EF4-FFF2-40B4-BE49-F238E27FC236}">
                    <a16:creationId xmlns:a16="http://schemas.microsoft.com/office/drawing/2014/main" id="{619CE5BC-C5EF-4749-8945-022AC27C0118}"/>
                  </a:ext>
                </a:extLst>
              </p:cNvPr>
              <p:cNvSpPr/>
              <p:nvPr/>
            </p:nvSpPr>
            <p:spPr>
              <a:xfrm>
                <a:off x="2467335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70">
                <a:extLst>
                  <a:ext uri="{FF2B5EF4-FFF2-40B4-BE49-F238E27FC236}">
                    <a16:creationId xmlns:a16="http://schemas.microsoft.com/office/drawing/2014/main" id="{1CEF6AD5-B9C2-B8B4-464A-2EB5D62E8877}"/>
                  </a:ext>
                </a:extLst>
              </p:cNvPr>
              <p:cNvSpPr/>
              <p:nvPr/>
            </p:nvSpPr>
            <p:spPr>
              <a:xfrm>
                <a:off x="2538094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71">
                <a:extLst>
                  <a:ext uri="{FF2B5EF4-FFF2-40B4-BE49-F238E27FC236}">
                    <a16:creationId xmlns:a16="http://schemas.microsoft.com/office/drawing/2014/main" id="{EFCDB3A7-2D9B-A7E1-2633-80F65295B750}"/>
                  </a:ext>
                </a:extLst>
              </p:cNvPr>
              <p:cNvSpPr/>
              <p:nvPr/>
            </p:nvSpPr>
            <p:spPr>
              <a:xfrm>
                <a:off x="1760249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2">
                <a:extLst>
                  <a:ext uri="{FF2B5EF4-FFF2-40B4-BE49-F238E27FC236}">
                    <a16:creationId xmlns:a16="http://schemas.microsoft.com/office/drawing/2014/main" id="{EB754C0C-A6E0-EB49-1898-CED2466638B1}"/>
                  </a:ext>
                </a:extLst>
              </p:cNvPr>
              <p:cNvSpPr/>
              <p:nvPr/>
            </p:nvSpPr>
            <p:spPr>
              <a:xfrm>
                <a:off x="1831008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73">
                <a:extLst>
                  <a:ext uri="{FF2B5EF4-FFF2-40B4-BE49-F238E27FC236}">
                    <a16:creationId xmlns:a16="http://schemas.microsoft.com/office/drawing/2014/main" id="{0EA0258F-7242-BA32-3B2B-1C6453ACA510}"/>
                  </a:ext>
                </a:extLst>
              </p:cNvPr>
              <p:cNvSpPr/>
              <p:nvPr/>
            </p:nvSpPr>
            <p:spPr>
              <a:xfrm>
                <a:off x="1901766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74">
                <a:extLst>
                  <a:ext uri="{FF2B5EF4-FFF2-40B4-BE49-F238E27FC236}">
                    <a16:creationId xmlns:a16="http://schemas.microsoft.com/office/drawing/2014/main" id="{B13C4F0B-E3FB-E23B-A3F1-AA5B21A94385}"/>
                  </a:ext>
                </a:extLst>
              </p:cNvPr>
              <p:cNvSpPr/>
              <p:nvPr/>
            </p:nvSpPr>
            <p:spPr>
              <a:xfrm>
                <a:off x="1972525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5">
                <a:extLst>
                  <a:ext uri="{FF2B5EF4-FFF2-40B4-BE49-F238E27FC236}">
                    <a16:creationId xmlns:a16="http://schemas.microsoft.com/office/drawing/2014/main" id="{51F2A585-94CA-F35D-BA69-CFEB6614EB0F}"/>
                  </a:ext>
                </a:extLst>
              </p:cNvPr>
              <p:cNvSpPr/>
              <p:nvPr/>
            </p:nvSpPr>
            <p:spPr>
              <a:xfrm>
                <a:off x="2043284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6">
                <a:extLst>
                  <a:ext uri="{FF2B5EF4-FFF2-40B4-BE49-F238E27FC236}">
                    <a16:creationId xmlns:a16="http://schemas.microsoft.com/office/drawing/2014/main" id="{259E8F94-620C-409F-12FE-3AC7F41F774B}"/>
                  </a:ext>
                </a:extLst>
              </p:cNvPr>
              <p:cNvSpPr/>
              <p:nvPr/>
            </p:nvSpPr>
            <p:spPr>
              <a:xfrm>
                <a:off x="2184801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77">
                <a:extLst>
                  <a:ext uri="{FF2B5EF4-FFF2-40B4-BE49-F238E27FC236}">
                    <a16:creationId xmlns:a16="http://schemas.microsoft.com/office/drawing/2014/main" id="{31C75E4C-82FB-A4C8-6CDC-3E544278F812}"/>
                  </a:ext>
                </a:extLst>
              </p:cNvPr>
              <p:cNvSpPr/>
              <p:nvPr/>
            </p:nvSpPr>
            <p:spPr>
              <a:xfrm>
                <a:off x="2114043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78">
                <a:extLst>
                  <a:ext uri="{FF2B5EF4-FFF2-40B4-BE49-F238E27FC236}">
                    <a16:creationId xmlns:a16="http://schemas.microsoft.com/office/drawing/2014/main" id="{A9890F6B-0A16-DEEE-4B36-4C3D728432B4}"/>
                  </a:ext>
                </a:extLst>
              </p:cNvPr>
              <p:cNvSpPr/>
              <p:nvPr/>
            </p:nvSpPr>
            <p:spPr>
              <a:xfrm>
                <a:off x="2255560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0" name="object 79">
                <a:extLst>
                  <a:ext uri="{FF2B5EF4-FFF2-40B4-BE49-F238E27FC236}">
                    <a16:creationId xmlns:a16="http://schemas.microsoft.com/office/drawing/2014/main" id="{17C4739D-597D-E5B7-FEF8-1C84F3E34962}"/>
                  </a:ext>
                </a:extLst>
              </p:cNvPr>
              <p:cNvSpPr/>
              <p:nvPr/>
            </p:nvSpPr>
            <p:spPr>
              <a:xfrm>
                <a:off x="2326319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80">
                <a:extLst>
                  <a:ext uri="{FF2B5EF4-FFF2-40B4-BE49-F238E27FC236}">
                    <a16:creationId xmlns:a16="http://schemas.microsoft.com/office/drawing/2014/main" id="{A7F5F232-03F8-9AEF-BA62-E10F22EDB28A}"/>
                  </a:ext>
                </a:extLst>
              </p:cNvPr>
              <p:cNvSpPr/>
              <p:nvPr/>
            </p:nvSpPr>
            <p:spPr>
              <a:xfrm>
                <a:off x="2397077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81">
                <a:extLst>
                  <a:ext uri="{FF2B5EF4-FFF2-40B4-BE49-F238E27FC236}">
                    <a16:creationId xmlns:a16="http://schemas.microsoft.com/office/drawing/2014/main" id="{005A7E74-E98A-659B-FC16-F0F720831F76}"/>
                  </a:ext>
                </a:extLst>
              </p:cNvPr>
              <p:cNvSpPr/>
              <p:nvPr/>
            </p:nvSpPr>
            <p:spPr>
              <a:xfrm>
                <a:off x="2467835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82">
                <a:extLst>
                  <a:ext uri="{FF2B5EF4-FFF2-40B4-BE49-F238E27FC236}">
                    <a16:creationId xmlns:a16="http://schemas.microsoft.com/office/drawing/2014/main" id="{B0FF145A-C859-983A-7701-071DCCC401D9}"/>
                  </a:ext>
                </a:extLst>
              </p:cNvPr>
              <p:cNvSpPr/>
              <p:nvPr/>
            </p:nvSpPr>
            <p:spPr>
              <a:xfrm>
                <a:off x="2538594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83">
                <a:extLst>
                  <a:ext uri="{FF2B5EF4-FFF2-40B4-BE49-F238E27FC236}">
                    <a16:creationId xmlns:a16="http://schemas.microsoft.com/office/drawing/2014/main" id="{2D867437-979B-7914-B158-B199668707CE}"/>
                  </a:ext>
                </a:extLst>
              </p:cNvPr>
              <p:cNvSpPr/>
              <p:nvPr/>
            </p:nvSpPr>
            <p:spPr>
              <a:xfrm>
                <a:off x="1776121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4">
                <a:extLst>
                  <a:ext uri="{FF2B5EF4-FFF2-40B4-BE49-F238E27FC236}">
                    <a16:creationId xmlns:a16="http://schemas.microsoft.com/office/drawing/2014/main" id="{F0FEF983-72DA-7E8F-1504-C57DB993FC05}"/>
                  </a:ext>
                </a:extLst>
              </p:cNvPr>
              <p:cNvSpPr/>
              <p:nvPr/>
            </p:nvSpPr>
            <p:spPr>
              <a:xfrm>
                <a:off x="1846517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85">
                <a:extLst>
                  <a:ext uri="{FF2B5EF4-FFF2-40B4-BE49-F238E27FC236}">
                    <a16:creationId xmlns:a16="http://schemas.microsoft.com/office/drawing/2014/main" id="{729C977F-C165-CB46-EA53-36D41E7FF65F}"/>
                  </a:ext>
                </a:extLst>
              </p:cNvPr>
              <p:cNvSpPr/>
              <p:nvPr/>
            </p:nvSpPr>
            <p:spPr>
              <a:xfrm>
                <a:off x="1916911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86">
                <a:extLst>
                  <a:ext uri="{FF2B5EF4-FFF2-40B4-BE49-F238E27FC236}">
                    <a16:creationId xmlns:a16="http://schemas.microsoft.com/office/drawing/2014/main" id="{9D91D316-FCD5-A20A-C08E-9A1C74F1AA01}"/>
                  </a:ext>
                </a:extLst>
              </p:cNvPr>
              <p:cNvSpPr/>
              <p:nvPr/>
            </p:nvSpPr>
            <p:spPr>
              <a:xfrm>
                <a:off x="1987307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87">
                <a:extLst>
                  <a:ext uri="{FF2B5EF4-FFF2-40B4-BE49-F238E27FC236}">
                    <a16:creationId xmlns:a16="http://schemas.microsoft.com/office/drawing/2014/main" id="{7B5581CB-25A8-A33F-C036-346D6CA8C179}"/>
                  </a:ext>
                </a:extLst>
              </p:cNvPr>
              <p:cNvSpPr/>
              <p:nvPr/>
            </p:nvSpPr>
            <p:spPr>
              <a:xfrm>
                <a:off x="2057702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" name="object 88">
                <a:extLst>
                  <a:ext uri="{FF2B5EF4-FFF2-40B4-BE49-F238E27FC236}">
                    <a16:creationId xmlns:a16="http://schemas.microsoft.com/office/drawing/2014/main" id="{FB29981E-66A8-ABAB-96B6-EE212F8311C1}"/>
                  </a:ext>
                </a:extLst>
              </p:cNvPr>
              <p:cNvSpPr/>
              <p:nvPr/>
            </p:nvSpPr>
            <p:spPr>
              <a:xfrm>
                <a:off x="2128097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" name="object 89">
                <a:extLst>
                  <a:ext uri="{FF2B5EF4-FFF2-40B4-BE49-F238E27FC236}">
                    <a16:creationId xmlns:a16="http://schemas.microsoft.com/office/drawing/2014/main" id="{5583D35D-F76E-D0FA-FE82-12751D90D191}"/>
                  </a:ext>
                </a:extLst>
              </p:cNvPr>
              <p:cNvSpPr/>
              <p:nvPr/>
            </p:nvSpPr>
            <p:spPr>
              <a:xfrm>
                <a:off x="2198492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" name="object 90">
                <a:extLst>
                  <a:ext uri="{FF2B5EF4-FFF2-40B4-BE49-F238E27FC236}">
                    <a16:creationId xmlns:a16="http://schemas.microsoft.com/office/drawing/2014/main" id="{7E9B1A97-BF59-2A50-9F83-CF81A1686CA2}"/>
                  </a:ext>
                </a:extLst>
              </p:cNvPr>
              <p:cNvSpPr/>
              <p:nvPr/>
            </p:nvSpPr>
            <p:spPr>
              <a:xfrm>
                <a:off x="2268887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91">
                <a:extLst>
                  <a:ext uri="{FF2B5EF4-FFF2-40B4-BE49-F238E27FC236}">
                    <a16:creationId xmlns:a16="http://schemas.microsoft.com/office/drawing/2014/main" id="{FBB51D1A-39D9-83A4-99B3-E81D2D0F25F1}"/>
                  </a:ext>
                </a:extLst>
              </p:cNvPr>
              <p:cNvSpPr/>
              <p:nvPr/>
            </p:nvSpPr>
            <p:spPr>
              <a:xfrm>
                <a:off x="2339282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92">
                <a:extLst>
                  <a:ext uri="{FF2B5EF4-FFF2-40B4-BE49-F238E27FC236}">
                    <a16:creationId xmlns:a16="http://schemas.microsoft.com/office/drawing/2014/main" id="{793DA1A9-F2BC-9537-3FD8-CB35A699FD71}"/>
                  </a:ext>
                </a:extLst>
              </p:cNvPr>
              <p:cNvSpPr/>
              <p:nvPr/>
            </p:nvSpPr>
            <p:spPr>
              <a:xfrm>
                <a:off x="2409677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93">
                <a:extLst>
                  <a:ext uri="{FF2B5EF4-FFF2-40B4-BE49-F238E27FC236}">
                    <a16:creationId xmlns:a16="http://schemas.microsoft.com/office/drawing/2014/main" id="{A830E4FA-AE27-AADF-8A30-2090B7984E07}"/>
                  </a:ext>
                </a:extLst>
              </p:cNvPr>
              <p:cNvSpPr/>
              <p:nvPr/>
            </p:nvSpPr>
            <p:spPr>
              <a:xfrm>
                <a:off x="2480072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94">
                <a:extLst>
                  <a:ext uri="{FF2B5EF4-FFF2-40B4-BE49-F238E27FC236}">
                    <a16:creationId xmlns:a16="http://schemas.microsoft.com/office/drawing/2014/main" id="{357B5B17-79DD-F6D7-1D58-51F9CBB659B5}"/>
                  </a:ext>
                </a:extLst>
              </p:cNvPr>
              <p:cNvSpPr/>
              <p:nvPr/>
            </p:nvSpPr>
            <p:spPr>
              <a:xfrm>
                <a:off x="2550466" y="3994956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95">
                <a:extLst>
                  <a:ext uri="{FF2B5EF4-FFF2-40B4-BE49-F238E27FC236}">
                    <a16:creationId xmlns:a16="http://schemas.microsoft.com/office/drawing/2014/main" id="{F4C5C742-8A00-3523-131D-5A64AD679237}"/>
                  </a:ext>
                </a:extLst>
              </p:cNvPr>
              <p:cNvSpPr/>
              <p:nvPr/>
            </p:nvSpPr>
            <p:spPr>
              <a:xfrm>
                <a:off x="1773122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96">
                <a:extLst>
                  <a:ext uri="{FF2B5EF4-FFF2-40B4-BE49-F238E27FC236}">
                    <a16:creationId xmlns:a16="http://schemas.microsoft.com/office/drawing/2014/main" id="{49509332-8AF6-8108-01F6-2DA95A862370}"/>
                  </a:ext>
                </a:extLst>
              </p:cNvPr>
              <p:cNvSpPr/>
              <p:nvPr/>
            </p:nvSpPr>
            <p:spPr>
              <a:xfrm>
                <a:off x="1843880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97">
                <a:extLst>
                  <a:ext uri="{FF2B5EF4-FFF2-40B4-BE49-F238E27FC236}">
                    <a16:creationId xmlns:a16="http://schemas.microsoft.com/office/drawing/2014/main" id="{0656404F-323C-ED10-11E0-D11EA0EC3760}"/>
                  </a:ext>
                </a:extLst>
              </p:cNvPr>
              <p:cNvSpPr/>
              <p:nvPr/>
            </p:nvSpPr>
            <p:spPr>
              <a:xfrm>
                <a:off x="1914639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98">
                <a:extLst>
                  <a:ext uri="{FF2B5EF4-FFF2-40B4-BE49-F238E27FC236}">
                    <a16:creationId xmlns:a16="http://schemas.microsoft.com/office/drawing/2014/main" id="{D9B4F582-DD2F-FEBA-0617-A17F7F6F85C8}"/>
                  </a:ext>
                </a:extLst>
              </p:cNvPr>
              <p:cNvSpPr/>
              <p:nvPr/>
            </p:nvSpPr>
            <p:spPr>
              <a:xfrm>
                <a:off x="1985626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99">
                <a:extLst>
                  <a:ext uri="{FF2B5EF4-FFF2-40B4-BE49-F238E27FC236}">
                    <a16:creationId xmlns:a16="http://schemas.microsoft.com/office/drawing/2014/main" id="{8FDA9517-1EC4-2486-7CEE-D943706F93A8}"/>
                  </a:ext>
                </a:extLst>
              </p:cNvPr>
              <p:cNvSpPr/>
              <p:nvPr/>
            </p:nvSpPr>
            <p:spPr>
              <a:xfrm>
                <a:off x="2056384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100">
                <a:extLst>
                  <a:ext uri="{FF2B5EF4-FFF2-40B4-BE49-F238E27FC236}">
                    <a16:creationId xmlns:a16="http://schemas.microsoft.com/office/drawing/2014/main" id="{08D34557-A6AD-B898-8F12-F3462DCA4B29}"/>
                  </a:ext>
                </a:extLst>
              </p:cNvPr>
              <p:cNvSpPr/>
              <p:nvPr/>
            </p:nvSpPr>
            <p:spPr>
              <a:xfrm>
                <a:off x="2127143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101">
                <a:extLst>
                  <a:ext uri="{FF2B5EF4-FFF2-40B4-BE49-F238E27FC236}">
                    <a16:creationId xmlns:a16="http://schemas.microsoft.com/office/drawing/2014/main" id="{FE95593B-FC9A-C35B-936C-4152EB7A7E73}"/>
                  </a:ext>
                </a:extLst>
              </p:cNvPr>
              <p:cNvSpPr/>
              <p:nvPr/>
            </p:nvSpPr>
            <p:spPr>
              <a:xfrm>
                <a:off x="2196682" y="3998873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102">
                <a:extLst>
                  <a:ext uri="{FF2B5EF4-FFF2-40B4-BE49-F238E27FC236}">
                    <a16:creationId xmlns:a16="http://schemas.microsoft.com/office/drawing/2014/main" id="{97E9AC09-F1AE-2C6C-A7E7-145BFDBBAAD5}"/>
                  </a:ext>
                </a:extLst>
              </p:cNvPr>
              <p:cNvSpPr/>
              <p:nvPr/>
            </p:nvSpPr>
            <p:spPr>
              <a:xfrm>
                <a:off x="2267441" y="3998873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103">
                <a:extLst>
                  <a:ext uri="{FF2B5EF4-FFF2-40B4-BE49-F238E27FC236}">
                    <a16:creationId xmlns:a16="http://schemas.microsoft.com/office/drawing/2014/main" id="{29A187CB-1060-FEA2-FF52-16935523D5C6}"/>
                  </a:ext>
                </a:extLst>
              </p:cNvPr>
              <p:cNvSpPr/>
              <p:nvPr/>
            </p:nvSpPr>
            <p:spPr>
              <a:xfrm>
                <a:off x="2338199" y="3998873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104">
                <a:extLst>
                  <a:ext uri="{FF2B5EF4-FFF2-40B4-BE49-F238E27FC236}">
                    <a16:creationId xmlns:a16="http://schemas.microsoft.com/office/drawing/2014/main" id="{D1521460-C29F-C6DB-1A1F-D6C39ED947DE}"/>
                  </a:ext>
                </a:extLst>
              </p:cNvPr>
              <p:cNvSpPr/>
              <p:nvPr/>
            </p:nvSpPr>
            <p:spPr>
              <a:xfrm>
                <a:off x="2409950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105">
                <a:extLst>
                  <a:ext uri="{FF2B5EF4-FFF2-40B4-BE49-F238E27FC236}">
                    <a16:creationId xmlns:a16="http://schemas.microsoft.com/office/drawing/2014/main" id="{12544660-9851-38D7-3914-F2724468063D}"/>
                  </a:ext>
                </a:extLst>
              </p:cNvPr>
              <p:cNvSpPr/>
              <p:nvPr/>
            </p:nvSpPr>
            <p:spPr>
              <a:xfrm>
                <a:off x="1773622" y="3994956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106">
                <a:extLst>
                  <a:ext uri="{FF2B5EF4-FFF2-40B4-BE49-F238E27FC236}">
                    <a16:creationId xmlns:a16="http://schemas.microsoft.com/office/drawing/2014/main" id="{55D8463C-9A69-A8EA-A98B-398797E22EE0}"/>
                  </a:ext>
                </a:extLst>
              </p:cNvPr>
              <p:cNvSpPr/>
              <p:nvPr/>
            </p:nvSpPr>
            <p:spPr>
              <a:xfrm>
                <a:off x="1844381" y="3994956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107">
                <a:extLst>
                  <a:ext uri="{FF2B5EF4-FFF2-40B4-BE49-F238E27FC236}">
                    <a16:creationId xmlns:a16="http://schemas.microsoft.com/office/drawing/2014/main" id="{9AC9F8D1-9AB1-D7FC-3DD2-8818B1149876}"/>
                  </a:ext>
                </a:extLst>
              </p:cNvPr>
              <p:cNvSpPr/>
              <p:nvPr/>
            </p:nvSpPr>
            <p:spPr>
              <a:xfrm>
                <a:off x="1915139" y="3994956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08">
                <a:extLst>
                  <a:ext uri="{FF2B5EF4-FFF2-40B4-BE49-F238E27FC236}">
                    <a16:creationId xmlns:a16="http://schemas.microsoft.com/office/drawing/2014/main" id="{A0E3AFE2-70E4-5F09-66E9-0AA7AC98116D}"/>
                  </a:ext>
                </a:extLst>
              </p:cNvPr>
              <p:cNvSpPr/>
              <p:nvPr/>
            </p:nvSpPr>
            <p:spPr>
              <a:xfrm>
                <a:off x="1990110" y="399809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09">
                <a:extLst>
                  <a:ext uri="{FF2B5EF4-FFF2-40B4-BE49-F238E27FC236}">
                    <a16:creationId xmlns:a16="http://schemas.microsoft.com/office/drawing/2014/main" id="{792DCBA0-D0EB-CE76-A6EC-2BE0E581EA00}"/>
                  </a:ext>
                </a:extLst>
              </p:cNvPr>
              <p:cNvSpPr/>
              <p:nvPr/>
            </p:nvSpPr>
            <p:spPr>
              <a:xfrm>
                <a:off x="2060869" y="399809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110">
                <a:extLst>
                  <a:ext uri="{FF2B5EF4-FFF2-40B4-BE49-F238E27FC236}">
                    <a16:creationId xmlns:a16="http://schemas.microsoft.com/office/drawing/2014/main" id="{E328717B-ADC5-6AE5-761E-1990F656A86F}"/>
                  </a:ext>
                </a:extLst>
              </p:cNvPr>
              <p:cNvSpPr/>
              <p:nvPr/>
            </p:nvSpPr>
            <p:spPr>
              <a:xfrm>
                <a:off x="2131627" y="399809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2" name="object 111">
                <a:extLst>
                  <a:ext uri="{FF2B5EF4-FFF2-40B4-BE49-F238E27FC236}">
                    <a16:creationId xmlns:a16="http://schemas.microsoft.com/office/drawing/2014/main" id="{BF775B85-8C4B-B401-B7B4-8497B570B855}"/>
                  </a:ext>
                </a:extLst>
              </p:cNvPr>
              <p:cNvSpPr/>
              <p:nvPr/>
            </p:nvSpPr>
            <p:spPr>
              <a:xfrm>
                <a:off x="2199976" y="3998602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3" name="object 112">
                <a:extLst>
                  <a:ext uri="{FF2B5EF4-FFF2-40B4-BE49-F238E27FC236}">
                    <a16:creationId xmlns:a16="http://schemas.microsoft.com/office/drawing/2014/main" id="{4D53E173-B775-E4AC-8E43-1511A80A4DBA}"/>
                  </a:ext>
                </a:extLst>
              </p:cNvPr>
              <p:cNvSpPr/>
              <p:nvPr/>
            </p:nvSpPr>
            <p:spPr>
              <a:xfrm>
                <a:off x="2270734" y="3998602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4" name="object 113">
                <a:extLst>
                  <a:ext uri="{FF2B5EF4-FFF2-40B4-BE49-F238E27FC236}">
                    <a16:creationId xmlns:a16="http://schemas.microsoft.com/office/drawing/2014/main" id="{874F2F57-DF32-F9AB-151F-BC93CA778ADB}"/>
                  </a:ext>
                </a:extLst>
              </p:cNvPr>
              <p:cNvSpPr/>
              <p:nvPr/>
            </p:nvSpPr>
            <p:spPr>
              <a:xfrm>
                <a:off x="2341493" y="3998602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114">
                <a:extLst>
                  <a:ext uri="{FF2B5EF4-FFF2-40B4-BE49-F238E27FC236}">
                    <a16:creationId xmlns:a16="http://schemas.microsoft.com/office/drawing/2014/main" id="{AD4D68F5-28EB-A43D-CC31-BBF60A15303D}"/>
                  </a:ext>
                </a:extLst>
              </p:cNvPr>
              <p:cNvSpPr/>
              <p:nvPr/>
            </p:nvSpPr>
            <p:spPr>
              <a:xfrm>
                <a:off x="2410450" y="3994956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16" name="object 115">
              <a:extLst>
                <a:ext uri="{FF2B5EF4-FFF2-40B4-BE49-F238E27FC236}">
                  <a16:creationId xmlns:a16="http://schemas.microsoft.com/office/drawing/2014/main" id="{5E3766FA-93F3-8533-BA85-77453656496C}"/>
                </a:ext>
              </a:extLst>
            </p:cNvPr>
            <p:cNvGrpSpPr/>
            <p:nvPr/>
          </p:nvGrpSpPr>
          <p:grpSpPr>
            <a:xfrm>
              <a:off x="3907533" y="3963687"/>
              <a:ext cx="808990" cy="315595"/>
              <a:chOff x="3907533" y="3963687"/>
              <a:chExt cx="808990" cy="315595"/>
            </a:xfrm>
          </p:grpSpPr>
          <p:sp>
            <p:nvSpPr>
              <p:cNvPr id="117" name="object 116">
                <a:extLst>
                  <a:ext uri="{FF2B5EF4-FFF2-40B4-BE49-F238E27FC236}">
                    <a16:creationId xmlns:a16="http://schemas.microsoft.com/office/drawing/2014/main" id="{0B382902-4B5F-6593-1563-4846EEA0370A}"/>
                  </a:ext>
                </a:extLst>
              </p:cNvPr>
              <p:cNvSpPr/>
              <p:nvPr/>
            </p:nvSpPr>
            <p:spPr>
              <a:xfrm>
                <a:off x="3909105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8" name="object 117">
                <a:extLst>
                  <a:ext uri="{FF2B5EF4-FFF2-40B4-BE49-F238E27FC236}">
                    <a16:creationId xmlns:a16="http://schemas.microsoft.com/office/drawing/2014/main" id="{5BE10783-B02F-708E-2718-3FE08D39FD8E}"/>
                  </a:ext>
                </a:extLst>
              </p:cNvPr>
              <p:cNvSpPr/>
              <p:nvPr/>
            </p:nvSpPr>
            <p:spPr>
              <a:xfrm>
                <a:off x="3979864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9" name="object 118">
                <a:extLst>
                  <a:ext uri="{FF2B5EF4-FFF2-40B4-BE49-F238E27FC236}">
                    <a16:creationId xmlns:a16="http://schemas.microsoft.com/office/drawing/2014/main" id="{5EF0BD15-C35B-B399-60E8-68F2B7367717}"/>
                  </a:ext>
                </a:extLst>
              </p:cNvPr>
              <p:cNvSpPr/>
              <p:nvPr/>
            </p:nvSpPr>
            <p:spPr>
              <a:xfrm>
                <a:off x="4050623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119">
                <a:extLst>
                  <a:ext uri="{FF2B5EF4-FFF2-40B4-BE49-F238E27FC236}">
                    <a16:creationId xmlns:a16="http://schemas.microsoft.com/office/drawing/2014/main" id="{D3D7703A-8022-B83E-C053-01066FFA2D61}"/>
                  </a:ext>
                </a:extLst>
              </p:cNvPr>
              <p:cNvSpPr/>
              <p:nvPr/>
            </p:nvSpPr>
            <p:spPr>
              <a:xfrm>
                <a:off x="4121381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120">
                <a:extLst>
                  <a:ext uri="{FF2B5EF4-FFF2-40B4-BE49-F238E27FC236}">
                    <a16:creationId xmlns:a16="http://schemas.microsoft.com/office/drawing/2014/main" id="{8B9D2474-8EBC-57FB-14E1-FA381E7CF8CA}"/>
                  </a:ext>
                </a:extLst>
              </p:cNvPr>
              <p:cNvSpPr/>
              <p:nvPr/>
            </p:nvSpPr>
            <p:spPr>
              <a:xfrm>
                <a:off x="4192140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2" name="object 121">
                <a:extLst>
                  <a:ext uri="{FF2B5EF4-FFF2-40B4-BE49-F238E27FC236}">
                    <a16:creationId xmlns:a16="http://schemas.microsoft.com/office/drawing/2014/main" id="{2D5AF7A5-DF78-32FD-1A43-1621708C4D5C}"/>
                  </a:ext>
                </a:extLst>
              </p:cNvPr>
              <p:cNvSpPr/>
              <p:nvPr/>
            </p:nvSpPr>
            <p:spPr>
              <a:xfrm>
                <a:off x="4333657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3" name="object 122">
                <a:extLst>
                  <a:ext uri="{FF2B5EF4-FFF2-40B4-BE49-F238E27FC236}">
                    <a16:creationId xmlns:a16="http://schemas.microsoft.com/office/drawing/2014/main" id="{8C1CE33F-FC7B-4795-307D-0D99C99FC14E}"/>
                  </a:ext>
                </a:extLst>
              </p:cNvPr>
              <p:cNvSpPr/>
              <p:nvPr/>
            </p:nvSpPr>
            <p:spPr>
              <a:xfrm>
                <a:off x="4262898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4" name="object 123">
                <a:extLst>
                  <a:ext uri="{FF2B5EF4-FFF2-40B4-BE49-F238E27FC236}">
                    <a16:creationId xmlns:a16="http://schemas.microsoft.com/office/drawing/2014/main" id="{AE570F9A-24B6-8204-5A36-E361CD20D406}"/>
                  </a:ext>
                </a:extLst>
              </p:cNvPr>
              <p:cNvSpPr/>
              <p:nvPr/>
            </p:nvSpPr>
            <p:spPr>
              <a:xfrm>
                <a:off x="4404416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124">
                <a:extLst>
                  <a:ext uri="{FF2B5EF4-FFF2-40B4-BE49-F238E27FC236}">
                    <a16:creationId xmlns:a16="http://schemas.microsoft.com/office/drawing/2014/main" id="{718FAE59-A8E0-92A3-0559-21CC4A4EFD48}"/>
                  </a:ext>
                </a:extLst>
              </p:cNvPr>
              <p:cNvSpPr/>
              <p:nvPr/>
            </p:nvSpPr>
            <p:spPr>
              <a:xfrm>
                <a:off x="4475175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125">
                <a:extLst>
                  <a:ext uri="{FF2B5EF4-FFF2-40B4-BE49-F238E27FC236}">
                    <a16:creationId xmlns:a16="http://schemas.microsoft.com/office/drawing/2014/main" id="{2EF8D3F4-BFD9-872F-753F-C100E948CC52}"/>
                  </a:ext>
                </a:extLst>
              </p:cNvPr>
              <p:cNvSpPr/>
              <p:nvPr/>
            </p:nvSpPr>
            <p:spPr>
              <a:xfrm>
                <a:off x="4545933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126">
                <a:extLst>
                  <a:ext uri="{FF2B5EF4-FFF2-40B4-BE49-F238E27FC236}">
                    <a16:creationId xmlns:a16="http://schemas.microsoft.com/office/drawing/2014/main" id="{38DBBB24-0F42-F769-D528-41A7AC17DCAD}"/>
                  </a:ext>
                </a:extLst>
              </p:cNvPr>
              <p:cNvSpPr/>
              <p:nvPr/>
            </p:nvSpPr>
            <p:spPr>
              <a:xfrm>
                <a:off x="4616692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8" name="object 127">
                <a:extLst>
                  <a:ext uri="{FF2B5EF4-FFF2-40B4-BE49-F238E27FC236}">
                    <a16:creationId xmlns:a16="http://schemas.microsoft.com/office/drawing/2014/main" id="{0290BB10-885A-E127-29A0-B66231E29CF3}"/>
                  </a:ext>
                </a:extLst>
              </p:cNvPr>
              <p:cNvSpPr/>
              <p:nvPr/>
            </p:nvSpPr>
            <p:spPr>
              <a:xfrm>
                <a:off x="4687451" y="3965259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9" name="object 128">
                <a:extLst>
                  <a:ext uri="{FF2B5EF4-FFF2-40B4-BE49-F238E27FC236}">
                    <a16:creationId xmlns:a16="http://schemas.microsoft.com/office/drawing/2014/main" id="{9295BD65-C598-B173-8FD0-364092587A53}"/>
                  </a:ext>
                </a:extLst>
              </p:cNvPr>
              <p:cNvSpPr/>
              <p:nvPr/>
            </p:nvSpPr>
            <p:spPr>
              <a:xfrm>
                <a:off x="3909606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0" name="object 129">
                <a:extLst>
                  <a:ext uri="{FF2B5EF4-FFF2-40B4-BE49-F238E27FC236}">
                    <a16:creationId xmlns:a16="http://schemas.microsoft.com/office/drawing/2014/main" id="{05DACC29-8597-374F-AA92-391FB4D879A3}"/>
                  </a:ext>
                </a:extLst>
              </p:cNvPr>
              <p:cNvSpPr/>
              <p:nvPr/>
            </p:nvSpPr>
            <p:spPr>
              <a:xfrm>
                <a:off x="3980364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1" name="object 130">
                <a:extLst>
                  <a:ext uri="{FF2B5EF4-FFF2-40B4-BE49-F238E27FC236}">
                    <a16:creationId xmlns:a16="http://schemas.microsoft.com/office/drawing/2014/main" id="{24C08269-194D-4EC6-E4F6-26EECA196CF3}"/>
                  </a:ext>
                </a:extLst>
              </p:cNvPr>
              <p:cNvSpPr/>
              <p:nvPr/>
            </p:nvSpPr>
            <p:spPr>
              <a:xfrm>
                <a:off x="4051123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2" name="object 131">
                <a:extLst>
                  <a:ext uri="{FF2B5EF4-FFF2-40B4-BE49-F238E27FC236}">
                    <a16:creationId xmlns:a16="http://schemas.microsoft.com/office/drawing/2014/main" id="{BBC3551A-1D02-1A86-7685-29EFCF5DBFD2}"/>
                  </a:ext>
                </a:extLst>
              </p:cNvPr>
              <p:cNvSpPr/>
              <p:nvPr/>
            </p:nvSpPr>
            <p:spPr>
              <a:xfrm>
                <a:off x="4121881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3" name="object 132">
                <a:extLst>
                  <a:ext uri="{FF2B5EF4-FFF2-40B4-BE49-F238E27FC236}">
                    <a16:creationId xmlns:a16="http://schemas.microsoft.com/office/drawing/2014/main" id="{1EE9B257-22A9-AE52-A821-91BB8789D1B2}"/>
                  </a:ext>
                </a:extLst>
              </p:cNvPr>
              <p:cNvSpPr/>
              <p:nvPr/>
            </p:nvSpPr>
            <p:spPr>
              <a:xfrm>
                <a:off x="4192640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4" name="object 133">
                <a:extLst>
                  <a:ext uri="{FF2B5EF4-FFF2-40B4-BE49-F238E27FC236}">
                    <a16:creationId xmlns:a16="http://schemas.microsoft.com/office/drawing/2014/main" id="{EB7C51CD-F034-93A7-F1DE-C2F7CACE5ECF}"/>
                  </a:ext>
                </a:extLst>
              </p:cNvPr>
              <p:cNvSpPr/>
              <p:nvPr/>
            </p:nvSpPr>
            <p:spPr>
              <a:xfrm>
                <a:off x="4334157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5" name="object 134">
                <a:extLst>
                  <a:ext uri="{FF2B5EF4-FFF2-40B4-BE49-F238E27FC236}">
                    <a16:creationId xmlns:a16="http://schemas.microsoft.com/office/drawing/2014/main" id="{0DD2AABE-8BC7-41D9-5DAA-701FFE86A822}"/>
                  </a:ext>
                </a:extLst>
              </p:cNvPr>
              <p:cNvSpPr/>
              <p:nvPr/>
            </p:nvSpPr>
            <p:spPr>
              <a:xfrm>
                <a:off x="4263399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135">
                <a:extLst>
                  <a:ext uri="{FF2B5EF4-FFF2-40B4-BE49-F238E27FC236}">
                    <a16:creationId xmlns:a16="http://schemas.microsoft.com/office/drawing/2014/main" id="{F8421265-ECEE-3783-B97E-9AD958894CF1}"/>
                  </a:ext>
                </a:extLst>
              </p:cNvPr>
              <p:cNvSpPr/>
              <p:nvPr/>
            </p:nvSpPr>
            <p:spPr>
              <a:xfrm>
                <a:off x="4404916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7" name="object 136">
                <a:extLst>
                  <a:ext uri="{FF2B5EF4-FFF2-40B4-BE49-F238E27FC236}">
                    <a16:creationId xmlns:a16="http://schemas.microsoft.com/office/drawing/2014/main" id="{5B92230F-7F70-EF28-CEDC-A90D1E9ADE2D}"/>
                  </a:ext>
                </a:extLst>
              </p:cNvPr>
              <p:cNvSpPr/>
              <p:nvPr/>
            </p:nvSpPr>
            <p:spPr>
              <a:xfrm>
                <a:off x="4475675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8" name="object 137">
                <a:extLst>
                  <a:ext uri="{FF2B5EF4-FFF2-40B4-BE49-F238E27FC236}">
                    <a16:creationId xmlns:a16="http://schemas.microsoft.com/office/drawing/2014/main" id="{69EBCA63-8287-E9A0-0B22-87076B5919D5}"/>
                  </a:ext>
                </a:extLst>
              </p:cNvPr>
              <p:cNvSpPr/>
              <p:nvPr/>
            </p:nvSpPr>
            <p:spPr>
              <a:xfrm>
                <a:off x="4546434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9" name="object 138">
                <a:extLst>
                  <a:ext uri="{FF2B5EF4-FFF2-40B4-BE49-F238E27FC236}">
                    <a16:creationId xmlns:a16="http://schemas.microsoft.com/office/drawing/2014/main" id="{58E6D860-6E95-104F-6D68-D17D13EF35AD}"/>
                  </a:ext>
                </a:extLst>
              </p:cNvPr>
              <p:cNvSpPr/>
              <p:nvPr/>
            </p:nvSpPr>
            <p:spPr>
              <a:xfrm>
                <a:off x="4617192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0" name="object 139">
                <a:extLst>
                  <a:ext uri="{FF2B5EF4-FFF2-40B4-BE49-F238E27FC236}">
                    <a16:creationId xmlns:a16="http://schemas.microsoft.com/office/drawing/2014/main" id="{8AD85CDF-D69A-3034-9056-EA7CB508EFE3}"/>
                  </a:ext>
                </a:extLst>
              </p:cNvPr>
              <p:cNvSpPr/>
              <p:nvPr/>
            </p:nvSpPr>
            <p:spPr>
              <a:xfrm>
                <a:off x="4687951" y="4250695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1" name="object 140">
                <a:extLst>
                  <a:ext uri="{FF2B5EF4-FFF2-40B4-BE49-F238E27FC236}">
                    <a16:creationId xmlns:a16="http://schemas.microsoft.com/office/drawing/2014/main" id="{663C27A0-5798-5C5F-23B6-244EDF0DC569}"/>
                  </a:ext>
                </a:extLst>
              </p:cNvPr>
              <p:cNvSpPr/>
              <p:nvPr/>
            </p:nvSpPr>
            <p:spPr>
              <a:xfrm>
                <a:off x="3993237" y="3992004"/>
                <a:ext cx="7048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259079">
                    <a:moveTo>
                      <a:pt x="0" y="0"/>
                    </a:moveTo>
                    <a:lnTo>
                      <a:pt x="500" y="258690"/>
                    </a:lnTo>
                  </a:path>
                  <a:path w="70485" h="259079">
                    <a:moveTo>
                      <a:pt x="0" y="0"/>
                    </a:moveTo>
                    <a:lnTo>
                      <a:pt x="70258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2" name="object 141">
                <a:extLst>
                  <a:ext uri="{FF2B5EF4-FFF2-40B4-BE49-F238E27FC236}">
                    <a16:creationId xmlns:a16="http://schemas.microsoft.com/office/drawing/2014/main" id="{7B474770-1B1A-2779-E1F3-7255DD570682}"/>
                  </a:ext>
                </a:extLst>
              </p:cNvPr>
              <p:cNvSpPr/>
              <p:nvPr/>
            </p:nvSpPr>
            <p:spPr>
              <a:xfrm>
                <a:off x="3931934" y="3988088"/>
                <a:ext cx="19431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94310" h="266700">
                    <a:moveTo>
                      <a:pt x="0" y="0"/>
                    </a:moveTo>
                    <a:lnTo>
                      <a:pt x="193863" y="266523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3" name="object 142">
                <a:extLst>
                  <a:ext uri="{FF2B5EF4-FFF2-40B4-BE49-F238E27FC236}">
                    <a16:creationId xmlns:a16="http://schemas.microsoft.com/office/drawing/2014/main" id="{4662C8FA-414D-C4E3-5AEA-277B7055277D}"/>
                  </a:ext>
                </a:extLst>
              </p:cNvPr>
              <p:cNvSpPr/>
              <p:nvPr/>
            </p:nvSpPr>
            <p:spPr>
              <a:xfrm>
                <a:off x="4125798" y="3992004"/>
                <a:ext cx="57531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575310" h="262889">
                    <a:moveTo>
                      <a:pt x="575024" y="0"/>
                    </a:moveTo>
                    <a:lnTo>
                      <a:pt x="0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143">
                <a:extLst>
                  <a:ext uri="{FF2B5EF4-FFF2-40B4-BE49-F238E27FC236}">
                    <a16:creationId xmlns:a16="http://schemas.microsoft.com/office/drawing/2014/main" id="{671B6C01-D152-CAC4-C211-C3DEF87B80D6}"/>
                  </a:ext>
                </a:extLst>
              </p:cNvPr>
              <p:cNvSpPr/>
              <p:nvPr/>
            </p:nvSpPr>
            <p:spPr>
              <a:xfrm>
                <a:off x="4196557" y="3988088"/>
                <a:ext cx="42418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424179" h="266700">
                    <a:moveTo>
                      <a:pt x="424051" y="0"/>
                    </a:moveTo>
                    <a:lnTo>
                      <a:pt x="0" y="266523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5" name="object 144">
                <a:extLst>
                  <a:ext uri="{FF2B5EF4-FFF2-40B4-BE49-F238E27FC236}">
                    <a16:creationId xmlns:a16="http://schemas.microsoft.com/office/drawing/2014/main" id="{F1F7AAA9-CDB0-563B-E81F-F3AB7DCF7F8D}"/>
                  </a:ext>
                </a:extLst>
              </p:cNvPr>
              <p:cNvSpPr/>
              <p:nvPr/>
            </p:nvSpPr>
            <p:spPr>
              <a:xfrm>
                <a:off x="4267315" y="3992004"/>
                <a:ext cx="433705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433704" h="262889">
                    <a:moveTo>
                      <a:pt x="433507" y="0"/>
                    </a:moveTo>
                    <a:lnTo>
                      <a:pt x="0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145">
                <a:extLst>
                  <a:ext uri="{FF2B5EF4-FFF2-40B4-BE49-F238E27FC236}">
                    <a16:creationId xmlns:a16="http://schemas.microsoft.com/office/drawing/2014/main" id="{A1061DCF-B3CD-FAAC-8AF4-DFD5083FAE27}"/>
                  </a:ext>
                </a:extLst>
              </p:cNvPr>
              <p:cNvSpPr/>
              <p:nvPr/>
            </p:nvSpPr>
            <p:spPr>
              <a:xfrm>
                <a:off x="4347530" y="3988088"/>
                <a:ext cx="202565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202564" h="262889">
                    <a:moveTo>
                      <a:pt x="202319" y="0"/>
                    </a:moveTo>
                    <a:lnTo>
                      <a:pt x="0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7" name="object 146">
                <a:extLst>
                  <a:ext uri="{FF2B5EF4-FFF2-40B4-BE49-F238E27FC236}">
                    <a16:creationId xmlns:a16="http://schemas.microsoft.com/office/drawing/2014/main" id="{F7207913-B08A-7B4C-09E3-ACE8C7D961D7}"/>
                  </a:ext>
                </a:extLst>
              </p:cNvPr>
              <p:cNvSpPr/>
              <p:nvPr/>
            </p:nvSpPr>
            <p:spPr>
              <a:xfrm>
                <a:off x="4418288" y="3992004"/>
                <a:ext cx="7048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259079">
                    <a:moveTo>
                      <a:pt x="70258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8" name="object 147">
                <a:extLst>
                  <a:ext uri="{FF2B5EF4-FFF2-40B4-BE49-F238E27FC236}">
                    <a16:creationId xmlns:a16="http://schemas.microsoft.com/office/drawing/2014/main" id="{25F58635-47AE-0D39-F05C-F970B585775F}"/>
                  </a:ext>
                </a:extLst>
              </p:cNvPr>
              <p:cNvSpPr/>
              <p:nvPr/>
            </p:nvSpPr>
            <p:spPr>
              <a:xfrm>
                <a:off x="4417789" y="3992004"/>
                <a:ext cx="7175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1754" h="259079">
                    <a:moveTo>
                      <a:pt x="0" y="0"/>
                    </a:moveTo>
                    <a:lnTo>
                      <a:pt x="71258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9" name="object 148">
                <a:extLst>
                  <a:ext uri="{FF2B5EF4-FFF2-40B4-BE49-F238E27FC236}">
                    <a16:creationId xmlns:a16="http://schemas.microsoft.com/office/drawing/2014/main" id="{B9B427CB-B804-189F-4C72-BEAA126AC00E}"/>
                  </a:ext>
                </a:extLst>
              </p:cNvPr>
              <p:cNvSpPr/>
              <p:nvPr/>
            </p:nvSpPr>
            <p:spPr>
              <a:xfrm>
                <a:off x="4073452" y="3988088"/>
                <a:ext cx="486409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486410" h="262889">
                    <a:moveTo>
                      <a:pt x="0" y="0"/>
                    </a:moveTo>
                    <a:lnTo>
                      <a:pt x="486354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" name="object 149">
                <a:extLst>
                  <a:ext uri="{FF2B5EF4-FFF2-40B4-BE49-F238E27FC236}">
                    <a16:creationId xmlns:a16="http://schemas.microsoft.com/office/drawing/2014/main" id="{7CBCC517-28A8-D169-B48E-D14436651B67}"/>
                  </a:ext>
                </a:extLst>
              </p:cNvPr>
              <p:cNvSpPr/>
              <p:nvPr/>
            </p:nvSpPr>
            <p:spPr>
              <a:xfrm>
                <a:off x="4125298" y="3988088"/>
                <a:ext cx="505459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505460" h="262889">
                    <a:moveTo>
                      <a:pt x="0" y="0"/>
                    </a:moveTo>
                    <a:lnTo>
                      <a:pt x="505266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1" name="object 150">
                <a:extLst>
                  <a:ext uri="{FF2B5EF4-FFF2-40B4-BE49-F238E27FC236}">
                    <a16:creationId xmlns:a16="http://schemas.microsoft.com/office/drawing/2014/main" id="{7339B05D-BBC8-F4A1-02A0-94EC022CA400}"/>
                  </a:ext>
                </a:extLst>
              </p:cNvPr>
              <p:cNvSpPr/>
              <p:nvPr/>
            </p:nvSpPr>
            <p:spPr>
              <a:xfrm>
                <a:off x="4347030" y="3992004"/>
                <a:ext cx="363855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363854" h="262889">
                    <a:moveTo>
                      <a:pt x="0" y="0"/>
                    </a:moveTo>
                    <a:lnTo>
                      <a:pt x="363749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2" name="object 151">
                <a:extLst>
                  <a:ext uri="{FF2B5EF4-FFF2-40B4-BE49-F238E27FC236}">
                    <a16:creationId xmlns:a16="http://schemas.microsoft.com/office/drawing/2014/main" id="{3EE90521-2F06-0527-4932-222C7937AD06}"/>
                  </a:ext>
                </a:extLst>
              </p:cNvPr>
              <p:cNvSpPr/>
              <p:nvPr/>
            </p:nvSpPr>
            <p:spPr>
              <a:xfrm>
                <a:off x="4206013" y="3992004"/>
                <a:ext cx="7048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259079">
                    <a:moveTo>
                      <a:pt x="70258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3" name="object 152">
                <a:extLst>
                  <a:ext uri="{FF2B5EF4-FFF2-40B4-BE49-F238E27FC236}">
                    <a16:creationId xmlns:a16="http://schemas.microsoft.com/office/drawing/2014/main" id="{1C66CF62-13C1-9265-0564-9849AA5A893F}"/>
                  </a:ext>
                </a:extLst>
              </p:cNvPr>
              <p:cNvSpPr/>
              <p:nvPr/>
            </p:nvSpPr>
            <p:spPr>
              <a:xfrm>
                <a:off x="3922478" y="3992004"/>
                <a:ext cx="132715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32714" h="262889">
                    <a:moveTo>
                      <a:pt x="0" y="0"/>
                    </a:moveTo>
                    <a:lnTo>
                      <a:pt x="132561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4" name="object 153">
                <a:extLst>
                  <a:ext uri="{FF2B5EF4-FFF2-40B4-BE49-F238E27FC236}">
                    <a16:creationId xmlns:a16="http://schemas.microsoft.com/office/drawing/2014/main" id="{175BB950-E9B4-45FF-06B1-FFDEF900C5F2}"/>
                  </a:ext>
                </a:extLst>
              </p:cNvPr>
              <p:cNvSpPr/>
              <p:nvPr/>
            </p:nvSpPr>
            <p:spPr>
              <a:xfrm>
                <a:off x="4055040" y="3992004"/>
                <a:ext cx="29210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62889">
                    <a:moveTo>
                      <a:pt x="291990" y="0"/>
                    </a:moveTo>
                    <a:lnTo>
                      <a:pt x="0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5" name="object 154">
                <a:extLst>
                  <a:ext uri="{FF2B5EF4-FFF2-40B4-BE49-F238E27FC236}">
                    <a16:creationId xmlns:a16="http://schemas.microsoft.com/office/drawing/2014/main" id="{0ED08CCD-2E86-03B6-3267-7F5CB9B6973C}"/>
                  </a:ext>
                </a:extLst>
              </p:cNvPr>
              <p:cNvSpPr/>
              <p:nvPr/>
            </p:nvSpPr>
            <p:spPr>
              <a:xfrm>
                <a:off x="4073452" y="3988088"/>
                <a:ext cx="5270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52704" h="266700">
                    <a:moveTo>
                      <a:pt x="0" y="0"/>
                    </a:moveTo>
                    <a:lnTo>
                      <a:pt x="52346" y="266523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6" name="object 155">
                <a:extLst>
                  <a:ext uri="{FF2B5EF4-FFF2-40B4-BE49-F238E27FC236}">
                    <a16:creationId xmlns:a16="http://schemas.microsoft.com/office/drawing/2014/main" id="{3F553B99-6DC3-F9B3-A5AB-B865F04CF428}"/>
                  </a:ext>
                </a:extLst>
              </p:cNvPr>
              <p:cNvSpPr/>
              <p:nvPr/>
            </p:nvSpPr>
            <p:spPr>
              <a:xfrm>
                <a:off x="4143710" y="3992004"/>
                <a:ext cx="6223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62889">
                    <a:moveTo>
                      <a:pt x="61802" y="0"/>
                    </a:moveTo>
                    <a:lnTo>
                      <a:pt x="52846" y="262607"/>
                    </a:lnTo>
                  </a:path>
                  <a:path w="62229" h="262889">
                    <a:moveTo>
                      <a:pt x="61802" y="0"/>
                    </a:moveTo>
                    <a:lnTo>
                      <a:pt x="0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7" name="object 156">
                <a:extLst>
                  <a:ext uri="{FF2B5EF4-FFF2-40B4-BE49-F238E27FC236}">
                    <a16:creationId xmlns:a16="http://schemas.microsoft.com/office/drawing/2014/main" id="{26CFFA43-1ADC-E477-AEBA-847B85FE3C25}"/>
                  </a:ext>
                </a:extLst>
              </p:cNvPr>
              <p:cNvSpPr/>
              <p:nvPr/>
            </p:nvSpPr>
            <p:spPr>
              <a:xfrm>
                <a:off x="4276271" y="3992004"/>
                <a:ext cx="7175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1754" h="259079">
                    <a:moveTo>
                      <a:pt x="0" y="0"/>
                    </a:moveTo>
                    <a:lnTo>
                      <a:pt x="71258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8" name="object 157">
                <a:extLst>
                  <a:ext uri="{FF2B5EF4-FFF2-40B4-BE49-F238E27FC236}">
                    <a16:creationId xmlns:a16="http://schemas.microsoft.com/office/drawing/2014/main" id="{DC26B60D-0AA2-4805-E47D-7CC512E8669E}"/>
                  </a:ext>
                </a:extLst>
              </p:cNvPr>
              <p:cNvSpPr/>
              <p:nvPr/>
            </p:nvSpPr>
            <p:spPr>
              <a:xfrm>
                <a:off x="4134754" y="3992004"/>
                <a:ext cx="28384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283845" h="259079">
                    <a:moveTo>
                      <a:pt x="0" y="0"/>
                    </a:moveTo>
                    <a:lnTo>
                      <a:pt x="283534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9" name="object 158">
                <a:extLst>
                  <a:ext uri="{FF2B5EF4-FFF2-40B4-BE49-F238E27FC236}">
                    <a16:creationId xmlns:a16="http://schemas.microsoft.com/office/drawing/2014/main" id="{0FA4C32A-BA16-AB9B-6E3C-7A527305EA0F}"/>
                  </a:ext>
                </a:extLst>
              </p:cNvPr>
              <p:cNvSpPr/>
              <p:nvPr/>
            </p:nvSpPr>
            <p:spPr>
              <a:xfrm>
                <a:off x="4489047" y="3992004"/>
                <a:ext cx="7048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0485" h="259079">
                    <a:moveTo>
                      <a:pt x="70258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0" name="object 159">
                <a:extLst>
                  <a:ext uri="{FF2B5EF4-FFF2-40B4-BE49-F238E27FC236}">
                    <a16:creationId xmlns:a16="http://schemas.microsoft.com/office/drawing/2014/main" id="{52A35AC7-955F-9B2B-662C-F30C0F903E79}"/>
                  </a:ext>
                </a:extLst>
              </p:cNvPr>
              <p:cNvSpPr/>
              <p:nvPr/>
            </p:nvSpPr>
            <p:spPr>
              <a:xfrm>
                <a:off x="4488547" y="3992004"/>
                <a:ext cx="8128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262889">
                    <a:moveTo>
                      <a:pt x="0" y="0"/>
                    </a:moveTo>
                    <a:lnTo>
                      <a:pt x="80714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1" name="object 160">
                <a:extLst>
                  <a:ext uri="{FF2B5EF4-FFF2-40B4-BE49-F238E27FC236}">
                    <a16:creationId xmlns:a16="http://schemas.microsoft.com/office/drawing/2014/main" id="{FDB10C54-9EF8-2B47-D290-21854D3B2B3B}"/>
                  </a:ext>
                </a:extLst>
              </p:cNvPr>
              <p:cNvSpPr/>
              <p:nvPr/>
            </p:nvSpPr>
            <p:spPr>
              <a:xfrm>
                <a:off x="4417789" y="3992004"/>
                <a:ext cx="21336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213360" h="259079">
                    <a:moveTo>
                      <a:pt x="0" y="0"/>
                    </a:moveTo>
                    <a:lnTo>
                      <a:pt x="212776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2" name="object 161">
                <a:extLst>
                  <a:ext uri="{FF2B5EF4-FFF2-40B4-BE49-F238E27FC236}">
                    <a16:creationId xmlns:a16="http://schemas.microsoft.com/office/drawing/2014/main" id="{EF96C94D-6DDF-1180-65E0-2FDC5FBB9E59}"/>
                  </a:ext>
                </a:extLst>
              </p:cNvPr>
              <p:cNvSpPr/>
              <p:nvPr/>
            </p:nvSpPr>
            <p:spPr>
              <a:xfrm>
                <a:off x="4630065" y="3992004"/>
                <a:ext cx="6223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62889">
                    <a:moveTo>
                      <a:pt x="0" y="0"/>
                    </a:moveTo>
                    <a:lnTo>
                      <a:pt x="61802" y="26260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63" name="object 162">
              <a:extLst>
                <a:ext uri="{FF2B5EF4-FFF2-40B4-BE49-F238E27FC236}">
                  <a16:creationId xmlns:a16="http://schemas.microsoft.com/office/drawing/2014/main" id="{51934514-5696-381D-224A-293617ADE826}"/>
                </a:ext>
              </a:extLst>
            </p:cNvPr>
            <p:cNvGrpSpPr/>
            <p:nvPr/>
          </p:nvGrpSpPr>
          <p:grpSpPr>
            <a:xfrm>
              <a:off x="2836551" y="3963686"/>
              <a:ext cx="808990" cy="315595"/>
              <a:chOff x="2836551" y="3963686"/>
              <a:chExt cx="808990" cy="315595"/>
            </a:xfrm>
          </p:grpSpPr>
          <p:sp>
            <p:nvSpPr>
              <p:cNvPr id="164" name="object 163">
                <a:extLst>
                  <a:ext uri="{FF2B5EF4-FFF2-40B4-BE49-F238E27FC236}">
                    <a16:creationId xmlns:a16="http://schemas.microsoft.com/office/drawing/2014/main" id="{7D86591B-7FDD-D677-534E-8D919D7EB419}"/>
                  </a:ext>
                </a:extLst>
              </p:cNvPr>
              <p:cNvSpPr/>
              <p:nvPr/>
            </p:nvSpPr>
            <p:spPr>
              <a:xfrm>
                <a:off x="2838123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5" name="object 164">
                <a:extLst>
                  <a:ext uri="{FF2B5EF4-FFF2-40B4-BE49-F238E27FC236}">
                    <a16:creationId xmlns:a16="http://schemas.microsoft.com/office/drawing/2014/main" id="{BCE1BB9E-5EC3-7D35-2ECB-00B9262B1ABD}"/>
                  </a:ext>
                </a:extLst>
              </p:cNvPr>
              <p:cNvSpPr/>
              <p:nvPr/>
            </p:nvSpPr>
            <p:spPr>
              <a:xfrm>
                <a:off x="2908882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6" name="object 165">
                <a:extLst>
                  <a:ext uri="{FF2B5EF4-FFF2-40B4-BE49-F238E27FC236}">
                    <a16:creationId xmlns:a16="http://schemas.microsoft.com/office/drawing/2014/main" id="{E62AFCE8-8F3D-E1B9-1854-4DC874005B2F}"/>
                  </a:ext>
                </a:extLst>
              </p:cNvPr>
              <p:cNvSpPr/>
              <p:nvPr/>
            </p:nvSpPr>
            <p:spPr>
              <a:xfrm>
                <a:off x="2979640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7" name="object 166">
                <a:extLst>
                  <a:ext uri="{FF2B5EF4-FFF2-40B4-BE49-F238E27FC236}">
                    <a16:creationId xmlns:a16="http://schemas.microsoft.com/office/drawing/2014/main" id="{CFBB7C73-B9D1-F8AE-F359-9CA16F863F0E}"/>
                  </a:ext>
                </a:extLst>
              </p:cNvPr>
              <p:cNvSpPr/>
              <p:nvPr/>
            </p:nvSpPr>
            <p:spPr>
              <a:xfrm>
                <a:off x="3050399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8" name="object 167">
                <a:extLst>
                  <a:ext uri="{FF2B5EF4-FFF2-40B4-BE49-F238E27FC236}">
                    <a16:creationId xmlns:a16="http://schemas.microsoft.com/office/drawing/2014/main" id="{C774983C-B215-0535-2C4C-917D40C04641}"/>
                  </a:ext>
                </a:extLst>
              </p:cNvPr>
              <p:cNvSpPr/>
              <p:nvPr/>
            </p:nvSpPr>
            <p:spPr>
              <a:xfrm>
                <a:off x="3121158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9" name="object 168">
                <a:extLst>
                  <a:ext uri="{FF2B5EF4-FFF2-40B4-BE49-F238E27FC236}">
                    <a16:creationId xmlns:a16="http://schemas.microsoft.com/office/drawing/2014/main" id="{C00180A2-9458-D78F-3D48-6ABBD56115B5}"/>
                  </a:ext>
                </a:extLst>
              </p:cNvPr>
              <p:cNvSpPr/>
              <p:nvPr/>
            </p:nvSpPr>
            <p:spPr>
              <a:xfrm>
                <a:off x="3262675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0" name="object 169">
                <a:extLst>
                  <a:ext uri="{FF2B5EF4-FFF2-40B4-BE49-F238E27FC236}">
                    <a16:creationId xmlns:a16="http://schemas.microsoft.com/office/drawing/2014/main" id="{F1B1E3AB-AE68-3C4B-2CFE-D2DBF4C561FE}"/>
                  </a:ext>
                </a:extLst>
              </p:cNvPr>
              <p:cNvSpPr/>
              <p:nvPr/>
            </p:nvSpPr>
            <p:spPr>
              <a:xfrm>
                <a:off x="3191916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1" name="object 170">
                <a:extLst>
                  <a:ext uri="{FF2B5EF4-FFF2-40B4-BE49-F238E27FC236}">
                    <a16:creationId xmlns:a16="http://schemas.microsoft.com/office/drawing/2014/main" id="{CEF95614-6CD6-6B38-56C0-BA925ACD1DF9}"/>
                  </a:ext>
                </a:extLst>
              </p:cNvPr>
              <p:cNvSpPr/>
              <p:nvPr/>
            </p:nvSpPr>
            <p:spPr>
              <a:xfrm>
                <a:off x="3333434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2" name="object 171">
                <a:extLst>
                  <a:ext uri="{FF2B5EF4-FFF2-40B4-BE49-F238E27FC236}">
                    <a16:creationId xmlns:a16="http://schemas.microsoft.com/office/drawing/2014/main" id="{DF199EA1-CF0F-8427-F820-A7CA0AC61E32}"/>
                  </a:ext>
                </a:extLst>
              </p:cNvPr>
              <p:cNvSpPr/>
              <p:nvPr/>
            </p:nvSpPr>
            <p:spPr>
              <a:xfrm>
                <a:off x="3404192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3" name="object 172">
                <a:extLst>
                  <a:ext uri="{FF2B5EF4-FFF2-40B4-BE49-F238E27FC236}">
                    <a16:creationId xmlns:a16="http://schemas.microsoft.com/office/drawing/2014/main" id="{6FAF06B2-CF25-9CB1-707D-65D2E0A03BB1}"/>
                  </a:ext>
                </a:extLst>
              </p:cNvPr>
              <p:cNvSpPr/>
              <p:nvPr/>
            </p:nvSpPr>
            <p:spPr>
              <a:xfrm>
                <a:off x="3474951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4" name="object 173">
                <a:extLst>
                  <a:ext uri="{FF2B5EF4-FFF2-40B4-BE49-F238E27FC236}">
                    <a16:creationId xmlns:a16="http://schemas.microsoft.com/office/drawing/2014/main" id="{0D270D36-9AF1-DEDB-6E10-1DC68042F4DC}"/>
                  </a:ext>
                </a:extLst>
              </p:cNvPr>
              <p:cNvSpPr/>
              <p:nvPr/>
            </p:nvSpPr>
            <p:spPr>
              <a:xfrm>
                <a:off x="3545710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5" name="object 174">
                <a:extLst>
                  <a:ext uri="{FF2B5EF4-FFF2-40B4-BE49-F238E27FC236}">
                    <a16:creationId xmlns:a16="http://schemas.microsoft.com/office/drawing/2014/main" id="{4A787E74-7160-564C-A101-E7A7556FFA41}"/>
                  </a:ext>
                </a:extLst>
              </p:cNvPr>
              <p:cNvSpPr/>
              <p:nvPr/>
            </p:nvSpPr>
            <p:spPr>
              <a:xfrm>
                <a:off x="3616468" y="3965258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6" name="object 175">
                <a:extLst>
                  <a:ext uri="{FF2B5EF4-FFF2-40B4-BE49-F238E27FC236}">
                    <a16:creationId xmlns:a16="http://schemas.microsoft.com/office/drawing/2014/main" id="{13AF1A7D-F5F6-CA85-3491-7E231EC14BE4}"/>
                  </a:ext>
                </a:extLst>
              </p:cNvPr>
              <p:cNvSpPr/>
              <p:nvPr/>
            </p:nvSpPr>
            <p:spPr>
              <a:xfrm>
                <a:off x="2838623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7" name="object 176">
                <a:extLst>
                  <a:ext uri="{FF2B5EF4-FFF2-40B4-BE49-F238E27FC236}">
                    <a16:creationId xmlns:a16="http://schemas.microsoft.com/office/drawing/2014/main" id="{1E28BAF8-211D-D0FA-C466-8E6D953B4635}"/>
                  </a:ext>
                </a:extLst>
              </p:cNvPr>
              <p:cNvSpPr/>
              <p:nvPr/>
            </p:nvSpPr>
            <p:spPr>
              <a:xfrm>
                <a:off x="2909382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8" name="object 177">
                <a:extLst>
                  <a:ext uri="{FF2B5EF4-FFF2-40B4-BE49-F238E27FC236}">
                    <a16:creationId xmlns:a16="http://schemas.microsoft.com/office/drawing/2014/main" id="{C228B37D-4D0B-B87C-29EB-BC932A46ED2F}"/>
                  </a:ext>
                </a:extLst>
              </p:cNvPr>
              <p:cNvSpPr/>
              <p:nvPr/>
            </p:nvSpPr>
            <p:spPr>
              <a:xfrm>
                <a:off x="2980141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9" name="object 178">
                <a:extLst>
                  <a:ext uri="{FF2B5EF4-FFF2-40B4-BE49-F238E27FC236}">
                    <a16:creationId xmlns:a16="http://schemas.microsoft.com/office/drawing/2014/main" id="{3B3EAC09-BD5E-4921-5DE9-DF589B4AD359}"/>
                  </a:ext>
                </a:extLst>
              </p:cNvPr>
              <p:cNvSpPr/>
              <p:nvPr/>
            </p:nvSpPr>
            <p:spPr>
              <a:xfrm>
                <a:off x="3050899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" name="object 179">
                <a:extLst>
                  <a:ext uri="{FF2B5EF4-FFF2-40B4-BE49-F238E27FC236}">
                    <a16:creationId xmlns:a16="http://schemas.microsoft.com/office/drawing/2014/main" id="{57EDBA19-FB17-289D-DE58-C17B01E64A4E}"/>
                  </a:ext>
                </a:extLst>
              </p:cNvPr>
              <p:cNvSpPr/>
              <p:nvPr/>
            </p:nvSpPr>
            <p:spPr>
              <a:xfrm>
                <a:off x="3121658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" name="object 180">
                <a:extLst>
                  <a:ext uri="{FF2B5EF4-FFF2-40B4-BE49-F238E27FC236}">
                    <a16:creationId xmlns:a16="http://schemas.microsoft.com/office/drawing/2014/main" id="{99B29F3F-A302-3C4C-CA20-D9F59AB8DFED}"/>
                  </a:ext>
                </a:extLst>
              </p:cNvPr>
              <p:cNvSpPr/>
              <p:nvPr/>
            </p:nvSpPr>
            <p:spPr>
              <a:xfrm>
                <a:off x="3263175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" name="object 181">
                <a:extLst>
                  <a:ext uri="{FF2B5EF4-FFF2-40B4-BE49-F238E27FC236}">
                    <a16:creationId xmlns:a16="http://schemas.microsoft.com/office/drawing/2014/main" id="{79552A4E-F982-19FA-6B3D-76E29E287D42}"/>
                  </a:ext>
                </a:extLst>
              </p:cNvPr>
              <p:cNvSpPr/>
              <p:nvPr/>
            </p:nvSpPr>
            <p:spPr>
              <a:xfrm>
                <a:off x="3192416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" name="object 182">
                <a:extLst>
                  <a:ext uri="{FF2B5EF4-FFF2-40B4-BE49-F238E27FC236}">
                    <a16:creationId xmlns:a16="http://schemas.microsoft.com/office/drawing/2014/main" id="{480478BC-5D20-316F-9514-46481DCF8C2B}"/>
                  </a:ext>
                </a:extLst>
              </p:cNvPr>
              <p:cNvSpPr/>
              <p:nvPr/>
            </p:nvSpPr>
            <p:spPr>
              <a:xfrm>
                <a:off x="3333934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" name="object 183">
                <a:extLst>
                  <a:ext uri="{FF2B5EF4-FFF2-40B4-BE49-F238E27FC236}">
                    <a16:creationId xmlns:a16="http://schemas.microsoft.com/office/drawing/2014/main" id="{D5724E95-51FE-3DEA-1A5B-FFDEE8704B2A}"/>
                  </a:ext>
                </a:extLst>
              </p:cNvPr>
              <p:cNvSpPr/>
              <p:nvPr/>
            </p:nvSpPr>
            <p:spPr>
              <a:xfrm>
                <a:off x="3404693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" name="object 184">
                <a:extLst>
                  <a:ext uri="{FF2B5EF4-FFF2-40B4-BE49-F238E27FC236}">
                    <a16:creationId xmlns:a16="http://schemas.microsoft.com/office/drawing/2014/main" id="{733B007E-DFFE-2DBB-BD6F-BA00692510CA}"/>
                  </a:ext>
                </a:extLst>
              </p:cNvPr>
              <p:cNvSpPr/>
              <p:nvPr/>
            </p:nvSpPr>
            <p:spPr>
              <a:xfrm>
                <a:off x="3475451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" name="object 185">
                <a:extLst>
                  <a:ext uri="{FF2B5EF4-FFF2-40B4-BE49-F238E27FC236}">
                    <a16:creationId xmlns:a16="http://schemas.microsoft.com/office/drawing/2014/main" id="{9B73E3C8-94CD-E66B-0660-A547A26F60B2}"/>
                  </a:ext>
                </a:extLst>
              </p:cNvPr>
              <p:cNvSpPr/>
              <p:nvPr/>
            </p:nvSpPr>
            <p:spPr>
              <a:xfrm>
                <a:off x="3546210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" name="object 186">
                <a:extLst>
                  <a:ext uri="{FF2B5EF4-FFF2-40B4-BE49-F238E27FC236}">
                    <a16:creationId xmlns:a16="http://schemas.microsoft.com/office/drawing/2014/main" id="{1E7B8390-33AB-D3AA-F56C-A026A11B7729}"/>
                  </a:ext>
                </a:extLst>
              </p:cNvPr>
              <p:cNvSpPr/>
              <p:nvPr/>
            </p:nvSpPr>
            <p:spPr>
              <a:xfrm>
                <a:off x="3616968" y="4250694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" name="object 187">
                <a:extLst>
                  <a:ext uri="{FF2B5EF4-FFF2-40B4-BE49-F238E27FC236}">
                    <a16:creationId xmlns:a16="http://schemas.microsoft.com/office/drawing/2014/main" id="{E9283FF7-6509-A92C-023C-08CA11073905}"/>
                  </a:ext>
                </a:extLst>
              </p:cNvPr>
              <p:cNvSpPr/>
              <p:nvPr/>
            </p:nvSpPr>
            <p:spPr>
              <a:xfrm>
                <a:off x="2851530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" name="object 188">
                <a:extLst>
                  <a:ext uri="{FF2B5EF4-FFF2-40B4-BE49-F238E27FC236}">
                    <a16:creationId xmlns:a16="http://schemas.microsoft.com/office/drawing/2014/main" id="{05ECB6F5-5912-00FE-13D5-F352D1A8B166}"/>
                  </a:ext>
                </a:extLst>
              </p:cNvPr>
              <p:cNvSpPr/>
              <p:nvPr/>
            </p:nvSpPr>
            <p:spPr>
              <a:xfrm>
                <a:off x="3629875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" name="object 189">
                <a:extLst>
                  <a:ext uri="{FF2B5EF4-FFF2-40B4-BE49-F238E27FC236}">
                    <a16:creationId xmlns:a16="http://schemas.microsoft.com/office/drawing/2014/main" id="{076BEF1E-5D09-7985-D1DC-DF038DAD7B83}"/>
                  </a:ext>
                </a:extLst>
              </p:cNvPr>
              <p:cNvSpPr/>
              <p:nvPr/>
            </p:nvSpPr>
            <p:spPr>
              <a:xfrm>
                <a:off x="2922288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" name="object 190">
                <a:extLst>
                  <a:ext uri="{FF2B5EF4-FFF2-40B4-BE49-F238E27FC236}">
                    <a16:creationId xmlns:a16="http://schemas.microsoft.com/office/drawing/2014/main" id="{77BA902F-CE71-9464-800D-AA850F839684}"/>
                  </a:ext>
                </a:extLst>
              </p:cNvPr>
              <p:cNvSpPr/>
              <p:nvPr/>
            </p:nvSpPr>
            <p:spPr>
              <a:xfrm>
                <a:off x="2993047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" name="object 191">
                <a:extLst>
                  <a:ext uri="{FF2B5EF4-FFF2-40B4-BE49-F238E27FC236}">
                    <a16:creationId xmlns:a16="http://schemas.microsoft.com/office/drawing/2014/main" id="{B1EC44F0-8B78-2C8A-089A-C2CFA6E8D896}"/>
                  </a:ext>
                </a:extLst>
              </p:cNvPr>
              <p:cNvSpPr/>
              <p:nvPr/>
            </p:nvSpPr>
            <p:spPr>
              <a:xfrm>
                <a:off x="3063805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" name="object 192">
                <a:extLst>
                  <a:ext uri="{FF2B5EF4-FFF2-40B4-BE49-F238E27FC236}">
                    <a16:creationId xmlns:a16="http://schemas.microsoft.com/office/drawing/2014/main" id="{04312B12-1A63-FDF7-BB6F-9E11D385D59E}"/>
                  </a:ext>
                </a:extLst>
              </p:cNvPr>
              <p:cNvSpPr/>
              <p:nvPr/>
            </p:nvSpPr>
            <p:spPr>
              <a:xfrm>
                <a:off x="3134564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" name="object 193">
                <a:extLst>
                  <a:ext uri="{FF2B5EF4-FFF2-40B4-BE49-F238E27FC236}">
                    <a16:creationId xmlns:a16="http://schemas.microsoft.com/office/drawing/2014/main" id="{527EF88B-5104-6BCE-210E-10FACF6AC653}"/>
                  </a:ext>
                </a:extLst>
              </p:cNvPr>
              <p:cNvSpPr/>
              <p:nvPr/>
            </p:nvSpPr>
            <p:spPr>
              <a:xfrm>
                <a:off x="3276082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5" name="object 194">
                <a:extLst>
                  <a:ext uri="{FF2B5EF4-FFF2-40B4-BE49-F238E27FC236}">
                    <a16:creationId xmlns:a16="http://schemas.microsoft.com/office/drawing/2014/main" id="{9A3260F4-AE95-6D27-C9D2-2AEC655640FC}"/>
                  </a:ext>
                </a:extLst>
              </p:cNvPr>
              <p:cNvSpPr/>
              <p:nvPr/>
            </p:nvSpPr>
            <p:spPr>
              <a:xfrm>
                <a:off x="3346840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6" name="object 195">
                <a:extLst>
                  <a:ext uri="{FF2B5EF4-FFF2-40B4-BE49-F238E27FC236}">
                    <a16:creationId xmlns:a16="http://schemas.microsoft.com/office/drawing/2014/main" id="{08D8B536-0CE6-78EA-EFCF-10E0387D66E2}"/>
                  </a:ext>
                </a:extLst>
              </p:cNvPr>
              <p:cNvSpPr/>
              <p:nvPr/>
            </p:nvSpPr>
            <p:spPr>
              <a:xfrm>
                <a:off x="3417599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7" name="object 196">
                <a:extLst>
                  <a:ext uri="{FF2B5EF4-FFF2-40B4-BE49-F238E27FC236}">
                    <a16:creationId xmlns:a16="http://schemas.microsoft.com/office/drawing/2014/main" id="{73F8A55C-9886-EEE8-DA65-4F85B09A0BA5}"/>
                  </a:ext>
                </a:extLst>
              </p:cNvPr>
              <p:cNvSpPr/>
              <p:nvPr/>
            </p:nvSpPr>
            <p:spPr>
              <a:xfrm>
                <a:off x="3488358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" name="object 197">
                <a:extLst>
                  <a:ext uri="{FF2B5EF4-FFF2-40B4-BE49-F238E27FC236}">
                    <a16:creationId xmlns:a16="http://schemas.microsoft.com/office/drawing/2014/main" id="{397D9042-AA9F-4ADD-DDB3-987102A118D0}"/>
                  </a:ext>
                </a:extLst>
              </p:cNvPr>
              <p:cNvSpPr/>
              <p:nvPr/>
            </p:nvSpPr>
            <p:spPr>
              <a:xfrm>
                <a:off x="3559116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" name="object 198">
                <a:extLst>
                  <a:ext uri="{FF2B5EF4-FFF2-40B4-BE49-F238E27FC236}">
                    <a16:creationId xmlns:a16="http://schemas.microsoft.com/office/drawing/2014/main" id="{844754F4-723E-D1F0-F577-AF1007F75848}"/>
                  </a:ext>
                </a:extLst>
              </p:cNvPr>
              <p:cNvSpPr/>
              <p:nvPr/>
            </p:nvSpPr>
            <p:spPr>
              <a:xfrm>
                <a:off x="3205323" y="3991087"/>
                <a:ext cx="63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9079">
                    <a:moveTo>
                      <a:pt x="0" y="0"/>
                    </a:moveTo>
                    <a:lnTo>
                      <a:pt x="50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" name="object 199">
                <a:extLst>
                  <a:ext uri="{FF2B5EF4-FFF2-40B4-BE49-F238E27FC236}">
                    <a16:creationId xmlns:a16="http://schemas.microsoft.com/office/drawing/2014/main" id="{8FCD09B3-0D61-F68B-365C-D6471162D90F}"/>
                  </a:ext>
                </a:extLst>
              </p:cNvPr>
              <p:cNvSpPr/>
              <p:nvPr/>
            </p:nvSpPr>
            <p:spPr>
              <a:xfrm>
                <a:off x="2851496" y="3992004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1" name="object 200">
                <a:extLst>
                  <a:ext uri="{FF2B5EF4-FFF2-40B4-BE49-F238E27FC236}">
                    <a16:creationId xmlns:a16="http://schemas.microsoft.com/office/drawing/2014/main" id="{CA61909C-6E98-32B8-F592-6193DE637975}"/>
                  </a:ext>
                </a:extLst>
              </p:cNvPr>
              <p:cNvSpPr/>
              <p:nvPr/>
            </p:nvSpPr>
            <p:spPr>
              <a:xfrm>
                <a:off x="2922255" y="3992004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" name="object 201">
                <a:extLst>
                  <a:ext uri="{FF2B5EF4-FFF2-40B4-BE49-F238E27FC236}">
                    <a16:creationId xmlns:a16="http://schemas.microsoft.com/office/drawing/2014/main" id="{A2B572A0-289F-CDE9-3646-796798116785}"/>
                  </a:ext>
                </a:extLst>
              </p:cNvPr>
              <p:cNvSpPr/>
              <p:nvPr/>
            </p:nvSpPr>
            <p:spPr>
              <a:xfrm>
                <a:off x="2993013" y="3992004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3" name="object 202">
                <a:extLst>
                  <a:ext uri="{FF2B5EF4-FFF2-40B4-BE49-F238E27FC236}">
                    <a16:creationId xmlns:a16="http://schemas.microsoft.com/office/drawing/2014/main" id="{2E603676-867A-B08E-E435-3A1793ABB1F6}"/>
                  </a:ext>
                </a:extLst>
              </p:cNvPr>
              <p:cNvSpPr/>
              <p:nvPr/>
            </p:nvSpPr>
            <p:spPr>
              <a:xfrm>
                <a:off x="3067840" y="3995548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" name="object 203">
                <a:extLst>
                  <a:ext uri="{FF2B5EF4-FFF2-40B4-BE49-F238E27FC236}">
                    <a16:creationId xmlns:a16="http://schemas.microsoft.com/office/drawing/2014/main" id="{C8D2D714-8E92-440F-CE9C-8DC945D20CAB}"/>
                  </a:ext>
                </a:extLst>
              </p:cNvPr>
              <p:cNvSpPr/>
              <p:nvPr/>
            </p:nvSpPr>
            <p:spPr>
              <a:xfrm>
                <a:off x="3138599" y="3995548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" name="object 204">
                <a:extLst>
                  <a:ext uri="{FF2B5EF4-FFF2-40B4-BE49-F238E27FC236}">
                    <a16:creationId xmlns:a16="http://schemas.microsoft.com/office/drawing/2014/main" id="{C8F19BEC-66E2-3E2E-4385-F229ADD008D4}"/>
                  </a:ext>
                </a:extLst>
              </p:cNvPr>
              <p:cNvSpPr/>
              <p:nvPr/>
            </p:nvSpPr>
            <p:spPr>
              <a:xfrm>
                <a:off x="3209358" y="3995548"/>
                <a:ext cx="138430" cy="255270"/>
              </a:xfrm>
              <a:custGeom>
                <a:avLst/>
                <a:gdLst/>
                <a:ahLst/>
                <a:cxnLst/>
                <a:rect l="l" t="t" r="r" b="b"/>
                <a:pathLst>
                  <a:path w="138429" h="255270">
                    <a:moveTo>
                      <a:pt x="0" y="0"/>
                    </a:moveTo>
                    <a:lnTo>
                      <a:pt x="137949" y="255146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" name="object 205">
                <a:extLst>
                  <a:ext uri="{FF2B5EF4-FFF2-40B4-BE49-F238E27FC236}">
                    <a16:creationId xmlns:a16="http://schemas.microsoft.com/office/drawing/2014/main" id="{18136126-A0BC-59C5-6604-CACE81B1A2C4}"/>
                  </a:ext>
                </a:extLst>
              </p:cNvPr>
              <p:cNvSpPr/>
              <p:nvPr/>
            </p:nvSpPr>
            <p:spPr>
              <a:xfrm>
                <a:off x="3280847" y="3998602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" name="object 206">
                <a:extLst>
                  <a:ext uri="{FF2B5EF4-FFF2-40B4-BE49-F238E27FC236}">
                    <a16:creationId xmlns:a16="http://schemas.microsoft.com/office/drawing/2014/main" id="{1FF09FD1-3737-8D5D-B993-8EEACC917189}"/>
                  </a:ext>
                </a:extLst>
              </p:cNvPr>
              <p:cNvSpPr/>
              <p:nvPr/>
            </p:nvSpPr>
            <p:spPr>
              <a:xfrm>
                <a:off x="3351606" y="3998602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" name="object 207">
                <a:extLst>
                  <a:ext uri="{FF2B5EF4-FFF2-40B4-BE49-F238E27FC236}">
                    <a16:creationId xmlns:a16="http://schemas.microsoft.com/office/drawing/2014/main" id="{BD000252-11ED-AD77-650C-DDD607D6CB21}"/>
                  </a:ext>
                </a:extLst>
              </p:cNvPr>
              <p:cNvSpPr/>
              <p:nvPr/>
            </p:nvSpPr>
            <p:spPr>
              <a:xfrm>
                <a:off x="3422364" y="3998602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" name="object 208">
                <a:extLst>
                  <a:ext uri="{FF2B5EF4-FFF2-40B4-BE49-F238E27FC236}">
                    <a16:creationId xmlns:a16="http://schemas.microsoft.com/office/drawing/2014/main" id="{F30ACE08-AA74-F973-8E5B-C22B2D665E72}"/>
                  </a:ext>
                </a:extLst>
              </p:cNvPr>
              <p:cNvSpPr/>
              <p:nvPr/>
            </p:nvSpPr>
            <p:spPr>
              <a:xfrm>
                <a:off x="3489762" y="3995483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" name="object 209">
                <a:extLst>
                  <a:ext uri="{FF2B5EF4-FFF2-40B4-BE49-F238E27FC236}">
                    <a16:creationId xmlns:a16="http://schemas.microsoft.com/office/drawing/2014/main" id="{D5C05628-D1E0-0E10-D10D-E9D4F56B995F}"/>
                  </a:ext>
                </a:extLst>
              </p:cNvPr>
              <p:cNvSpPr/>
              <p:nvPr/>
            </p:nvSpPr>
            <p:spPr>
              <a:xfrm>
                <a:off x="2851996" y="399200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" name="object 210">
                <a:extLst>
                  <a:ext uri="{FF2B5EF4-FFF2-40B4-BE49-F238E27FC236}">
                    <a16:creationId xmlns:a16="http://schemas.microsoft.com/office/drawing/2014/main" id="{155A4AA6-54AA-F6C8-AC7F-9951424FEE35}"/>
                  </a:ext>
                </a:extLst>
              </p:cNvPr>
              <p:cNvSpPr/>
              <p:nvPr/>
            </p:nvSpPr>
            <p:spPr>
              <a:xfrm>
                <a:off x="2926870" y="3993215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" name="object 211">
                <a:extLst>
                  <a:ext uri="{FF2B5EF4-FFF2-40B4-BE49-F238E27FC236}">
                    <a16:creationId xmlns:a16="http://schemas.microsoft.com/office/drawing/2014/main" id="{245CCEFC-AF4C-5D72-490B-FFB6F9D43158}"/>
                  </a:ext>
                </a:extLst>
              </p:cNvPr>
              <p:cNvSpPr/>
              <p:nvPr/>
            </p:nvSpPr>
            <p:spPr>
              <a:xfrm>
                <a:off x="2996735" y="3989671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" name="object 212">
                <a:extLst>
                  <a:ext uri="{FF2B5EF4-FFF2-40B4-BE49-F238E27FC236}">
                    <a16:creationId xmlns:a16="http://schemas.microsoft.com/office/drawing/2014/main" id="{E8AE4D62-197B-2C3B-784F-8737B3534675}"/>
                  </a:ext>
                </a:extLst>
              </p:cNvPr>
              <p:cNvSpPr/>
              <p:nvPr/>
            </p:nvSpPr>
            <p:spPr>
              <a:xfrm>
                <a:off x="3062682" y="3994467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5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4" name="object 213">
                <a:extLst>
                  <a:ext uri="{FF2B5EF4-FFF2-40B4-BE49-F238E27FC236}">
                    <a16:creationId xmlns:a16="http://schemas.microsoft.com/office/drawing/2014/main" id="{CA8444AC-D2F0-B23C-5385-7A6CD639D97C}"/>
                  </a:ext>
                </a:extLst>
              </p:cNvPr>
              <p:cNvSpPr/>
              <p:nvPr/>
            </p:nvSpPr>
            <p:spPr>
              <a:xfrm>
                <a:off x="3137556" y="3995678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5" name="object 214">
                <a:extLst>
                  <a:ext uri="{FF2B5EF4-FFF2-40B4-BE49-F238E27FC236}">
                    <a16:creationId xmlns:a16="http://schemas.microsoft.com/office/drawing/2014/main" id="{BDC389AF-E4D0-861F-60ED-E1A91FD5DE14}"/>
                  </a:ext>
                </a:extLst>
              </p:cNvPr>
              <p:cNvSpPr/>
              <p:nvPr/>
            </p:nvSpPr>
            <p:spPr>
              <a:xfrm>
                <a:off x="3207422" y="399213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6" name="object 215">
                <a:extLst>
                  <a:ext uri="{FF2B5EF4-FFF2-40B4-BE49-F238E27FC236}">
                    <a16:creationId xmlns:a16="http://schemas.microsoft.com/office/drawing/2014/main" id="{9623EAD4-89FC-4B52-87A8-7221BD0349A1}"/>
                  </a:ext>
                </a:extLst>
              </p:cNvPr>
              <p:cNvSpPr/>
              <p:nvPr/>
            </p:nvSpPr>
            <p:spPr>
              <a:xfrm>
                <a:off x="3275426" y="3995597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7" name="object 216">
                <a:extLst>
                  <a:ext uri="{FF2B5EF4-FFF2-40B4-BE49-F238E27FC236}">
                    <a16:creationId xmlns:a16="http://schemas.microsoft.com/office/drawing/2014/main" id="{07413409-0024-EAF9-9029-E41E99CDDCDD}"/>
                  </a:ext>
                </a:extLst>
              </p:cNvPr>
              <p:cNvSpPr/>
              <p:nvPr/>
            </p:nvSpPr>
            <p:spPr>
              <a:xfrm>
                <a:off x="3347307" y="3996807"/>
                <a:ext cx="144145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44145" h="254000">
                    <a:moveTo>
                      <a:pt x="144010" y="0"/>
                    </a:moveTo>
                    <a:lnTo>
                      <a:pt x="0" y="253887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8" name="object 217">
                <a:extLst>
                  <a:ext uri="{FF2B5EF4-FFF2-40B4-BE49-F238E27FC236}">
                    <a16:creationId xmlns:a16="http://schemas.microsoft.com/office/drawing/2014/main" id="{D547D689-C713-9341-1AFB-7D349677CAA4}"/>
                  </a:ext>
                </a:extLst>
              </p:cNvPr>
              <p:cNvSpPr/>
              <p:nvPr/>
            </p:nvSpPr>
            <p:spPr>
              <a:xfrm>
                <a:off x="3418066" y="399200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9" name="object 218">
                <a:extLst>
                  <a:ext uri="{FF2B5EF4-FFF2-40B4-BE49-F238E27FC236}">
                    <a16:creationId xmlns:a16="http://schemas.microsoft.com/office/drawing/2014/main" id="{2E03F743-ED96-111F-CB4C-0E05510D4FAE}"/>
                  </a:ext>
                </a:extLst>
              </p:cNvPr>
              <p:cNvSpPr/>
              <p:nvPr/>
            </p:nvSpPr>
            <p:spPr>
              <a:xfrm>
                <a:off x="3488824" y="399200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20" name="object 219">
              <a:extLst>
                <a:ext uri="{FF2B5EF4-FFF2-40B4-BE49-F238E27FC236}">
                  <a16:creationId xmlns:a16="http://schemas.microsoft.com/office/drawing/2014/main" id="{5BFD634C-A8CD-A980-18C8-63B6F4916106}"/>
                </a:ext>
              </a:extLst>
            </p:cNvPr>
            <p:cNvGrpSpPr/>
            <p:nvPr/>
          </p:nvGrpSpPr>
          <p:grpSpPr>
            <a:xfrm>
              <a:off x="4976914" y="3966637"/>
              <a:ext cx="808990" cy="315595"/>
              <a:chOff x="4976914" y="3966637"/>
              <a:chExt cx="808990" cy="315595"/>
            </a:xfrm>
          </p:grpSpPr>
          <p:sp>
            <p:nvSpPr>
              <p:cNvPr id="221" name="object 220">
                <a:extLst>
                  <a:ext uri="{FF2B5EF4-FFF2-40B4-BE49-F238E27FC236}">
                    <a16:creationId xmlns:a16="http://schemas.microsoft.com/office/drawing/2014/main" id="{44BDB87D-AA12-B6B3-A50A-968671B22EE9}"/>
                  </a:ext>
                </a:extLst>
              </p:cNvPr>
              <p:cNvSpPr/>
              <p:nvPr/>
            </p:nvSpPr>
            <p:spPr>
              <a:xfrm>
                <a:off x="4978486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2" name="object 221">
                <a:extLst>
                  <a:ext uri="{FF2B5EF4-FFF2-40B4-BE49-F238E27FC236}">
                    <a16:creationId xmlns:a16="http://schemas.microsoft.com/office/drawing/2014/main" id="{51EB2FBE-0FE3-B768-5C7C-0F168BF59A83}"/>
                  </a:ext>
                </a:extLst>
              </p:cNvPr>
              <p:cNvSpPr/>
              <p:nvPr/>
            </p:nvSpPr>
            <p:spPr>
              <a:xfrm>
                <a:off x="5049245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3" name="object 222">
                <a:extLst>
                  <a:ext uri="{FF2B5EF4-FFF2-40B4-BE49-F238E27FC236}">
                    <a16:creationId xmlns:a16="http://schemas.microsoft.com/office/drawing/2014/main" id="{32676441-218B-7F18-3196-0EE296B5EF7F}"/>
                  </a:ext>
                </a:extLst>
              </p:cNvPr>
              <p:cNvSpPr/>
              <p:nvPr/>
            </p:nvSpPr>
            <p:spPr>
              <a:xfrm>
                <a:off x="5120003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4" name="object 223">
                <a:extLst>
                  <a:ext uri="{FF2B5EF4-FFF2-40B4-BE49-F238E27FC236}">
                    <a16:creationId xmlns:a16="http://schemas.microsoft.com/office/drawing/2014/main" id="{F1EE8A18-0919-54D4-B8DA-725FC7E131D1}"/>
                  </a:ext>
                </a:extLst>
              </p:cNvPr>
              <p:cNvSpPr/>
              <p:nvPr/>
            </p:nvSpPr>
            <p:spPr>
              <a:xfrm>
                <a:off x="5190762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5" name="object 224">
                <a:extLst>
                  <a:ext uri="{FF2B5EF4-FFF2-40B4-BE49-F238E27FC236}">
                    <a16:creationId xmlns:a16="http://schemas.microsoft.com/office/drawing/2014/main" id="{E280A374-DD99-B8B7-E124-19E3AA34CFDB}"/>
                  </a:ext>
                </a:extLst>
              </p:cNvPr>
              <p:cNvSpPr/>
              <p:nvPr/>
            </p:nvSpPr>
            <p:spPr>
              <a:xfrm>
                <a:off x="5261520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6" name="object 225">
                <a:extLst>
                  <a:ext uri="{FF2B5EF4-FFF2-40B4-BE49-F238E27FC236}">
                    <a16:creationId xmlns:a16="http://schemas.microsoft.com/office/drawing/2014/main" id="{7722F1EB-225A-09EF-3A1F-E1818B5631F4}"/>
                  </a:ext>
                </a:extLst>
              </p:cNvPr>
              <p:cNvSpPr/>
              <p:nvPr/>
            </p:nvSpPr>
            <p:spPr>
              <a:xfrm>
                <a:off x="5403038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7" name="object 226">
                <a:extLst>
                  <a:ext uri="{FF2B5EF4-FFF2-40B4-BE49-F238E27FC236}">
                    <a16:creationId xmlns:a16="http://schemas.microsoft.com/office/drawing/2014/main" id="{59A3F787-4078-EC5C-185A-434E3192B3D8}"/>
                  </a:ext>
                </a:extLst>
              </p:cNvPr>
              <p:cNvSpPr/>
              <p:nvPr/>
            </p:nvSpPr>
            <p:spPr>
              <a:xfrm>
                <a:off x="5332279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8" name="object 227">
                <a:extLst>
                  <a:ext uri="{FF2B5EF4-FFF2-40B4-BE49-F238E27FC236}">
                    <a16:creationId xmlns:a16="http://schemas.microsoft.com/office/drawing/2014/main" id="{7456BCFC-17B8-5A84-F39A-2DF8365D453D}"/>
                  </a:ext>
                </a:extLst>
              </p:cNvPr>
              <p:cNvSpPr/>
              <p:nvPr/>
            </p:nvSpPr>
            <p:spPr>
              <a:xfrm>
                <a:off x="5473796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9" name="object 228">
                <a:extLst>
                  <a:ext uri="{FF2B5EF4-FFF2-40B4-BE49-F238E27FC236}">
                    <a16:creationId xmlns:a16="http://schemas.microsoft.com/office/drawing/2014/main" id="{196402ED-077A-89E7-571C-736AF08F8A70}"/>
                  </a:ext>
                </a:extLst>
              </p:cNvPr>
              <p:cNvSpPr/>
              <p:nvPr/>
            </p:nvSpPr>
            <p:spPr>
              <a:xfrm>
                <a:off x="5544555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0" name="object 229">
                <a:extLst>
                  <a:ext uri="{FF2B5EF4-FFF2-40B4-BE49-F238E27FC236}">
                    <a16:creationId xmlns:a16="http://schemas.microsoft.com/office/drawing/2014/main" id="{E8F2476D-4B88-2D0D-86B1-BA5D62C4F713}"/>
                  </a:ext>
                </a:extLst>
              </p:cNvPr>
              <p:cNvSpPr/>
              <p:nvPr/>
            </p:nvSpPr>
            <p:spPr>
              <a:xfrm>
                <a:off x="5615314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1" name="object 230">
                <a:extLst>
                  <a:ext uri="{FF2B5EF4-FFF2-40B4-BE49-F238E27FC236}">
                    <a16:creationId xmlns:a16="http://schemas.microsoft.com/office/drawing/2014/main" id="{BEBC7DC3-8066-C9D9-60C7-86F19DF686E5}"/>
                  </a:ext>
                </a:extLst>
              </p:cNvPr>
              <p:cNvSpPr/>
              <p:nvPr/>
            </p:nvSpPr>
            <p:spPr>
              <a:xfrm>
                <a:off x="5686072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2" name="object 231">
                <a:extLst>
                  <a:ext uri="{FF2B5EF4-FFF2-40B4-BE49-F238E27FC236}">
                    <a16:creationId xmlns:a16="http://schemas.microsoft.com/office/drawing/2014/main" id="{A1807A9F-6C94-5C78-E0E5-735CBCBFBDDA}"/>
                  </a:ext>
                </a:extLst>
              </p:cNvPr>
              <p:cNvSpPr/>
              <p:nvPr/>
            </p:nvSpPr>
            <p:spPr>
              <a:xfrm>
                <a:off x="5756831" y="3968210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3" name="object 232">
                <a:extLst>
                  <a:ext uri="{FF2B5EF4-FFF2-40B4-BE49-F238E27FC236}">
                    <a16:creationId xmlns:a16="http://schemas.microsoft.com/office/drawing/2014/main" id="{717552DD-5B2C-AB29-34BD-B56D20CA4D09}"/>
                  </a:ext>
                </a:extLst>
              </p:cNvPr>
              <p:cNvSpPr/>
              <p:nvPr/>
            </p:nvSpPr>
            <p:spPr>
              <a:xfrm>
                <a:off x="4978986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4" name="object 233">
                <a:extLst>
                  <a:ext uri="{FF2B5EF4-FFF2-40B4-BE49-F238E27FC236}">
                    <a16:creationId xmlns:a16="http://schemas.microsoft.com/office/drawing/2014/main" id="{49B92963-4900-3986-9553-0030B3B7B999}"/>
                  </a:ext>
                </a:extLst>
              </p:cNvPr>
              <p:cNvSpPr/>
              <p:nvPr/>
            </p:nvSpPr>
            <p:spPr>
              <a:xfrm>
                <a:off x="5049745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5" name="object 234">
                <a:extLst>
                  <a:ext uri="{FF2B5EF4-FFF2-40B4-BE49-F238E27FC236}">
                    <a16:creationId xmlns:a16="http://schemas.microsoft.com/office/drawing/2014/main" id="{3320C133-ECC1-6965-259B-E7EF4364C1CB}"/>
                  </a:ext>
                </a:extLst>
              </p:cNvPr>
              <p:cNvSpPr/>
              <p:nvPr/>
            </p:nvSpPr>
            <p:spPr>
              <a:xfrm>
                <a:off x="5120504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6" name="object 235">
                <a:extLst>
                  <a:ext uri="{FF2B5EF4-FFF2-40B4-BE49-F238E27FC236}">
                    <a16:creationId xmlns:a16="http://schemas.microsoft.com/office/drawing/2014/main" id="{8CF5661F-DE8F-9531-C481-9D3592659692}"/>
                  </a:ext>
                </a:extLst>
              </p:cNvPr>
              <p:cNvSpPr/>
              <p:nvPr/>
            </p:nvSpPr>
            <p:spPr>
              <a:xfrm>
                <a:off x="5191262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7" name="object 236">
                <a:extLst>
                  <a:ext uri="{FF2B5EF4-FFF2-40B4-BE49-F238E27FC236}">
                    <a16:creationId xmlns:a16="http://schemas.microsoft.com/office/drawing/2014/main" id="{668B8EC4-0638-2AA5-831D-EEC46D8B85F7}"/>
                  </a:ext>
                </a:extLst>
              </p:cNvPr>
              <p:cNvSpPr/>
              <p:nvPr/>
            </p:nvSpPr>
            <p:spPr>
              <a:xfrm>
                <a:off x="5262020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8" name="object 237">
                <a:extLst>
                  <a:ext uri="{FF2B5EF4-FFF2-40B4-BE49-F238E27FC236}">
                    <a16:creationId xmlns:a16="http://schemas.microsoft.com/office/drawing/2014/main" id="{E038DC71-3A0B-A996-A49C-FD6527643646}"/>
                  </a:ext>
                </a:extLst>
              </p:cNvPr>
              <p:cNvSpPr/>
              <p:nvPr/>
            </p:nvSpPr>
            <p:spPr>
              <a:xfrm>
                <a:off x="5403538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9" name="object 238">
                <a:extLst>
                  <a:ext uri="{FF2B5EF4-FFF2-40B4-BE49-F238E27FC236}">
                    <a16:creationId xmlns:a16="http://schemas.microsoft.com/office/drawing/2014/main" id="{7B410CEE-40C0-6F62-80F9-D238ABA71343}"/>
                  </a:ext>
                </a:extLst>
              </p:cNvPr>
              <p:cNvSpPr/>
              <p:nvPr/>
            </p:nvSpPr>
            <p:spPr>
              <a:xfrm>
                <a:off x="5332779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0" name="object 239">
                <a:extLst>
                  <a:ext uri="{FF2B5EF4-FFF2-40B4-BE49-F238E27FC236}">
                    <a16:creationId xmlns:a16="http://schemas.microsoft.com/office/drawing/2014/main" id="{1EF42B6F-47AE-D14B-5CB8-984244173594}"/>
                  </a:ext>
                </a:extLst>
              </p:cNvPr>
              <p:cNvSpPr/>
              <p:nvPr/>
            </p:nvSpPr>
            <p:spPr>
              <a:xfrm>
                <a:off x="5474297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1" name="object 240">
                <a:extLst>
                  <a:ext uri="{FF2B5EF4-FFF2-40B4-BE49-F238E27FC236}">
                    <a16:creationId xmlns:a16="http://schemas.microsoft.com/office/drawing/2014/main" id="{A4402FDA-8D10-2262-C108-AD56AFA84CFB}"/>
                  </a:ext>
                </a:extLst>
              </p:cNvPr>
              <p:cNvSpPr/>
              <p:nvPr/>
            </p:nvSpPr>
            <p:spPr>
              <a:xfrm>
                <a:off x="5545055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2" name="object 241">
                <a:extLst>
                  <a:ext uri="{FF2B5EF4-FFF2-40B4-BE49-F238E27FC236}">
                    <a16:creationId xmlns:a16="http://schemas.microsoft.com/office/drawing/2014/main" id="{7F3E9978-E6B4-F579-62DF-9781C97B1B51}"/>
                  </a:ext>
                </a:extLst>
              </p:cNvPr>
              <p:cNvSpPr/>
              <p:nvPr/>
            </p:nvSpPr>
            <p:spPr>
              <a:xfrm>
                <a:off x="5615814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3" name="object 242">
                <a:extLst>
                  <a:ext uri="{FF2B5EF4-FFF2-40B4-BE49-F238E27FC236}">
                    <a16:creationId xmlns:a16="http://schemas.microsoft.com/office/drawing/2014/main" id="{CE1F1E3B-9FB7-FB20-4B6B-21F79060B26A}"/>
                  </a:ext>
                </a:extLst>
              </p:cNvPr>
              <p:cNvSpPr/>
              <p:nvPr/>
            </p:nvSpPr>
            <p:spPr>
              <a:xfrm>
                <a:off x="5686573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4" name="object 243">
                <a:extLst>
                  <a:ext uri="{FF2B5EF4-FFF2-40B4-BE49-F238E27FC236}">
                    <a16:creationId xmlns:a16="http://schemas.microsoft.com/office/drawing/2014/main" id="{30875F1D-955B-994C-4477-CEFF6B381E5C}"/>
                  </a:ext>
                </a:extLst>
              </p:cNvPr>
              <p:cNvSpPr/>
              <p:nvPr/>
            </p:nvSpPr>
            <p:spPr>
              <a:xfrm>
                <a:off x="5757332" y="4253646"/>
                <a:ext cx="27305" cy="27305"/>
              </a:xfrm>
              <a:custGeom>
                <a:avLst/>
                <a:gdLst/>
                <a:ahLst/>
                <a:cxnLst/>
                <a:rect l="l" t="t" r="r" b="b"/>
                <a:pathLst>
                  <a:path w="27304" h="27304">
                    <a:moveTo>
                      <a:pt x="0" y="13372"/>
                    </a:moveTo>
                    <a:lnTo>
                      <a:pt x="0" y="5987"/>
                    </a:lnTo>
                    <a:lnTo>
                      <a:pt x="5987" y="0"/>
                    </a:lnTo>
                    <a:lnTo>
                      <a:pt x="13372" y="0"/>
                    </a:lnTo>
                    <a:lnTo>
                      <a:pt x="20758" y="0"/>
                    </a:lnTo>
                    <a:lnTo>
                      <a:pt x="26745" y="5987"/>
                    </a:lnTo>
                    <a:lnTo>
                      <a:pt x="26745" y="13372"/>
                    </a:lnTo>
                    <a:lnTo>
                      <a:pt x="26745" y="20758"/>
                    </a:lnTo>
                    <a:lnTo>
                      <a:pt x="20758" y="26745"/>
                    </a:lnTo>
                    <a:lnTo>
                      <a:pt x="13372" y="26745"/>
                    </a:lnTo>
                    <a:lnTo>
                      <a:pt x="5987" y="26745"/>
                    </a:lnTo>
                    <a:lnTo>
                      <a:pt x="0" y="20758"/>
                    </a:lnTo>
                    <a:lnTo>
                      <a:pt x="0" y="13372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5" name="object 244">
                <a:extLst>
                  <a:ext uri="{FF2B5EF4-FFF2-40B4-BE49-F238E27FC236}">
                    <a16:creationId xmlns:a16="http://schemas.microsoft.com/office/drawing/2014/main" id="{C51CD9D2-D3E4-1E7C-2D8D-7760E9F4A0B7}"/>
                  </a:ext>
                </a:extLst>
              </p:cNvPr>
              <p:cNvSpPr/>
              <p:nvPr/>
            </p:nvSpPr>
            <p:spPr>
              <a:xfrm>
                <a:off x="4991859" y="3994956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500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71258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6" name="object 245">
                <a:extLst>
                  <a:ext uri="{FF2B5EF4-FFF2-40B4-BE49-F238E27FC236}">
                    <a16:creationId xmlns:a16="http://schemas.microsoft.com/office/drawing/2014/main" id="{8E2DB059-16C3-BB4B-3A34-43E317EB2945}"/>
                  </a:ext>
                </a:extLst>
              </p:cNvPr>
              <p:cNvSpPr/>
              <p:nvPr/>
            </p:nvSpPr>
            <p:spPr>
              <a:xfrm>
                <a:off x="4991359" y="3994956"/>
                <a:ext cx="7175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1754" h="259079">
                    <a:moveTo>
                      <a:pt x="71258" y="0"/>
                    </a:moveTo>
                    <a:lnTo>
                      <a:pt x="1000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70758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7" name="object 246">
                <a:extLst>
                  <a:ext uri="{FF2B5EF4-FFF2-40B4-BE49-F238E27FC236}">
                    <a16:creationId xmlns:a16="http://schemas.microsoft.com/office/drawing/2014/main" id="{1AFEAC82-66AC-3E04-9780-3B5D1E645C28}"/>
                  </a:ext>
                </a:extLst>
              </p:cNvPr>
              <p:cNvSpPr/>
              <p:nvPr/>
            </p:nvSpPr>
            <p:spPr>
              <a:xfrm>
                <a:off x="4992359" y="3994956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70758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140516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8" name="object 247">
                <a:extLst>
                  <a:ext uri="{FF2B5EF4-FFF2-40B4-BE49-F238E27FC236}">
                    <a16:creationId xmlns:a16="http://schemas.microsoft.com/office/drawing/2014/main" id="{453B7DBF-D2AA-F39C-EF6B-2002CF1A4CF5}"/>
                  </a:ext>
                </a:extLst>
              </p:cNvPr>
              <p:cNvSpPr/>
              <p:nvPr/>
            </p:nvSpPr>
            <p:spPr>
              <a:xfrm>
                <a:off x="5202349" y="3998094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500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71258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9" name="object 248">
                <a:extLst>
                  <a:ext uri="{FF2B5EF4-FFF2-40B4-BE49-F238E27FC236}">
                    <a16:creationId xmlns:a16="http://schemas.microsoft.com/office/drawing/2014/main" id="{61FC8735-6761-ACA4-E68E-93466C85B4F3}"/>
                  </a:ext>
                </a:extLst>
              </p:cNvPr>
              <p:cNvSpPr/>
              <p:nvPr/>
            </p:nvSpPr>
            <p:spPr>
              <a:xfrm>
                <a:off x="5201849" y="3998094"/>
                <a:ext cx="7175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1754" h="259079">
                    <a:moveTo>
                      <a:pt x="71258" y="0"/>
                    </a:moveTo>
                    <a:lnTo>
                      <a:pt x="1000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70758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0" name="object 249">
                <a:extLst>
                  <a:ext uri="{FF2B5EF4-FFF2-40B4-BE49-F238E27FC236}">
                    <a16:creationId xmlns:a16="http://schemas.microsoft.com/office/drawing/2014/main" id="{614FE995-94C5-23E6-D78E-702748D4FD08}"/>
                  </a:ext>
                </a:extLst>
              </p:cNvPr>
              <p:cNvSpPr/>
              <p:nvPr/>
            </p:nvSpPr>
            <p:spPr>
              <a:xfrm>
                <a:off x="5202849" y="399809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70758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140516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1" name="object 250">
                <a:extLst>
                  <a:ext uri="{FF2B5EF4-FFF2-40B4-BE49-F238E27FC236}">
                    <a16:creationId xmlns:a16="http://schemas.microsoft.com/office/drawing/2014/main" id="{308A1262-2C5E-B461-0087-3010447CE86A}"/>
                  </a:ext>
                </a:extLst>
              </p:cNvPr>
              <p:cNvSpPr/>
              <p:nvPr/>
            </p:nvSpPr>
            <p:spPr>
              <a:xfrm>
                <a:off x="5414625" y="3998094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500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71258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2" name="object 251">
                <a:extLst>
                  <a:ext uri="{FF2B5EF4-FFF2-40B4-BE49-F238E27FC236}">
                    <a16:creationId xmlns:a16="http://schemas.microsoft.com/office/drawing/2014/main" id="{12DE8B61-C8A6-B410-17FD-045ACB81D57C}"/>
                  </a:ext>
                </a:extLst>
              </p:cNvPr>
              <p:cNvSpPr/>
              <p:nvPr/>
            </p:nvSpPr>
            <p:spPr>
              <a:xfrm>
                <a:off x="5414125" y="3998094"/>
                <a:ext cx="7175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1754" h="259079">
                    <a:moveTo>
                      <a:pt x="71258" y="0"/>
                    </a:moveTo>
                    <a:lnTo>
                      <a:pt x="1000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70758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3" name="object 252">
                <a:extLst>
                  <a:ext uri="{FF2B5EF4-FFF2-40B4-BE49-F238E27FC236}">
                    <a16:creationId xmlns:a16="http://schemas.microsoft.com/office/drawing/2014/main" id="{B9C18B74-4DD1-DD2A-FACC-FF5C89ABAC81}"/>
                  </a:ext>
                </a:extLst>
              </p:cNvPr>
              <p:cNvSpPr/>
              <p:nvPr/>
            </p:nvSpPr>
            <p:spPr>
              <a:xfrm>
                <a:off x="5415125" y="3998094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70758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140516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4" name="object 253">
                <a:extLst>
                  <a:ext uri="{FF2B5EF4-FFF2-40B4-BE49-F238E27FC236}">
                    <a16:creationId xmlns:a16="http://schemas.microsoft.com/office/drawing/2014/main" id="{F2CFF3C3-D023-BCF2-F526-15A7242EA42C}"/>
                  </a:ext>
                </a:extLst>
              </p:cNvPr>
              <p:cNvSpPr/>
              <p:nvPr/>
            </p:nvSpPr>
            <p:spPr>
              <a:xfrm>
                <a:off x="5628229" y="3995483"/>
                <a:ext cx="14224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2239" h="259079">
                    <a:moveTo>
                      <a:pt x="0" y="0"/>
                    </a:moveTo>
                    <a:lnTo>
                      <a:pt x="500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71258" y="258690"/>
                    </a:lnTo>
                  </a:path>
                  <a:path w="142239" h="259079">
                    <a:moveTo>
                      <a:pt x="0" y="0"/>
                    </a:moveTo>
                    <a:lnTo>
                      <a:pt x="142017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5" name="object 254">
                <a:extLst>
                  <a:ext uri="{FF2B5EF4-FFF2-40B4-BE49-F238E27FC236}">
                    <a16:creationId xmlns:a16="http://schemas.microsoft.com/office/drawing/2014/main" id="{409D1D3F-1550-1E0A-56AA-1DFF1FFE139B}"/>
                  </a:ext>
                </a:extLst>
              </p:cNvPr>
              <p:cNvSpPr/>
              <p:nvPr/>
            </p:nvSpPr>
            <p:spPr>
              <a:xfrm>
                <a:off x="5627729" y="3995483"/>
                <a:ext cx="7175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71754" h="259079">
                    <a:moveTo>
                      <a:pt x="71258" y="0"/>
                    </a:moveTo>
                    <a:lnTo>
                      <a:pt x="1000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70758" y="258690"/>
                    </a:lnTo>
                  </a:path>
                  <a:path w="71754" h="259079">
                    <a:moveTo>
                      <a:pt x="71258" y="0"/>
                    </a:moveTo>
                    <a:lnTo>
                      <a:pt x="0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6" name="object 255">
                <a:extLst>
                  <a:ext uri="{FF2B5EF4-FFF2-40B4-BE49-F238E27FC236}">
                    <a16:creationId xmlns:a16="http://schemas.microsoft.com/office/drawing/2014/main" id="{7AD3EBF6-4969-7A78-4728-A6488C4C7169}"/>
                  </a:ext>
                </a:extLst>
              </p:cNvPr>
              <p:cNvSpPr/>
              <p:nvPr/>
            </p:nvSpPr>
            <p:spPr>
              <a:xfrm>
                <a:off x="5628729" y="3995483"/>
                <a:ext cx="141605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141604" h="259079">
                    <a:moveTo>
                      <a:pt x="141016" y="0"/>
                    </a:moveTo>
                    <a:lnTo>
                      <a:pt x="0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70758" y="258690"/>
                    </a:lnTo>
                  </a:path>
                  <a:path w="141604" h="259079">
                    <a:moveTo>
                      <a:pt x="141016" y="0"/>
                    </a:moveTo>
                    <a:lnTo>
                      <a:pt x="140516" y="258690"/>
                    </a:lnTo>
                  </a:path>
                </a:pathLst>
              </a:custGeom>
              <a:ln w="3175">
                <a:solidFill>
                  <a:srgbClr val="4472C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835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87252F37-0EE8-F67E-62EE-FFDFFE39DFC9}"/>
              </a:ext>
            </a:extLst>
          </p:cNvPr>
          <p:cNvGrpSpPr/>
          <p:nvPr/>
        </p:nvGrpSpPr>
        <p:grpSpPr>
          <a:xfrm>
            <a:off x="1397843" y="880726"/>
            <a:ext cx="4988322" cy="4005446"/>
            <a:chOff x="1397843" y="880726"/>
            <a:chExt cx="4988322" cy="4005446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145055D3-C700-55EC-9F9F-B2DB442B96B8}"/>
                </a:ext>
              </a:extLst>
            </p:cNvPr>
            <p:cNvSpPr txBox="1"/>
            <p:nvPr/>
          </p:nvSpPr>
          <p:spPr>
            <a:xfrm>
              <a:off x="1474455" y="1612874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928D297-7F00-8099-CD32-0446AC75D525}"/>
                </a:ext>
              </a:extLst>
            </p:cNvPr>
            <p:cNvSpPr txBox="1"/>
            <p:nvPr/>
          </p:nvSpPr>
          <p:spPr>
            <a:xfrm>
              <a:off x="1595111" y="1631817"/>
              <a:ext cx="1330325" cy="104139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Roger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started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with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5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balls.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2</a:t>
              </a:r>
              <a:r>
                <a:rPr sz="700" spc="-20" dirty="0">
                  <a:latin typeface="Arial"/>
                  <a:cs typeface="Arial"/>
                </a:rPr>
                <a:t> cans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E12737-E78E-A046-36B9-EA4E4A3B0DD0}"/>
                </a:ext>
              </a:extLst>
            </p:cNvPr>
            <p:cNvSpPr txBox="1"/>
            <p:nvPr/>
          </p:nvSpPr>
          <p:spPr>
            <a:xfrm>
              <a:off x="1487155" y="1735469"/>
              <a:ext cx="1276350" cy="104139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3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tennis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balls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each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6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tennis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597D808-3777-3011-9DE5-D3ADF878A787}"/>
                </a:ext>
              </a:extLst>
            </p:cNvPr>
            <p:cNvSpPr txBox="1"/>
            <p:nvPr/>
          </p:nvSpPr>
          <p:spPr>
            <a:xfrm>
              <a:off x="1487155" y="1839121"/>
              <a:ext cx="659130" cy="100965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balls.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5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+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6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=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11.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6BE9414-674E-B319-46D4-4EB06B87561A}"/>
                </a:ext>
              </a:extLst>
            </p:cNvPr>
            <p:cNvSpPr txBox="1"/>
            <p:nvPr/>
          </p:nvSpPr>
          <p:spPr>
            <a:xfrm>
              <a:off x="2143705" y="1820178"/>
              <a:ext cx="71628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11.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B2D1A0B-05A2-68C8-44EE-53D85CD8255A}"/>
                </a:ext>
              </a:extLst>
            </p:cNvPr>
            <p:cNvSpPr txBox="1"/>
            <p:nvPr/>
          </p:nvSpPr>
          <p:spPr>
            <a:xfrm>
              <a:off x="4806669" y="1578579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06F5263-977E-6BD2-D8BA-7B55EB663B74}"/>
                </a:ext>
              </a:extLst>
            </p:cNvPr>
            <p:cNvSpPr txBox="1"/>
            <p:nvPr/>
          </p:nvSpPr>
          <p:spPr>
            <a:xfrm>
              <a:off x="4925729" y="1597522"/>
              <a:ext cx="136715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must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place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with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50" dirty="0">
                  <a:latin typeface="Arial"/>
                  <a:cs typeface="Arial"/>
                </a:rPr>
                <a:t>a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135B34E-8C36-5A45-51E6-2FB9AA29A918}"/>
                </a:ext>
              </a:extLst>
            </p:cNvPr>
            <p:cNvSpPr txBox="1"/>
            <p:nvPr/>
          </p:nvSpPr>
          <p:spPr>
            <a:xfrm>
              <a:off x="4819369" y="1701174"/>
              <a:ext cx="132778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lot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people.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Race</a:t>
              </a:r>
              <a:r>
                <a:rPr sz="700" spc="-10" dirty="0">
                  <a:latin typeface="Arial"/>
                  <a:cs typeface="Arial"/>
                </a:rPr>
                <a:t> tracks,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desert,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FBE2AFB-3477-3CE4-8827-6C1E719BFA4B}"/>
                </a:ext>
              </a:extLst>
            </p:cNvPr>
            <p:cNvSpPr txBox="1"/>
            <p:nvPr/>
          </p:nvSpPr>
          <p:spPr>
            <a:xfrm>
              <a:off x="4819369" y="1804826"/>
              <a:ext cx="132778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spc="-10" dirty="0">
                  <a:latin typeface="Arial"/>
                  <a:cs typeface="Arial"/>
                </a:rPr>
                <a:t>apartments, </a:t>
              </a:r>
              <a:r>
                <a:rPr sz="700" dirty="0">
                  <a:latin typeface="Arial"/>
                  <a:cs typeface="Arial"/>
                </a:rPr>
                <a:t>and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roadblocks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don't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4ED03B6-2396-23F2-B226-B2D40D2348A1}"/>
                </a:ext>
              </a:extLst>
            </p:cNvPr>
            <p:cNvSpPr txBox="1"/>
            <p:nvPr/>
          </p:nvSpPr>
          <p:spPr>
            <a:xfrm>
              <a:off x="4819369" y="1908478"/>
              <a:ext cx="137985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have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lot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people,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but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populated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6AA5766-39FF-DF21-EFAF-76209594A534}"/>
                </a:ext>
              </a:extLst>
            </p:cNvPr>
            <p:cNvSpPr txBox="1"/>
            <p:nvPr/>
          </p:nvSpPr>
          <p:spPr>
            <a:xfrm>
              <a:off x="4819369" y="2012130"/>
              <a:ext cx="381000" cy="100965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areas</a:t>
              </a:r>
              <a:r>
                <a:rPr sz="700" spc="-35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do.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6653C1D-61D4-3453-730B-864E180C50A9}"/>
                </a:ext>
              </a:extLst>
            </p:cNvPr>
            <p:cNvSpPr txBox="1"/>
            <p:nvPr/>
          </p:nvSpPr>
          <p:spPr>
            <a:xfrm>
              <a:off x="5199341" y="1993186"/>
              <a:ext cx="83566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(b).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08C88D6-C713-DB23-8DC2-1B6558BC6B4E}"/>
                </a:ext>
              </a:extLst>
            </p:cNvPr>
            <p:cNvSpPr txBox="1"/>
            <p:nvPr/>
          </p:nvSpPr>
          <p:spPr>
            <a:xfrm>
              <a:off x="1474455" y="2752687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DB0876F1-653D-7703-B86B-30974CD173FF}"/>
                </a:ext>
              </a:extLst>
            </p:cNvPr>
            <p:cNvSpPr txBox="1"/>
            <p:nvPr/>
          </p:nvSpPr>
          <p:spPr>
            <a:xfrm>
              <a:off x="1593515" y="2771631"/>
              <a:ext cx="133540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density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pear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about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0.6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F06F6D8-FEC1-16BD-1816-B549FF023D27}"/>
                </a:ext>
              </a:extLst>
            </p:cNvPr>
            <p:cNvSpPr txBox="1"/>
            <p:nvPr/>
          </p:nvSpPr>
          <p:spPr>
            <a:xfrm>
              <a:off x="1487155" y="2875283"/>
              <a:ext cx="130619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spc="-10" dirty="0">
                  <a:latin typeface="Arial"/>
                  <a:cs typeface="Arial"/>
                </a:rPr>
                <a:t>g/cm^3, </a:t>
              </a:r>
              <a:r>
                <a:rPr sz="700" dirty="0">
                  <a:latin typeface="Arial"/>
                  <a:cs typeface="Arial"/>
                </a:rPr>
                <a:t>which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less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than</a:t>
              </a:r>
              <a:r>
                <a:rPr sz="700" spc="-10" dirty="0">
                  <a:latin typeface="Arial"/>
                  <a:cs typeface="Arial"/>
                </a:rPr>
                <a:t> water.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79C0F4D-AA36-1AE3-F700-BF811FCDF9DB}"/>
                </a:ext>
              </a:extLst>
            </p:cNvPr>
            <p:cNvSpPr txBox="1"/>
            <p:nvPr/>
          </p:nvSpPr>
          <p:spPr>
            <a:xfrm>
              <a:off x="1487155" y="2978935"/>
              <a:ext cx="97980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Thus,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pear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would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float.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2789AC3-9950-807F-6F2C-38848FEB659B}"/>
                </a:ext>
              </a:extLst>
            </p:cNvPr>
            <p:cNvSpPr txBox="1"/>
            <p:nvPr/>
          </p:nvSpPr>
          <p:spPr>
            <a:xfrm>
              <a:off x="2465885" y="2959991"/>
              <a:ext cx="28067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the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6B545D0C-6F7A-FC1D-65E7-9B800B22FFB9}"/>
                </a:ext>
              </a:extLst>
            </p:cNvPr>
            <p:cNvSpPr txBox="1"/>
            <p:nvPr/>
          </p:nvSpPr>
          <p:spPr>
            <a:xfrm>
              <a:off x="1474455" y="3063643"/>
              <a:ext cx="54610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no.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F10C7E4-0569-0C71-EEB8-9737EC1674CA}"/>
                </a:ext>
              </a:extLst>
            </p:cNvPr>
            <p:cNvSpPr txBox="1"/>
            <p:nvPr/>
          </p:nvSpPr>
          <p:spPr>
            <a:xfrm>
              <a:off x="3140562" y="2941091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411169F2-955E-5D17-C96C-2A453F11CB73}"/>
                </a:ext>
              </a:extLst>
            </p:cNvPr>
            <p:cNvSpPr txBox="1"/>
            <p:nvPr/>
          </p:nvSpPr>
          <p:spPr>
            <a:xfrm>
              <a:off x="3261218" y="2960034"/>
              <a:ext cx="111442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One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day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after</a:t>
              </a:r>
              <a:r>
                <a:rPr sz="700" spc="-10" dirty="0">
                  <a:latin typeface="Arial"/>
                  <a:cs typeface="Arial"/>
                </a:rPr>
                <a:t> 06/01/1943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is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A510D510-5031-6854-F66B-DBA468D836DE}"/>
                </a:ext>
              </a:extLst>
            </p:cNvPr>
            <p:cNvSpPr txBox="1"/>
            <p:nvPr/>
          </p:nvSpPr>
          <p:spPr>
            <a:xfrm>
              <a:off x="3153262" y="3063686"/>
              <a:ext cx="1428750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spc="-10" dirty="0">
                  <a:latin typeface="Arial"/>
                  <a:cs typeface="Arial"/>
                </a:rPr>
                <a:t>06/02/1943,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so today is </a:t>
              </a:r>
              <a:r>
                <a:rPr sz="700" spc="-10" dirty="0">
                  <a:latin typeface="Arial"/>
                  <a:cs typeface="Arial"/>
                </a:rPr>
                <a:t>06/02/1943.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473A65A5-6D14-1580-F96A-21141C2DF423}"/>
                </a:ext>
              </a:extLst>
            </p:cNvPr>
            <p:cNvSpPr txBox="1"/>
            <p:nvPr/>
          </p:nvSpPr>
          <p:spPr>
            <a:xfrm>
              <a:off x="3153262" y="3167338"/>
              <a:ext cx="1428750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10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days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before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today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05/23/1943.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A1876890-1061-741A-FCDD-8CC15B4FA978}"/>
                </a:ext>
              </a:extLst>
            </p:cNvPr>
            <p:cNvSpPr txBox="1"/>
            <p:nvPr/>
          </p:nvSpPr>
          <p:spPr>
            <a:xfrm>
              <a:off x="3140562" y="3252046"/>
              <a:ext cx="116967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05/23/1943.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5BDB0168-4848-1C98-7CB4-58D760CD193D}"/>
                </a:ext>
              </a:extLst>
            </p:cNvPr>
            <p:cNvSpPr txBox="1"/>
            <p:nvPr/>
          </p:nvSpPr>
          <p:spPr>
            <a:xfrm>
              <a:off x="4806669" y="2941091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125C1985-8D32-ED58-3ED0-24F88FED9553}"/>
                </a:ext>
              </a:extLst>
            </p:cNvPr>
            <p:cNvSpPr txBox="1"/>
            <p:nvPr/>
          </p:nvSpPr>
          <p:spPr>
            <a:xfrm>
              <a:off x="4927324" y="2960034"/>
              <a:ext cx="1333500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Joao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Moutinho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soccer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player.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AA7CA66F-3C29-FC81-AA77-073A0B8C842E}"/>
                </a:ext>
              </a:extLst>
            </p:cNvPr>
            <p:cNvSpPr txBox="1"/>
            <p:nvPr/>
          </p:nvSpPr>
          <p:spPr>
            <a:xfrm>
              <a:off x="4819369" y="3063686"/>
              <a:ext cx="1310640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The NFC </a:t>
              </a:r>
              <a:r>
                <a:rPr sz="700" spc="-10" dirty="0">
                  <a:latin typeface="Arial"/>
                  <a:cs typeface="Arial"/>
                </a:rPr>
                <a:t>championship</a:t>
              </a:r>
              <a:r>
                <a:rPr sz="700" spc="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 part </a:t>
              </a:r>
              <a:r>
                <a:rPr sz="700" spc="-25" dirty="0">
                  <a:latin typeface="Arial"/>
                  <a:cs typeface="Arial"/>
                </a:rPr>
                <a:t>of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71D246C7-28F9-FB0F-8557-FDBE92D757FF}"/>
                </a:ext>
              </a:extLst>
            </p:cNvPr>
            <p:cNvSpPr txBox="1"/>
            <p:nvPr/>
          </p:nvSpPr>
          <p:spPr>
            <a:xfrm>
              <a:off x="4819369" y="3167338"/>
              <a:ext cx="1158240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spc="-10" dirty="0">
                  <a:latin typeface="Arial"/>
                  <a:cs typeface="Arial"/>
                </a:rPr>
                <a:t>American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football,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not</a:t>
              </a:r>
              <a:r>
                <a:rPr sz="700" spc="-10" dirty="0">
                  <a:latin typeface="Arial"/>
                  <a:cs typeface="Arial"/>
                </a:rPr>
                <a:t> soccer.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6FFECCB-EEA8-A4C9-B25A-79C40D7C8636}"/>
                </a:ext>
              </a:extLst>
            </p:cNvPr>
            <p:cNvSpPr txBox="1"/>
            <p:nvPr/>
          </p:nvSpPr>
          <p:spPr>
            <a:xfrm>
              <a:off x="5989435" y="3148394"/>
              <a:ext cx="28067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the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3CDC8F2-852A-3075-B132-107B01C70E2C}"/>
                </a:ext>
              </a:extLst>
            </p:cNvPr>
            <p:cNvSpPr txBox="1"/>
            <p:nvPr/>
          </p:nvSpPr>
          <p:spPr>
            <a:xfrm>
              <a:off x="4806669" y="3252046"/>
              <a:ext cx="54610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no.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20CF713F-838C-1486-0977-C3E01F27D047}"/>
                </a:ext>
              </a:extLst>
            </p:cNvPr>
            <p:cNvSpPr txBox="1"/>
            <p:nvPr/>
          </p:nvSpPr>
          <p:spPr>
            <a:xfrm>
              <a:off x="3144401" y="4168338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C7B63FC5-4F28-F5C6-DA24-1A56323CE849}"/>
                </a:ext>
              </a:extLst>
            </p:cNvPr>
            <p:cNvSpPr txBox="1"/>
            <p:nvPr/>
          </p:nvSpPr>
          <p:spPr>
            <a:xfrm>
              <a:off x="3263461" y="4187282"/>
              <a:ext cx="1348105" cy="104139"/>
            </a:xfrm>
            <a:prstGeom prst="rect">
              <a:avLst/>
            </a:prstGeom>
            <a:solidFill>
              <a:srgbClr val="56C1FF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last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letter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“Lady”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“y”.</a:t>
              </a:r>
              <a:r>
                <a:rPr sz="700" spc="-35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The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6804786-5F6D-7D86-71DF-7FDB58FBC912}"/>
                </a:ext>
              </a:extLst>
            </p:cNvPr>
            <p:cNvSpPr txBox="1"/>
            <p:nvPr/>
          </p:nvSpPr>
          <p:spPr>
            <a:xfrm>
              <a:off x="3157101" y="4290934"/>
              <a:ext cx="1026160" cy="104139"/>
            </a:xfrm>
            <a:prstGeom prst="rect">
              <a:avLst/>
            </a:prstGeom>
            <a:solidFill>
              <a:srgbClr val="56C1FF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last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letter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“Gaga”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“a”.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08121909-056A-E51E-FFD6-05921587971C}"/>
                </a:ext>
              </a:extLst>
            </p:cNvPr>
            <p:cNvSpPr txBox="1"/>
            <p:nvPr/>
          </p:nvSpPr>
          <p:spPr>
            <a:xfrm>
              <a:off x="3157101" y="4394586"/>
              <a:ext cx="1092835" cy="104139"/>
            </a:xfrm>
            <a:prstGeom prst="rect">
              <a:avLst/>
            </a:prstGeom>
            <a:solidFill>
              <a:srgbClr val="56C1FF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spc="-10" dirty="0">
                  <a:latin typeface="Arial"/>
                  <a:cs typeface="Arial"/>
                </a:rPr>
                <a:t>Concatenating</a:t>
              </a:r>
              <a:r>
                <a:rPr sz="700" spc="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them</a:t>
              </a:r>
              <a:r>
                <a:rPr sz="700" spc="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1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“ya”.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CED889AD-2882-88E4-C36C-7B56574E37AB}"/>
                </a:ext>
              </a:extLst>
            </p:cNvPr>
            <p:cNvSpPr txBox="1"/>
            <p:nvPr/>
          </p:nvSpPr>
          <p:spPr>
            <a:xfrm>
              <a:off x="4248615" y="4375642"/>
              <a:ext cx="28067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the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42ADEEB-0FEA-9307-4014-0DF4C985201B}"/>
                </a:ext>
              </a:extLst>
            </p:cNvPr>
            <p:cNvSpPr txBox="1"/>
            <p:nvPr/>
          </p:nvSpPr>
          <p:spPr>
            <a:xfrm>
              <a:off x="3144401" y="4479294"/>
              <a:ext cx="5410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ya.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849A2C4-1B0F-DE5D-F9DA-4193FD91DCAD}"/>
                </a:ext>
              </a:extLst>
            </p:cNvPr>
            <p:cNvSpPr txBox="1"/>
            <p:nvPr/>
          </p:nvSpPr>
          <p:spPr>
            <a:xfrm>
              <a:off x="4810508" y="4169618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64594ED8-B54A-54F2-6600-0F7435B0C577}"/>
                </a:ext>
              </a:extLst>
            </p:cNvPr>
            <p:cNvSpPr txBox="1"/>
            <p:nvPr/>
          </p:nvSpPr>
          <p:spPr>
            <a:xfrm>
              <a:off x="4929568" y="4188562"/>
              <a:ext cx="1354455" cy="104139"/>
            </a:xfrm>
            <a:prstGeom prst="rect">
              <a:avLst/>
            </a:prstGeom>
            <a:solidFill>
              <a:srgbClr val="4FC3F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coin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was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flipped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by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Maybelle.</a:t>
              </a:r>
              <a:endParaRPr sz="700" dirty="0">
                <a:latin typeface="Arial"/>
                <a:cs typeface="Arial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5DA61029-CCFB-E1D2-7DCB-F681267AFD51}"/>
                </a:ext>
              </a:extLst>
            </p:cNvPr>
            <p:cNvSpPr txBox="1"/>
            <p:nvPr/>
          </p:nvSpPr>
          <p:spPr>
            <a:xfrm>
              <a:off x="4823208" y="4292214"/>
              <a:ext cx="1460500" cy="104139"/>
            </a:xfrm>
            <a:prstGeom prst="rect">
              <a:avLst/>
            </a:prstGeom>
            <a:solidFill>
              <a:srgbClr val="4FC3F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coin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was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flipped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1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time,</a:t>
              </a:r>
              <a:r>
                <a:rPr sz="700" spc="-20" dirty="0">
                  <a:latin typeface="Arial"/>
                  <a:cs typeface="Arial"/>
                </a:rPr>
                <a:t> which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98001008-54D2-7207-F069-739C2CF549EE}"/>
                </a:ext>
              </a:extLst>
            </p:cNvPr>
            <p:cNvSpPr txBox="1"/>
            <p:nvPr/>
          </p:nvSpPr>
          <p:spPr>
            <a:xfrm>
              <a:off x="4823208" y="4395866"/>
              <a:ext cx="1383030" cy="104139"/>
            </a:xfrm>
            <a:prstGeom prst="rect">
              <a:avLst/>
            </a:prstGeom>
            <a:solidFill>
              <a:srgbClr val="4FC3F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odd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number.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coin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started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9A2FDFC5-331A-AF36-652B-5D0A19C4C362}"/>
                </a:ext>
              </a:extLst>
            </p:cNvPr>
            <p:cNvSpPr txBox="1"/>
            <p:nvPr/>
          </p:nvSpPr>
          <p:spPr>
            <a:xfrm>
              <a:off x="4823208" y="4499517"/>
              <a:ext cx="1460500" cy="104139"/>
            </a:xfrm>
            <a:prstGeom prst="rect">
              <a:avLst/>
            </a:prstGeom>
            <a:solidFill>
              <a:srgbClr val="4FC3F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heads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up,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after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odd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number</a:t>
              </a:r>
              <a:r>
                <a:rPr sz="700" spc="-25" dirty="0">
                  <a:latin typeface="Arial"/>
                  <a:cs typeface="Arial"/>
                </a:rPr>
                <a:t> of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14D386DF-F5C1-6F09-0D0B-D82644C1CAED}"/>
                </a:ext>
              </a:extLst>
            </p:cNvPr>
            <p:cNvSpPr txBox="1"/>
            <p:nvPr/>
          </p:nvSpPr>
          <p:spPr>
            <a:xfrm>
              <a:off x="4823208" y="4603169"/>
              <a:ext cx="861694" cy="104139"/>
            </a:xfrm>
            <a:prstGeom prst="rect">
              <a:avLst/>
            </a:prstGeom>
            <a:solidFill>
              <a:srgbClr val="4FC3F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flips,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it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will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be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tails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up.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1FFA868D-2808-6B78-7452-016C56841D75}"/>
                </a:ext>
              </a:extLst>
            </p:cNvPr>
            <p:cNvSpPr txBox="1"/>
            <p:nvPr/>
          </p:nvSpPr>
          <p:spPr>
            <a:xfrm>
              <a:off x="5683980" y="4584225"/>
              <a:ext cx="589915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answer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FEC7E023-74C6-4C37-CBFC-DB3C1D11E2B8}"/>
                </a:ext>
              </a:extLst>
            </p:cNvPr>
            <p:cNvSpPr txBox="1"/>
            <p:nvPr/>
          </p:nvSpPr>
          <p:spPr>
            <a:xfrm>
              <a:off x="4810508" y="4687877"/>
              <a:ext cx="236854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no.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45" name="object 45">
              <a:extLst>
                <a:ext uri="{FF2B5EF4-FFF2-40B4-BE49-F238E27FC236}">
                  <a16:creationId xmlns:a16="http://schemas.microsoft.com/office/drawing/2014/main" id="{8B413344-5728-F1B1-FE77-E05A9E937BFE}"/>
                </a:ext>
              </a:extLst>
            </p:cNvPr>
            <p:cNvGrpSpPr/>
            <p:nvPr/>
          </p:nvGrpSpPr>
          <p:grpSpPr>
            <a:xfrm>
              <a:off x="1397843" y="927785"/>
              <a:ext cx="1652270" cy="1275080"/>
              <a:chOff x="1397843" y="927785"/>
              <a:chExt cx="1652270" cy="1275080"/>
            </a:xfrm>
          </p:grpSpPr>
          <p:sp>
            <p:nvSpPr>
              <p:cNvPr id="46" name="object 46">
                <a:extLst>
                  <a:ext uri="{FF2B5EF4-FFF2-40B4-BE49-F238E27FC236}">
                    <a16:creationId xmlns:a16="http://schemas.microsoft.com/office/drawing/2014/main" id="{8E89B209-B647-A810-6FD3-5AC1222C9230}"/>
                  </a:ext>
                </a:extLst>
              </p:cNvPr>
              <p:cNvSpPr/>
              <p:nvPr/>
            </p:nvSpPr>
            <p:spPr>
              <a:xfrm>
                <a:off x="1403875" y="975478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5" h="1221105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7">
                <a:extLst>
                  <a:ext uri="{FF2B5EF4-FFF2-40B4-BE49-F238E27FC236}">
                    <a16:creationId xmlns:a16="http://schemas.microsoft.com/office/drawing/2014/main" id="{4C026F94-E81C-6693-8A25-60959BC6B95D}"/>
                  </a:ext>
                </a:extLst>
              </p:cNvPr>
              <p:cNvSpPr/>
              <p:nvPr/>
            </p:nvSpPr>
            <p:spPr>
              <a:xfrm>
                <a:off x="1504430" y="933875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4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8"/>
                    </a:lnTo>
                    <a:lnTo>
                      <a:pt x="201" y="58456"/>
                    </a:lnTo>
                    <a:lnTo>
                      <a:pt x="0" y="65680"/>
                    </a:lnTo>
                    <a:lnTo>
                      <a:pt x="201" y="72904"/>
                    </a:lnTo>
                    <a:lnTo>
                      <a:pt x="16844" y="114573"/>
                    </a:lnTo>
                    <a:lnTo>
                      <a:pt x="57067" y="130956"/>
                    </a:lnTo>
                    <a:lnTo>
                      <a:pt x="70888" y="131360"/>
                    </a:lnTo>
                    <a:lnTo>
                      <a:pt x="1367946" y="131360"/>
                    </a:lnTo>
                    <a:lnTo>
                      <a:pt x="1412452" y="122239"/>
                    </a:lnTo>
                    <a:lnTo>
                      <a:pt x="1436842" y="88157"/>
                    </a:lnTo>
                    <a:lnTo>
                      <a:pt x="1438834" y="65680"/>
                    </a:lnTo>
                    <a:lnTo>
                      <a:pt x="1438632" y="58456"/>
                    </a:lnTo>
                    <a:lnTo>
                      <a:pt x="1421990" y="16788"/>
                    </a:lnTo>
                    <a:lnTo>
                      <a:pt x="1381767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34A85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8">
                <a:extLst>
                  <a:ext uri="{FF2B5EF4-FFF2-40B4-BE49-F238E27FC236}">
                    <a16:creationId xmlns:a16="http://schemas.microsoft.com/office/drawing/2014/main" id="{AEFD27FD-0986-2496-313B-17D9C0F19B57}"/>
                  </a:ext>
                </a:extLst>
              </p:cNvPr>
              <p:cNvSpPr/>
              <p:nvPr/>
            </p:nvSpPr>
            <p:spPr>
              <a:xfrm>
                <a:off x="1504430" y="933817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80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BCE111D9-5476-A017-DAF0-2AD4FEAD9F65}"/>
                </a:ext>
              </a:extLst>
            </p:cNvPr>
            <p:cNvSpPr txBox="1"/>
            <p:nvPr/>
          </p:nvSpPr>
          <p:spPr>
            <a:xfrm>
              <a:off x="1474455" y="937671"/>
              <a:ext cx="1492885" cy="59944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01600">
                <a:lnSpc>
                  <a:spcPct val="100000"/>
                </a:lnSpc>
                <a:spcBef>
                  <a:spcPts val="105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Math</a:t>
              </a:r>
              <a:r>
                <a:rPr sz="600" spc="-20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Word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Problems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(free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spc="-10" dirty="0">
                  <a:latin typeface="Helvetica Neue Medium"/>
                  <a:cs typeface="Helvetica Neue Medium"/>
                </a:rPr>
                <a:t>response)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550"/>
                </a:spcBef>
              </a:pPr>
              <a:r>
                <a:rPr sz="700" dirty="0">
                  <a:latin typeface="Arial"/>
                  <a:cs typeface="Arial"/>
                </a:rPr>
                <a:t>Q: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Roger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has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5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tennis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balls.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He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buys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2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more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cans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tennis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balls.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Each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can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has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3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tennis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balls.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How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many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tennis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balls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does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have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now?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50" name="object 50">
              <a:extLst>
                <a:ext uri="{FF2B5EF4-FFF2-40B4-BE49-F238E27FC236}">
                  <a16:creationId xmlns:a16="http://schemas.microsoft.com/office/drawing/2014/main" id="{4B818DEA-3DE1-A251-A91F-157125BC14C6}"/>
                </a:ext>
              </a:extLst>
            </p:cNvPr>
            <p:cNvGrpSpPr/>
            <p:nvPr/>
          </p:nvGrpSpPr>
          <p:grpSpPr>
            <a:xfrm>
              <a:off x="3064224" y="928059"/>
              <a:ext cx="3317875" cy="1274445"/>
              <a:chOff x="3064224" y="928059"/>
              <a:chExt cx="3317875" cy="1274445"/>
            </a:xfrm>
          </p:grpSpPr>
          <p:sp>
            <p:nvSpPr>
              <p:cNvPr id="51" name="object 51">
                <a:extLst>
                  <a:ext uri="{FF2B5EF4-FFF2-40B4-BE49-F238E27FC236}">
                    <a16:creationId xmlns:a16="http://schemas.microsoft.com/office/drawing/2014/main" id="{B4A3CBD6-4D7B-AC34-3124-62A9E952B3D6}"/>
                  </a:ext>
                </a:extLst>
              </p:cNvPr>
              <p:cNvSpPr/>
              <p:nvPr/>
            </p:nvSpPr>
            <p:spPr>
              <a:xfrm>
                <a:off x="3069982" y="975478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4" h="1221105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2">
                <a:extLst>
                  <a:ext uri="{FF2B5EF4-FFF2-40B4-BE49-F238E27FC236}">
                    <a16:creationId xmlns:a16="http://schemas.microsoft.com/office/drawing/2014/main" id="{E4E8EC90-F984-539C-58B6-AE558E735C30}"/>
                  </a:ext>
                </a:extLst>
              </p:cNvPr>
              <p:cNvSpPr/>
              <p:nvPr/>
            </p:nvSpPr>
            <p:spPr>
              <a:xfrm>
                <a:off x="3170538" y="933875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4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8"/>
                    </a:lnTo>
                    <a:lnTo>
                      <a:pt x="201" y="58456"/>
                    </a:lnTo>
                    <a:lnTo>
                      <a:pt x="0" y="65680"/>
                    </a:lnTo>
                    <a:lnTo>
                      <a:pt x="201" y="72904"/>
                    </a:lnTo>
                    <a:lnTo>
                      <a:pt x="16844" y="114573"/>
                    </a:lnTo>
                    <a:lnTo>
                      <a:pt x="57067" y="130956"/>
                    </a:lnTo>
                    <a:lnTo>
                      <a:pt x="70888" y="131360"/>
                    </a:lnTo>
                    <a:lnTo>
                      <a:pt x="1367946" y="131360"/>
                    </a:lnTo>
                    <a:lnTo>
                      <a:pt x="1412452" y="122239"/>
                    </a:lnTo>
                    <a:lnTo>
                      <a:pt x="1436842" y="88157"/>
                    </a:lnTo>
                    <a:lnTo>
                      <a:pt x="1438834" y="65680"/>
                    </a:lnTo>
                    <a:lnTo>
                      <a:pt x="1438632" y="58456"/>
                    </a:lnTo>
                    <a:lnTo>
                      <a:pt x="1421990" y="16788"/>
                    </a:lnTo>
                    <a:lnTo>
                      <a:pt x="1381767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34A85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3">
                <a:extLst>
                  <a:ext uri="{FF2B5EF4-FFF2-40B4-BE49-F238E27FC236}">
                    <a16:creationId xmlns:a16="http://schemas.microsoft.com/office/drawing/2014/main" id="{17674DFA-F0D7-1DD1-19BC-1027ED1E241A}"/>
                  </a:ext>
                </a:extLst>
              </p:cNvPr>
              <p:cNvSpPr/>
              <p:nvPr/>
            </p:nvSpPr>
            <p:spPr>
              <a:xfrm>
                <a:off x="3170537" y="933817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80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54">
                <a:extLst>
                  <a:ext uri="{FF2B5EF4-FFF2-40B4-BE49-F238E27FC236}">
                    <a16:creationId xmlns:a16="http://schemas.microsoft.com/office/drawing/2014/main" id="{CA5C7A8B-E418-86D8-4912-5B05976C36B5}"/>
                  </a:ext>
                </a:extLst>
              </p:cNvPr>
              <p:cNvSpPr/>
              <p:nvPr/>
            </p:nvSpPr>
            <p:spPr>
              <a:xfrm>
                <a:off x="4736089" y="975478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4" h="1221105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>
                <a:extLst>
                  <a:ext uri="{FF2B5EF4-FFF2-40B4-BE49-F238E27FC236}">
                    <a16:creationId xmlns:a16="http://schemas.microsoft.com/office/drawing/2014/main" id="{6166BEDA-A271-A699-01AA-042307FD88FC}"/>
                  </a:ext>
                </a:extLst>
              </p:cNvPr>
              <p:cNvSpPr/>
              <p:nvPr/>
            </p:nvSpPr>
            <p:spPr>
              <a:xfrm>
                <a:off x="4836645" y="933875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4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8"/>
                    </a:lnTo>
                    <a:lnTo>
                      <a:pt x="201" y="58456"/>
                    </a:lnTo>
                    <a:lnTo>
                      <a:pt x="0" y="65680"/>
                    </a:lnTo>
                    <a:lnTo>
                      <a:pt x="201" y="72904"/>
                    </a:lnTo>
                    <a:lnTo>
                      <a:pt x="16844" y="114573"/>
                    </a:lnTo>
                    <a:lnTo>
                      <a:pt x="57067" y="130956"/>
                    </a:lnTo>
                    <a:lnTo>
                      <a:pt x="70888" y="131360"/>
                    </a:lnTo>
                    <a:lnTo>
                      <a:pt x="1367946" y="131360"/>
                    </a:lnTo>
                    <a:lnTo>
                      <a:pt x="1412452" y="122239"/>
                    </a:lnTo>
                    <a:lnTo>
                      <a:pt x="1436841" y="88157"/>
                    </a:lnTo>
                    <a:lnTo>
                      <a:pt x="1438833" y="65680"/>
                    </a:lnTo>
                    <a:lnTo>
                      <a:pt x="1438631" y="58456"/>
                    </a:lnTo>
                    <a:lnTo>
                      <a:pt x="1421989" y="16788"/>
                    </a:lnTo>
                    <a:lnTo>
                      <a:pt x="1381768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FF98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56">
                <a:extLst>
                  <a:ext uri="{FF2B5EF4-FFF2-40B4-BE49-F238E27FC236}">
                    <a16:creationId xmlns:a16="http://schemas.microsoft.com/office/drawing/2014/main" id="{61F3B541-7CB4-38E5-54D7-4B34F40CEDFF}"/>
                  </a:ext>
                </a:extLst>
              </p:cNvPr>
              <p:cNvSpPr/>
              <p:nvPr/>
            </p:nvSpPr>
            <p:spPr>
              <a:xfrm>
                <a:off x="4836644" y="933817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80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CAE651A3-51D2-9B4A-8D4E-384D76898C2A}"/>
                </a:ext>
              </a:extLst>
            </p:cNvPr>
            <p:cNvSpPr txBox="1"/>
            <p:nvPr/>
          </p:nvSpPr>
          <p:spPr>
            <a:xfrm>
              <a:off x="4806669" y="937671"/>
              <a:ext cx="1483360" cy="56578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350520">
                <a:lnSpc>
                  <a:spcPct val="100000"/>
                </a:lnSpc>
                <a:spcBef>
                  <a:spcPts val="105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CSQA </a:t>
              </a:r>
              <a:r>
                <a:rPr sz="600" spc="-10" dirty="0">
                  <a:latin typeface="Helvetica Neue Medium"/>
                  <a:cs typeface="Helvetica Neue Medium"/>
                </a:rPr>
                <a:t>(commonsense)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580"/>
                </a:spcBef>
              </a:pPr>
              <a:r>
                <a:rPr sz="700" dirty="0">
                  <a:latin typeface="Arial"/>
                  <a:cs typeface="Arial"/>
                </a:rPr>
                <a:t>Q: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Sammy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wanted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go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where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the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people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were.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Where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might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he</a:t>
              </a:r>
              <a:r>
                <a:rPr sz="700" spc="-25" dirty="0">
                  <a:latin typeface="Arial"/>
                  <a:cs typeface="Arial"/>
                </a:rPr>
                <a:t> go?</a:t>
              </a:r>
              <a:endParaRPr sz="700">
                <a:latin typeface="Arial"/>
                <a:cs typeface="Arial"/>
              </a:endParaRPr>
            </a:p>
            <a:p>
              <a:pPr marL="12700">
                <a:lnSpc>
                  <a:spcPts val="635"/>
                </a:lnSpc>
              </a:pPr>
              <a:r>
                <a:rPr sz="550" dirty="0">
                  <a:latin typeface="Arial"/>
                  <a:cs typeface="Arial"/>
                </a:rPr>
                <a:t>Options:</a:t>
              </a:r>
              <a:r>
                <a:rPr sz="550" spc="6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(a)</a:t>
              </a:r>
              <a:r>
                <a:rPr sz="550" spc="6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race</a:t>
              </a:r>
              <a:r>
                <a:rPr sz="550" spc="6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track</a:t>
              </a:r>
              <a:r>
                <a:rPr sz="550" spc="6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(b)</a:t>
              </a:r>
              <a:r>
                <a:rPr sz="550" spc="6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populated</a:t>
              </a:r>
              <a:r>
                <a:rPr sz="550" spc="70" dirty="0">
                  <a:latin typeface="Arial"/>
                  <a:cs typeface="Arial"/>
                </a:rPr>
                <a:t> </a:t>
              </a:r>
              <a:r>
                <a:rPr sz="550" spc="-20" dirty="0">
                  <a:latin typeface="Arial"/>
                  <a:cs typeface="Arial"/>
                </a:rPr>
                <a:t>areas</a:t>
              </a:r>
              <a:endParaRPr sz="55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550" dirty="0">
                  <a:latin typeface="Arial"/>
                  <a:cs typeface="Arial"/>
                </a:rPr>
                <a:t>(c)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desert</a:t>
              </a:r>
              <a:r>
                <a:rPr sz="550" spc="5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(d)</a:t>
              </a:r>
              <a:r>
                <a:rPr sz="550" spc="5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apartment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(e)</a:t>
              </a:r>
              <a:r>
                <a:rPr sz="550" spc="55" dirty="0">
                  <a:latin typeface="Arial"/>
                  <a:cs typeface="Arial"/>
                </a:rPr>
                <a:t> </a:t>
              </a:r>
              <a:r>
                <a:rPr sz="550" spc="-10" dirty="0">
                  <a:latin typeface="Arial"/>
                  <a:cs typeface="Arial"/>
                </a:rPr>
                <a:t>roadblock</a:t>
              </a:r>
              <a:endParaRPr sz="550">
                <a:latin typeface="Arial"/>
                <a:cs typeface="Arial"/>
              </a:endParaRPr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3D81C3C6-C35C-E1A6-6662-8E364430B92B}"/>
                </a:ext>
              </a:extLst>
            </p:cNvPr>
            <p:cNvSpPr txBox="1"/>
            <p:nvPr/>
          </p:nvSpPr>
          <p:spPr>
            <a:xfrm>
              <a:off x="3140562" y="880726"/>
              <a:ext cx="1478280" cy="609600"/>
            </a:xfrm>
            <a:prstGeom prst="rect">
              <a:avLst/>
            </a:prstGeom>
          </p:spPr>
          <p:txBody>
            <a:bodyPr vert="horz" wrap="square" lIns="0" tIns="65405" rIns="0" bIns="0" rtlCol="0">
              <a:spAutoFit/>
            </a:bodyPr>
            <a:lstStyle/>
            <a:p>
              <a:pPr marL="12700" indent="63500">
                <a:lnSpc>
                  <a:spcPct val="100000"/>
                </a:lnSpc>
                <a:spcBef>
                  <a:spcPts val="515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Math</a:t>
              </a:r>
              <a:r>
                <a:rPr sz="600" spc="-20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Word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Problems</a:t>
              </a:r>
              <a:r>
                <a:rPr sz="600" spc="-20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(multiple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spc="-10" dirty="0">
                  <a:latin typeface="Helvetica Neue Medium"/>
                  <a:cs typeface="Helvetica Neue Medium"/>
                </a:rPr>
                <a:t>choice)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ct val="98700"/>
                </a:lnSpc>
                <a:spcBef>
                  <a:spcPts val="480"/>
                </a:spcBef>
              </a:pPr>
              <a:r>
                <a:rPr sz="700" dirty="0">
                  <a:latin typeface="Arial"/>
                  <a:cs typeface="Arial"/>
                </a:rPr>
                <a:t>Q: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How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many</a:t>
              </a:r>
              <a:r>
                <a:rPr sz="700" spc="-10" dirty="0">
                  <a:latin typeface="Arial"/>
                  <a:cs typeface="Arial"/>
                </a:rPr>
                <a:t> keystrokes </a:t>
              </a:r>
              <a:r>
                <a:rPr sz="700" dirty="0">
                  <a:latin typeface="Arial"/>
                  <a:cs typeface="Arial"/>
                </a:rPr>
                <a:t>are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needed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type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numbers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from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1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500?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Answer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Choices: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(a)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1156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(b)</a:t>
              </a:r>
              <a:r>
                <a:rPr sz="550" spc="55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1392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(c)</a:t>
              </a:r>
              <a:r>
                <a:rPr sz="550" spc="50" dirty="0">
                  <a:latin typeface="Arial"/>
                  <a:cs typeface="Arial"/>
                </a:rPr>
                <a:t> </a:t>
              </a:r>
              <a:r>
                <a:rPr sz="550" spc="-20" dirty="0">
                  <a:latin typeface="Arial"/>
                  <a:cs typeface="Arial"/>
                </a:rPr>
                <a:t>1480</a:t>
              </a:r>
              <a:endParaRPr sz="55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550" dirty="0">
                  <a:latin typeface="Arial"/>
                  <a:cs typeface="Arial"/>
                </a:rPr>
                <a:t>(d)</a:t>
              </a:r>
              <a:r>
                <a:rPr sz="550" spc="4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1562</a:t>
              </a:r>
              <a:r>
                <a:rPr sz="550" spc="40" dirty="0">
                  <a:latin typeface="Arial"/>
                  <a:cs typeface="Arial"/>
                </a:rPr>
                <a:t> </a:t>
              </a:r>
              <a:r>
                <a:rPr sz="550" dirty="0">
                  <a:latin typeface="Arial"/>
                  <a:cs typeface="Arial"/>
                </a:rPr>
                <a:t>(e)</a:t>
              </a:r>
              <a:r>
                <a:rPr sz="550" spc="40" dirty="0">
                  <a:latin typeface="Arial"/>
                  <a:cs typeface="Arial"/>
                </a:rPr>
                <a:t> </a:t>
              </a:r>
              <a:r>
                <a:rPr sz="550" spc="-20" dirty="0">
                  <a:latin typeface="Arial"/>
                  <a:cs typeface="Arial"/>
                </a:rPr>
                <a:t>1788</a:t>
              </a:r>
              <a:endParaRPr sz="550">
                <a:latin typeface="Arial"/>
                <a:cs typeface="Arial"/>
              </a:endParaRPr>
            </a:p>
          </p:txBody>
        </p:sp>
        <p:grpSp>
          <p:nvGrpSpPr>
            <p:cNvPr id="59" name="object 59">
              <a:extLst>
                <a:ext uri="{FF2B5EF4-FFF2-40B4-BE49-F238E27FC236}">
                  <a16:creationId xmlns:a16="http://schemas.microsoft.com/office/drawing/2014/main" id="{FF8839EF-858D-7185-BA39-A4B5DC1DD2CA}"/>
                </a:ext>
              </a:extLst>
            </p:cNvPr>
            <p:cNvGrpSpPr/>
            <p:nvPr/>
          </p:nvGrpSpPr>
          <p:grpSpPr>
            <a:xfrm>
              <a:off x="1397843" y="2269439"/>
              <a:ext cx="1652270" cy="1275080"/>
              <a:chOff x="1397843" y="2269439"/>
              <a:chExt cx="1652270" cy="1275080"/>
            </a:xfrm>
          </p:grpSpPr>
          <p:sp>
            <p:nvSpPr>
              <p:cNvPr id="60" name="object 60">
                <a:extLst>
                  <a:ext uri="{FF2B5EF4-FFF2-40B4-BE49-F238E27FC236}">
                    <a16:creationId xmlns:a16="http://schemas.microsoft.com/office/drawing/2014/main" id="{A1AD97AF-0FF2-CCDB-9B0D-942B30C53F0E}"/>
                  </a:ext>
                </a:extLst>
              </p:cNvPr>
              <p:cNvSpPr/>
              <p:nvPr/>
            </p:nvSpPr>
            <p:spPr>
              <a:xfrm>
                <a:off x="1403875" y="2317131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5" h="1221104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1">
                <a:extLst>
                  <a:ext uri="{FF2B5EF4-FFF2-40B4-BE49-F238E27FC236}">
                    <a16:creationId xmlns:a16="http://schemas.microsoft.com/office/drawing/2014/main" id="{0200EEB2-6A05-D361-65E5-50281E36DDA9}"/>
                  </a:ext>
                </a:extLst>
              </p:cNvPr>
              <p:cNvSpPr/>
              <p:nvPr/>
            </p:nvSpPr>
            <p:spPr>
              <a:xfrm>
                <a:off x="1504430" y="2275529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4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6"/>
                    </a:lnTo>
                    <a:lnTo>
                      <a:pt x="201" y="58455"/>
                    </a:lnTo>
                    <a:lnTo>
                      <a:pt x="0" y="65679"/>
                    </a:lnTo>
                    <a:lnTo>
                      <a:pt x="201" y="72902"/>
                    </a:lnTo>
                    <a:lnTo>
                      <a:pt x="16844" y="114572"/>
                    </a:lnTo>
                    <a:lnTo>
                      <a:pt x="57067" y="130954"/>
                    </a:lnTo>
                    <a:lnTo>
                      <a:pt x="70888" y="131359"/>
                    </a:lnTo>
                    <a:lnTo>
                      <a:pt x="1367946" y="131359"/>
                    </a:lnTo>
                    <a:lnTo>
                      <a:pt x="1412452" y="122237"/>
                    </a:lnTo>
                    <a:lnTo>
                      <a:pt x="1436842" y="88156"/>
                    </a:lnTo>
                    <a:lnTo>
                      <a:pt x="1438834" y="65679"/>
                    </a:lnTo>
                    <a:lnTo>
                      <a:pt x="1438632" y="58455"/>
                    </a:lnTo>
                    <a:lnTo>
                      <a:pt x="1421990" y="16786"/>
                    </a:lnTo>
                    <a:lnTo>
                      <a:pt x="1381767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FF98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2">
                <a:extLst>
                  <a:ext uri="{FF2B5EF4-FFF2-40B4-BE49-F238E27FC236}">
                    <a16:creationId xmlns:a16="http://schemas.microsoft.com/office/drawing/2014/main" id="{DA789F8E-4260-411A-B50A-06B2909FABDE}"/>
                  </a:ext>
                </a:extLst>
              </p:cNvPr>
              <p:cNvSpPr/>
              <p:nvPr/>
            </p:nvSpPr>
            <p:spPr>
              <a:xfrm>
                <a:off x="1504430" y="2275472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80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F2918F6E-1B21-30F7-27DB-742A0B71E423}"/>
                </a:ext>
              </a:extLst>
            </p:cNvPr>
            <p:cNvSpPr txBox="1"/>
            <p:nvPr/>
          </p:nvSpPr>
          <p:spPr>
            <a:xfrm>
              <a:off x="1474455" y="2279325"/>
              <a:ext cx="1358900" cy="39751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546100">
                <a:lnSpc>
                  <a:spcPct val="100000"/>
                </a:lnSpc>
                <a:spcBef>
                  <a:spcPts val="105"/>
                </a:spcBef>
              </a:pPr>
              <a:r>
                <a:rPr sz="600" spc="-10" dirty="0">
                  <a:latin typeface="Helvetica Neue Medium"/>
                  <a:cs typeface="Helvetica Neue Medium"/>
                </a:rPr>
                <a:t>StrategyQA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590"/>
                </a:spcBef>
              </a:pPr>
              <a:r>
                <a:rPr sz="700" dirty="0">
                  <a:latin typeface="Arial"/>
                  <a:cs typeface="Arial"/>
                </a:rPr>
                <a:t>Q: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Yes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no: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Would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pear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sink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in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water?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64" name="object 64">
              <a:extLst>
                <a:ext uri="{FF2B5EF4-FFF2-40B4-BE49-F238E27FC236}">
                  <a16:creationId xmlns:a16="http://schemas.microsoft.com/office/drawing/2014/main" id="{BC13E17C-3EB1-F73A-AE11-3CAFEBEE558E}"/>
                </a:ext>
              </a:extLst>
            </p:cNvPr>
            <p:cNvGrpSpPr/>
            <p:nvPr/>
          </p:nvGrpSpPr>
          <p:grpSpPr>
            <a:xfrm>
              <a:off x="3063949" y="2269439"/>
              <a:ext cx="1652270" cy="1275080"/>
              <a:chOff x="3063949" y="2269439"/>
              <a:chExt cx="1652270" cy="1275080"/>
            </a:xfrm>
          </p:grpSpPr>
          <p:sp>
            <p:nvSpPr>
              <p:cNvPr id="65" name="object 65">
                <a:extLst>
                  <a:ext uri="{FF2B5EF4-FFF2-40B4-BE49-F238E27FC236}">
                    <a16:creationId xmlns:a16="http://schemas.microsoft.com/office/drawing/2014/main" id="{63E5D15D-24B6-CEB7-4F8C-932CE7009265}"/>
                  </a:ext>
                </a:extLst>
              </p:cNvPr>
              <p:cNvSpPr/>
              <p:nvPr/>
            </p:nvSpPr>
            <p:spPr>
              <a:xfrm>
                <a:off x="3069982" y="2317131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4" h="1221104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66">
                <a:extLst>
                  <a:ext uri="{FF2B5EF4-FFF2-40B4-BE49-F238E27FC236}">
                    <a16:creationId xmlns:a16="http://schemas.microsoft.com/office/drawing/2014/main" id="{678CC1FD-8765-477A-8E15-0389998CA756}"/>
                  </a:ext>
                </a:extLst>
              </p:cNvPr>
              <p:cNvSpPr/>
              <p:nvPr/>
            </p:nvSpPr>
            <p:spPr>
              <a:xfrm>
                <a:off x="3170537" y="2275529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4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6"/>
                    </a:lnTo>
                    <a:lnTo>
                      <a:pt x="201" y="58455"/>
                    </a:lnTo>
                    <a:lnTo>
                      <a:pt x="0" y="65679"/>
                    </a:lnTo>
                    <a:lnTo>
                      <a:pt x="201" y="72902"/>
                    </a:lnTo>
                    <a:lnTo>
                      <a:pt x="16844" y="114572"/>
                    </a:lnTo>
                    <a:lnTo>
                      <a:pt x="57067" y="130954"/>
                    </a:lnTo>
                    <a:lnTo>
                      <a:pt x="70888" y="131359"/>
                    </a:lnTo>
                    <a:lnTo>
                      <a:pt x="1367946" y="131359"/>
                    </a:lnTo>
                    <a:lnTo>
                      <a:pt x="1412452" y="122237"/>
                    </a:lnTo>
                    <a:lnTo>
                      <a:pt x="1436842" y="88156"/>
                    </a:lnTo>
                    <a:lnTo>
                      <a:pt x="1438834" y="65679"/>
                    </a:lnTo>
                    <a:lnTo>
                      <a:pt x="1438632" y="58455"/>
                    </a:lnTo>
                    <a:lnTo>
                      <a:pt x="1421990" y="16786"/>
                    </a:lnTo>
                    <a:lnTo>
                      <a:pt x="1381767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FF98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67">
                <a:extLst>
                  <a:ext uri="{FF2B5EF4-FFF2-40B4-BE49-F238E27FC236}">
                    <a16:creationId xmlns:a16="http://schemas.microsoft.com/office/drawing/2014/main" id="{45A291E4-EDAF-795B-14BD-3F6775A9EDC5}"/>
                  </a:ext>
                </a:extLst>
              </p:cNvPr>
              <p:cNvSpPr/>
              <p:nvPr/>
            </p:nvSpPr>
            <p:spPr>
              <a:xfrm>
                <a:off x="3170537" y="2275472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80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D9FBC816-5437-52D6-0A5E-8A0F0C28320F}"/>
                </a:ext>
              </a:extLst>
            </p:cNvPr>
            <p:cNvSpPr txBox="1"/>
            <p:nvPr/>
          </p:nvSpPr>
          <p:spPr>
            <a:xfrm>
              <a:off x="3140562" y="2234653"/>
              <a:ext cx="1482090" cy="630555"/>
            </a:xfrm>
            <a:prstGeom prst="rect">
              <a:avLst/>
            </a:prstGeom>
          </p:spPr>
          <p:txBody>
            <a:bodyPr vert="horz" wrap="square" lIns="0" tIns="57785" rIns="0" bIns="0" rtlCol="0">
              <a:spAutoFit/>
            </a:bodyPr>
            <a:lstStyle/>
            <a:p>
              <a:pPr marL="394970">
                <a:lnSpc>
                  <a:spcPct val="100000"/>
                </a:lnSpc>
                <a:spcBef>
                  <a:spcPts val="455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Date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spc="-10" dirty="0">
                  <a:latin typeface="Helvetica Neue Medium"/>
                  <a:cs typeface="Helvetica Neue Medium"/>
                </a:rPr>
                <a:t>Understanding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445"/>
                </a:spcBef>
              </a:pPr>
              <a:r>
                <a:rPr sz="700" dirty="0">
                  <a:latin typeface="Arial"/>
                  <a:cs typeface="Arial"/>
                </a:rPr>
                <a:t>Q:</a:t>
              </a:r>
              <a:r>
                <a:rPr sz="700" spc="-4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concert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was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scheduled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5" dirty="0">
                  <a:latin typeface="Arial"/>
                  <a:cs typeface="Arial"/>
                </a:rPr>
                <a:t> be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on</a:t>
              </a:r>
              <a:r>
                <a:rPr sz="700" spc="-10" dirty="0">
                  <a:latin typeface="Arial"/>
                  <a:cs typeface="Arial"/>
                </a:rPr>
                <a:t> 06/01/1943,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but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was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delayed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by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one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day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today.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What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date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10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days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ago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in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MM/DD/YYYY?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69" name="object 69">
              <a:extLst>
                <a:ext uri="{FF2B5EF4-FFF2-40B4-BE49-F238E27FC236}">
                  <a16:creationId xmlns:a16="http://schemas.microsoft.com/office/drawing/2014/main" id="{6174E488-419D-86A8-36A5-815B6F77DF60}"/>
                </a:ext>
              </a:extLst>
            </p:cNvPr>
            <p:cNvGrpSpPr/>
            <p:nvPr/>
          </p:nvGrpSpPr>
          <p:grpSpPr>
            <a:xfrm>
              <a:off x="4730331" y="2269713"/>
              <a:ext cx="1651635" cy="1274445"/>
              <a:chOff x="4730331" y="2269713"/>
              <a:chExt cx="1651635" cy="1274445"/>
            </a:xfrm>
          </p:grpSpPr>
          <p:sp>
            <p:nvSpPr>
              <p:cNvPr id="70" name="object 70">
                <a:extLst>
                  <a:ext uri="{FF2B5EF4-FFF2-40B4-BE49-F238E27FC236}">
                    <a16:creationId xmlns:a16="http://schemas.microsoft.com/office/drawing/2014/main" id="{8B2DD0BD-2934-1643-6C24-C8A95B498ED1}"/>
                  </a:ext>
                </a:extLst>
              </p:cNvPr>
              <p:cNvSpPr/>
              <p:nvPr/>
            </p:nvSpPr>
            <p:spPr>
              <a:xfrm>
                <a:off x="4736089" y="2317131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4" h="1221104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71">
                <a:extLst>
                  <a:ext uri="{FF2B5EF4-FFF2-40B4-BE49-F238E27FC236}">
                    <a16:creationId xmlns:a16="http://schemas.microsoft.com/office/drawing/2014/main" id="{7EFCCB6A-D237-EBD8-F6E2-AB6D9F1C24B4}"/>
                  </a:ext>
                </a:extLst>
              </p:cNvPr>
              <p:cNvSpPr/>
              <p:nvPr/>
            </p:nvSpPr>
            <p:spPr>
              <a:xfrm>
                <a:off x="4836644" y="2275529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4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6"/>
                    </a:lnTo>
                    <a:lnTo>
                      <a:pt x="201" y="58455"/>
                    </a:lnTo>
                    <a:lnTo>
                      <a:pt x="0" y="65679"/>
                    </a:lnTo>
                    <a:lnTo>
                      <a:pt x="201" y="72902"/>
                    </a:lnTo>
                    <a:lnTo>
                      <a:pt x="16844" y="114572"/>
                    </a:lnTo>
                    <a:lnTo>
                      <a:pt x="57067" y="130954"/>
                    </a:lnTo>
                    <a:lnTo>
                      <a:pt x="70888" y="131359"/>
                    </a:lnTo>
                    <a:lnTo>
                      <a:pt x="1367946" y="131359"/>
                    </a:lnTo>
                    <a:lnTo>
                      <a:pt x="1412452" y="122237"/>
                    </a:lnTo>
                    <a:lnTo>
                      <a:pt x="1436841" y="88156"/>
                    </a:lnTo>
                    <a:lnTo>
                      <a:pt x="1438833" y="65679"/>
                    </a:lnTo>
                    <a:lnTo>
                      <a:pt x="1438631" y="58455"/>
                    </a:lnTo>
                    <a:lnTo>
                      <a:pt x="1421989" y="16786"/>
                    </a:lnTo>
                    <a:lnTo>
                      <a:pt x="1381768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FF98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72">
                <a:extLst>
                  <a:ext uri="{FF2B5EF4-FFF2-40B4-BE49-F238E27FC236}">
                    <a16:creationId xmlns:a16="http://schemas.microsoft.com/office/drawing/2014/main" id="{6A75D760-C114-70AE-7CF1-F2077EB30948}"/>
                  </a:ext>
                </a:extLst>
              </p:cNvPr>
              <p:cNvSpPr/>
              <p:nvPr/>
            </p:nvSpPr>
            <p:spPr>
              <a:xfrm>
                <a:off x="4836644" y="2275472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80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BFC897DC-349B-E6EE-D71E-FF0F84CF6189}"/>
                </a:ext>
              </a:extLst>
            </p:cNvPr>
            <p:cNvSpPr txBox="1"/>
            <p:nvPr/>
          </p:nvSpPr>
          <p:spPr>
            <a:xfrm>
              <a:off x="4806669" y="2234653"/>
              <a:ext cx="1495425" cy="630555"/>
            </a:xfrm>
            <a:prstGeom prst="rect">
              <a:avLst/>
            </a:prstGeom>
          </p:spPr>
          <p:txBody>
            <a:bodyPr vert="horz" wrap="square" lIns="0" tIns="57785" rIns="0" bIns="0" rtlCol="0">
              <a:spAutoFit/>
            </a:bodyPr>
            <a:lstStyle/>
            <a:p>
              <a:pPr marL="360680">
                <a:lnSpc>
                  <a:spcPct val="100000"/>
                </a:lnSpc>
                <a:spcBef>
                  <a:spcPts val="455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Sports</a:t>
              </a:r>
              <a:r>
                <a:rPr sz="600" spc="15" dirty="0">
                  <a:latin typeface="Helvetica Neue Medium"/>
                  <a:cs typeface="Helvetica Neue Medium"/>
                </a:rPr>
                <a:t> </a:t>
              </a:r>
              <a:r>
                <a:rPr sz="600" spc="-10" dirty="0">
                  <a:latin typeface="Helvetica Neue Medium"/>
                  <a:cs typeface="Helvetica Neue Medium"/>
                </a:rPr>
                <a:t>Understanding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445"/>
                </a:spcBef>
              </a:pPr>
              <a:r>
                <a:rPr sz="700" dirty="0">
                  <a:latin typeface="Arial"/>
                  <a:cs typeface="Arial"/>
                </a:rPr>
                <a:t>Q: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following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sentence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plausible?</a:t>
              </a:r>
              <a:r>
                <a:rPr sz="700" spc="-3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"Joao</a:t>
              </a:r>
              <a:r>
                <a:rPr sz="700" spc="-3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Moutinho</a:t>
              </a:r>
              <a:r>
                <a:rPr sz="700" spc="-3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caught</a:t>
              </a:r>
              <a:r>
                <a:rPr sz="700" spc="-35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the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screen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pass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in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NFC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championship."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74" name="object 74">
              <a:extLst>
                <a:ext uri="{FF2B5EF4-FFF2-40B4-BE49-F238E27FC236}">
                  <a16:creationId xmlns:a16="http://schemas.microsoft.com/office/drawing/2014/main" id="{0BC784E0-DFD8-7F51-7860-17947A33EED2}"/>
                </a:ext>
              </a:extLst>
            </p:cNvPr>
            <p:cNvGrpSpPr/>
            <p:nvPr/>
          </p:nvGrpSpPr>
          <p:grpSpPr>
            <a:xfrm>
              <a:off x="3067788" y="3611092"/>
              <a:ext cx="1652270" cy="1275080"/>
              <a:chOff x="3067788" y="3611092"/>
              <a:chExt cx="1652270" cy="1275080"/>
            </a:xfrm>
          </p:grpSpPr>
          <p:sp>
            <p:nvSpPr>
              <p:cNvPr id="75" name="object 75">
                <a:extLst>
                  <a:ext uri="{FF2B5EF4-FFF2-40B4-BE49-F238E27FC236}">
                    <a16:creationId xmlns:a16="http://schemas.microsoft.com/office/drawing/2014/main" id="{3B256CC0-61F4-0721-0818-A07469537BA8}"/>
                  </a:ext>
                </a:extLst>
              </p:cNvPr>
              <p:cNvSpPr/>
              <p:nvPr/>
            </p:nvSpPr>
            <p:spPr>
              <a:xfrm>
                <a:off x="3073821" y="3658784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4" h="1221104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6">
                <a:extLst>
                  <a:ext uri="{FF2B5EF4-FFF2-40B4-BE49-F238E27FC236}">
                    <a16:creationId xmlns:a16="http://schemas.microsoft.com/office/drawing/2014/main" id="{2C001784-5CE6-99A5-5C4D-610DF64A864F}"/>
                  </a:ext>
                </a:extLst>
              </p:cNvPr>
              <p:cNvSpPr/>
              <p:nvPr/>
            </p:nvSpPr>
            <p:spPr>
              <a:xfrm>
                <a:off x="3174376" y="3617182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5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6"/>
                    </a:lnTo>
                    <a:lnTo>
                      <a:pt x="202" y="58456"/>
                    </a:lnTo>
                    <a:lnTo>
                      <a:pt x="0" y="65679"/>
                    </a:lnTo>
                    <a:lnTo>
                      <a:pt x="202" y="72903"/>
                    </a:lnTo>
                    <a:lnTo>
                      <a:pt x="16844" y="114572"/>
                    </a:lnTo>
                    <a:lnTo>
                      <a:pt x="57067" y="130954"/>
                    </a:lnTo>
                    <a:lnTo>
                      <a:pt x="70888" y="131359"/>
                    </a:lnTo>
                    <a:lnTo>
                      <a:pt x="1367946" y="131359"/>
                    </a:lnTo>
                    <a:lnTo>
                      <a:pt x="1412452" y="122237"/>
                    </a:lnTo>
                    <a:lnTo>
                      <a:pt x="1436842" y="88156"/>
                    </a:lnTo>
                    <a:lnTo>
                      <a:pt x="1438835" y="65679"/>
                    </a:lnTo>
                    <a:lnTo>
                      <a:pt x="1438633" y="58456"/>
                    </a:lnTo>
                    <a:lnTo>
                      <a:pt x="1421990" y="16786"/>
                    </a:lnTo>
                    <a:lnTo>
                      <a:pt x="1381767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4FC3F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7">
                <a:extLst>
                  <a:ext uri="{FF2B5EF4-FFF2-40B4-BE49-F238E27FC236}">
                    <a16:creationId xmlns:a16="http://schemas.microsoft.com/office/drawing/2014/main" id="{9C8ED3CF-42C1-29BA-B979-4C627803B5A2}"/>
                  </a:ext>
                </a:extLst>
              </p:cNvPr>
              <p:cNvSpPr/>
              <p:nvPr/>
            </p:nvSpPr>
            <p:spPr>
              <a:xfrm>
                <a:off x="3174376" y="3617125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79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82E7829A-6823-806F-D4FA-C909EA468957}"/>
                </a:ext>
              </a:extLst>
            </p:cNvPr>
            <p:cNvSpPr txBox="1"/>
            <p:nvPr/>
          </p:nvSpPr>
          <p:spPr>
            <a:xfrm>
              <a:off x="3144401" y="3585658"/>
              <a:ext cx="1407795" cy="506730"/>
            </a:xfrm>
            <a:prstGeom prst="rect">
              <a:avLst/>
            </a:prstGeom>
          </p:spPr>
          <p:txBody>
            <a:bodyPr vert="horz" wrap="square" lIns="0" tIns="48260" rIns="0" bIns="0" rtlCol="0">
              <a:spAutoFit/>
            </a:bodyPr>
            <a:lstStyle/>
            <a:p>
              <a:pPr marL="289560">
                <a:lnSpc>
                  <a:spcPct val="100000"/>
                </a:lnSpc>
                <a:spcBef>
                  <a:spcPts val="380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Last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Letter</a:t>
              </a:r>
              <a:r>
                <a:rPr sz="600" spc="-15" dirty="0">
                  <a:latin typeface="Helvetica Neue Medium"/>
                  <a:cs typeface="Helvetica Neue Medium"/>
                </a:rPr>
                <a:t> </a:t>
              </a:r>
              <a:r>
                <a:rPr sz="600" spc="-10" dirty="0">
                  <a:latin typeface="Helvetica Neue Medium"/>
                  <a:cs typeface="Helvetica Neue Medium"/>
                </a:rPr>
                <a:t>Concatenation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360"/>
                </a:spcBef>
              </a:pPr>
              <a:r>
                <a:rPr sz="700" dirty="0">
                  <a:latin typeface="Arial"/>
                  <a:cs typeface="Arial"/>
                </a:rPr>
                <a:t>Q:</a:t>
              </a:r>
              <a:r>
                <a:rPr sz="700" spc="-3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Take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last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letters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of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words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in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“Lady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Gaga”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and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concatenate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them.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79" name="object 79">
              <a:extLst>
                <a:ext uri="{FF2B5EF4-FFF2-40B4-BE49-F238E27FC236}">
                  <a16:creationId xmlns:a16="http://schemas.microsoft.com/office/drawing/2014/main" id="{40F06185-8B1F-9BB5-3C6A-981C0D27882D}"/>
                </a:ext>
              </a:extLst>
            </p:cNvPr>
            <p:cNvGrpSpPr/>
            <p:nvPr/>
          </p:nvGrpSpPr>
          <p:grpSpPr>
            <a:xfrm>
              <a:off x="4733895" y="3611092"/>
              <a:ext cx="1652270" cy="1275080"/>
              <a:chOff x="4733895" y="3611092"/>
              <a:chExt cx="1652270" cy="1275080"/>
            </a:xfrm>
          </p:grpSpPr>
          <p:sp>
            <p:nvSpPr>
              <p:cNvPr id="80" name="object 80">
                <a:extLst>
                  <a:ext uri="{FF2B5EF4-FFF2-40B4-BE49-F238E27FC236}">
                    <a16:creationId xmlns:a16="http://schemas.microsoft.com/office/drawing/2014/main" id="{5A9BC9C2-C45E-8829-4756-F85A48E6922B}"/>
                  </a:ext>
                </a:extLst>
              </p:cNvPr>
              <p:cNvSpPr/>
              <p:nvPr/>
            </p:nvSpPr>
            <p:spPr>
              <a:xfrm>
                <a:off x="4739928" y="3658784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4" h="1221104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81">
                <a:extLst>
                  <a:ext uri="{FF2B5EF4-FFF2-40B4-BE49-F238E27FC236}">
                    <a16:creationId xmlns:a16="http://schemas.microsoft.com/office/drawing/2014/main" id="{1A719A7B-2C16-DC83-AFEE-48955C991010}"/>
                  </a:ext>
                </a:extLst>
              </p:cNvPr>
              <p:cNvSpPr/>
              <p:nvPr/>
            </p:nvSpPr>
            <p:spPr>
              <a:xfrm>
                <a:off x="4840483" y="3617182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5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6"/>
                    </a:lnTo>
                    <a:lnTo>
                      <a:pt x="201" y="58456"/>
                    </a:lnTo>
                    <a:lnTo>
                      <a:pt x="0" y="65679"/>
                    </a:lnTo>
                    <a:lnTo>
                      <a:pt x="201" y="72903"/>
                    </a:lnTo>
                    <a:lnTo>
                      <a:pt x="16844" y="114572"/>
                    </a:lnTo>
                    <a:lnTo>
                      <a:pt x="57067" y="130954"/>
                    </a:lnTo>
                    <a:lnTo>
                      <a:pt x="70888" y="131359"/>
                    </a:lnTo>
                    <a:lnTo>
                      <a:pt x="1367946" y="131359"/>
                    </a:lnTo>
                    <a:lnTo>
                      <a:pt x="1412452" y="122237"/>
                    </a:lnTo>
                    <a:lnTo>
                      <a:pt x="1436841" y="88156"/>
                    </a:lnTo>
                    <a:lnTo>
                      <a:pt x="1438833" y="65679"/>
                    </a:lnTo>
                    <a:lnTo>
                      <a:pt x="1438631" y="58456"/>
                    </a:lnTo>
                    <a:lnTo>
                      <a:pt x="1421989" y="16786"/>
                    </a:lnTo>
                    <a:lnTo>
                      <a:pt x="1381768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4FC3F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82">
                <a:extLst>
                  <a:ext uri="{FF2B5EF4-FFF2-40B4-BE49-F238E27FC236}">
                    <a16:creationId xmlns:a16="http://schemas.microsoft.com/office/drawing/2014/main" id="{458B12D3-58F5-1975-53C1-8834BF073916}"/>
                  </a:ext>
                </a:extLst>
              </p:cNvPr>
              <p:cNvSpPr/>
              <p:nvPr/>
            </p:nvSpPr>
            <p:spPr>
              <a:xfrm>
                <a:off x="4840483" y="3617125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79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4F1C430D-F1B6-74D6-7BAB-85B036F581AB}"/>
                </a:ext>
              </a:extLst>
            </p:cNvPr>
            <p:cNvSpPr txBox="1"/>
            <p:nvPr/>
          </p:nvSpPr>
          <p:spPr>
            <a:xfrm>
              <a:off x="4810508" y="3584545"/>
              <a:ext cx="1439545" cy="509270"/>
            </a:xfrm>
            <a:prstGeom prst="rect">
              <a:avLst/>
            </a:prstGeom>
          </p:spPr>
          <p:txBody>
            <a:bodyPr vert="horz" wrap="square" lIns="0" tIns="49530" rIns="0" bIns="0" rtlCol="0">
              <a:spAutoFit/>
            </a:bodyPr>
            <a:lstStyle/>
            <a:p>
              <a:pPr marL="318770">
                <a:lnSpc>
                  <a:spcPct val="100000"/>
                </a:lnSpc>
                <a:spcBef>
                  <a:spcPts val="390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Coin Flip (state </a:t>
              </a:r>
              <a:r>
                <a:rPr sz="600" spc="-10" dirty="0">
                  <a:latin typeface="Helvetica Neue Medium"/>
                  <a:cs typeface="Helvetica Neue Medium"/>
                </a:rPr>
                <a:t>tracking)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370"/>
                </a:spcBef>
              </a:pPr>
              <a:r>
                <a:rPr sz="700" spc="-10" dirty="0">
                  <a:latin typeface="Arial"/>
                  <a:cs typeface="Arial"/>
                </a:rPr>
                <a:t>Q:</a:t>
              </a:r>
              <a:r>
                <a:rPr sz="700" spc="-4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5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coin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heads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up.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Maybelle</a:t>
              </a:r>
              <a:r>
                <a:rPr sz="700" spc="-20" dirty="0">
                  <a:latin typeface="Arial"/>
                  <a:cs typeface="Arial"/>
                </a:rPr>
                <a:t> flips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coin.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Shalonda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does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not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flip</a:t>
              </a:r>
              <a:r>
                <a:rPr sz="700" spc="-25" dirty="0">
                  <a:latin typeface="Arial"/>
                  <a:cs typeface="Arial"/>
                </a:rPr>
                <a:t> the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coin.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coin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still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heads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up?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0F2F2142-FD3B-0E61-243A-B1DDF9C72F77}"/>
                </a:ext>
              </a:extLst>
            </p:cNvPr>
            <p:cNvSpPr txBox="1"/>
            <p:nvPr/>
          </p:nvSpPr>
          <p:spPr>
            <a:xfrm>
              <a:off x="3140562" y="1519075"/>
              <a:ext cx="10922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A: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756FFD92-985A-E6E2-354B-8FAA8FB8150B}"/>
                </a:ext>
              </a:extLst>
            </p:cNvPr>
            <p:cNvSpPr txBox="1"/>
            <p:nvPr/>
          </p:nvSpPr>
          <p:spPr>
            <a:xfrm>
              <a:off x="3259622" y="1538019"/>
              <a:ext cx="1236980" cy="104139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There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are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9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one-</a:t>
              </a:r>
              <a:r>
                <a:rPr sz="700" dirty="0">
                  <a:latin typeface="Arial"/>
                  <a:cs typeface="Arial"/>
                </a:rPr>
                <a:t>digit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numbers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91FC11E8-8390-753B-9659-773688CEF0F8}"/>
                </a:ext>
              </a:extLst>
            </p:cNvPr>
            <p:cNvSpPr txBox="1"/>
            <p:nvPr/>
          </p:nvSpPr>
          <p:spPr>
            <a:xfrm>
              <a:off x="3153262" y="1641670"/>
              <a:ext cx="1343660" cy="106045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from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1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9.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There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are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90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two-</a:t>
              </a:r>
              <a:r>
                <a:rPr sz="700" spc="-20" dirty="0">
                  <a:latin typeface="Arial"/>
                  <a:cs typeface="Arial"/>
                </a:rPr>
                <a:t>digit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61004632-B1DE-8C28-414D-3440A7D3D859}"/>
                </a:ext>
              </a:extLst>
            </p:cNvPr>
            <p:cNvSpPr txBox="1"/>
            <p:nvPr/>
          </p:nvSpPr>
          <p:spPr>
            <a:xfrm>
              <a:off x="3153262" y="1747443"/>
              <a:ext cx="1343660" cy="101600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70"/>
                </a:lnSpc>
              </a:pPr>
              <a:r>
                <a:rPr sz="700" dirty="0">
                  <a:latin typeface="Arial"/>
                  <a:cs typeface="Arial"/>
                </a:rPr>
                <a:t>numbers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from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10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99.</a:t>
              </a:r>
              <a:r>
                <a:rPr sz="700" spc="-4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There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are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DC71A179-257B-2E23-8DB4-01E2DD91C7E3}"/>
                </a:ext>
              </a:extLst>
            </p:cNvPr>
            <p:cNvSpPr txBox="1"/>
            <p:nvPr/>
          </p:nvSpPr>
          <p:spPr>
            <a:xfrm>
              <a:off x="3153262" y="1848974"/>
              <a:ext cx="1428750" cy="104139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401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three-</a:t>
              </a:r>
              <a:r>
                <a:rPr sz="700" dirty="0">
                  <a:latin typeface="Arial"/>
                  <a:cs typeface="Arial"/>
                </a:rPr>
                <a:t>digit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numbers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from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100</a:t>
              </a:r>
              <a:r>
                <a:rPr sz="700" spc="-25" dirty="0">
                  <a:latin typeface="Arial"/>
                  <a:cs typeface="Arial"/>
                </a:rPr>
                <a:t> to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3E064EDF-1CF3-74DB-718B-A77105BC985C}"/>
                </a:ext>
              </a:extLst>
            </p:cNvPr>
            <p:cNvSpPr txBox="1"/>
            <p:nvPr/>
          </p:nvSpPr>
          <p:spPr>
            <a:xfrm>
              <a:off x="3153262" y="1952626"/>
              <a:ext cx="1252855" cy="104139"/>
            </a:xfrm>
            <a:prstGeom prst="rect">
              <a:avLst/>
            </a:prstGeom>
            <a:solidFill>
              <a:srgbClr val="34A853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500.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9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+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90(2)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+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401(3)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=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1392.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21982FE1-8C1C-D488-5957-8ACB96D40420}"/>
                </a:ext>
              </a:extLst>
            </p:cNvPr>
            <p:cNvSpPr txBox="1"/>
            <p:nvPr/>
          </p:nvSpPr>
          <p:spPr>
            <a:xfrm>
              <a:off x="4393175" y="1933682"/>
              <a:ext cx="177800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25" dirty="0">
                  <a:latin typeface="Arial"/>
                  <a:cs typeface="Arial"/>
                </a:rPr>
                <a:t>The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49573235-B862-C66D-27F9-AA52B9E43988}"/>
                </a:ext>
              </a:extLst>
            </p:cNvPr>
            <p:cNvSpPr txBox="1"/>
            <p:nvPr/>
          </p:nvSpPr>
          <p:spPr>
            <a:xfrm>
              <a:off x="3140562" y="2037334"/>
              <a:ext cx="555625" cy="13144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answer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20" dirty="0">
                  <a:latin typeface="Arial"/>
                  <a:cs typeface="Arial"/>
                </a:rPr>
                <a:t> (b).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92" name="object 92">
              <a:extLst>
                <a:ext uri="{FF2B5EF4-FFF2-40B4-BE49-F238E27FC236}">
                  <a16:creationId xmlns:a16="http://schemas.microsoft.com/office/drawing/2014/main" id="{7BD71AC9-6C48-9460-6D6A-4AE44088AD43}"/>
                </a:ext>
              </a:extLst>
            </p:cNvPr>
            <p:cNvGrpSpPr/>
            <p:nvPr/>
          </p:nvGrpSpPr>
          <p:grpSpPr>
            <a:xfrm>
              <a:off x="1398117" y="3611366"/>
              <a:ext cx="1651635" cy="1274445"/>
              <a:chOff x="1398117" y="3611366"/>
              <a:chExt cx="1651635" cy="1274445"/>
            </a:xfrm>
          </p:grpSpPr>
          <p:sp>
            <p:nvSpPr>
              <p:cNvPr id="93" name="object 93">
                <a:extLst>
                  <a:ext uri="{FF2B5EF4-FFF2-40B4-BE49-F238E27FC236}">
                    <a16:creationId xmlns:a16="http://schemas.microsoft.com/office/drawing/2014/main" id="{A33930AF-0500-605C-1E5B-FC0F0CBD003D}"/>
                  </a:ext>
                </a:extLst>
              </p:cNvPr>
              <p:cNvSpPr/>
              <p:nvPr/>
            </p:nvSpPr>
            <p:spPr>
              <a:xfrm>
                <a:off x="1403875" y="3658784"/>
                <a:ext cx="1640205" cy="1221105"/>
              </a:xfrm>
              <a:custGeom>
                <a:avLst/>
                <a:gdLst/>
                <a:ahLst/>
                <a:cxnLst/>
                <a:rect l="l" t="t" r="r" b="b"/>
                <a:pathLst>
                  <a:path w="1640205" h="1221104">
                    <a:moveTo>
                      <a:pt x="212218" y="0"/>
                    </a:moveTo>
                    <a:lnTo>
                      <a:pt x="1427726" y="0"/>
                    </a:lnTo>
                    <a:lnTo>
                      <a:pt x="1469956" y="162"/>
                    </a:lnTo>
                    <a:lnTo>
                      <a:pt x="1531064" y="4387"/>
                    </a:lnTo>
                    <a:lnTo>
                      <a:pt x="1577662" y="22936"/>
                    </a:lnTo>
                    <a:lnTo>
                      <a:pt x="1617008" y="62283"/>
                    </a:lnTo>
                    <a:lnTo>
                      <a:pt x="1635557" y="108880"/>
                    </a:lnTo>
                    <a:lnTo>
                      <a:pt x="1639782" y="169988"/>
                    </a:lnTo>
                    <a:lnTo>
                      <a:pt x="1639945" y="212218"/>
                    </a:lnTo>
                    <a:lnTo>
                      <a:pt x="1639945" y="1008706"/>
                    </a:lnTo>
                    <a:lnTo>
                      <a:pt x="1639782" y="1050937"/>
                    </a:lnTo>
                    <a:lnTo>
                      <a:pt x="1635557" y="1112044"/>
                    </a:lnTo>
                    <a:lnTo>
                      <a:pt x="1617008" y="1158642"/>
                    </a:lnTo>
                    <a:lnTo>
                      <a:pt x="1577662" y="1197988"/>
                    </a:lnTo>
                    <a:lnTo>
                      <a:pt x="1531064" y="1216537"/>
                    </a:lnTo>
                    <a:lnTo>
                      <a:pt x="1469956" y="1220762"/>
                    </a:lnTo>
                    <a:lnTo>
                      <a:pt x="1427726" y="1220925"/>
                    </a:lnTo>
                    <a:lnTo>
                      <a:pt x="212218" y="1220925"/>
                    </a:lnTo>
                    <a:lnTo>
                      <a:pt x="169988" y="1220762"/>
                    </a:lnTo>
                    <a:lnTo>
                      <a:pt x="108880" y="1216537"/>
                    </a:lnTo>
                    <a:lnTo>
                      <a:pt x="62283" y="1197988"/>
                    </a:lnTo>
                    <a:lnTo>
                      <a:pt x="22936" y="1158642"/>
                    </a:lnTo>
                    <a:lnTo>
                      <a:pt x="4387" y="1112044"/>
                    </a:lnTo>
                    <a:lnTo>
                      <a:pt x="162" y="1050937"/>
                    </a:lnTo>
                    <a:lnTo>
                      <a:pt x="0" y="1008706"/>
                    </a:lnTo>
                    <a:lnTo>
                      <a:pt x="0" y="212218"/>
                    </a:lnTo>
                    <a:lnTo>
                      <a:pt x="162" y="169988"/>
                    </a:lnTo>
                    <a:lnTo>
                      <a:pt x="4387" y="108880"/>
                    </a:lnTo>
                    <a:lnTo>
                      <a:pt x="22936" y="62283"/>
                    </a:lnTo>
                    <a:lnTo>
                      <a:pt x="62283" y="22936"/>
                    </a:lnTo>
                    <a:lnTo>
                      <a:pt x="108880" y="4387"/>
                    </a:lnTo>
                    <a:lnTo>
                      <a:pt x="169988" y="162"/>
                    </a:lnTo>
                    <a:lnTo>
                      <a:pt x="212218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94">
                <a:extLst>
                  <a:ext uri="{FF2B5EF4-FFF2-40B4-BE49-F238E27FC236}">
                    <a16:creationId xmlns:a16="http://schemas.microsoft.com/office/drawing/2014/main" id="{E7C55C47-C4A6-0812-5D5E-6856435513B3}"/>
                  </a:ext>
                </a:extLst>
              </p:cNvPr>
              <p:cNvSpPr/>
              <p:nvPr/>
            </p:nvSpPr>
            <p:spPr>
              <a:xfrm>
                <a:off x="1504430" y="3617182"/>
                <a:ext cx="143891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1445">
                    <a:moveTo>
                      <a:pt x="1367946" y="0"/>
                    </a:moveTo>
                    <a:lnTo>
                      <a:pt x="70888" y="0"/>
                    </a:lnTo>
                    <a:lnTo>
                      <a:pt x="57067" y="404"/>
                    </a:lnTo>
                    <a:lnTo>
                      <a:pt x="16844" y="16786"/>
                    </a:lnTo>
                    <a:lnTo>
                      <a:pt x="201" y="58456"/>
                    </a:lnTo>
                    <a:lnTo>
                      <a:pt x="0" y="65679"/>
                    </a:lnTo>
                    <a:lnTo>
                      <a:pt x="201" y="72903"/>
                    </a:lnTo>
                    <a:lnTo>
                      <a:pt x="16844" y="114572"/>
                    </a:lnTo>
                    <a:lnTo>
                      <a:pt x="57067" y="130954"/>
                    </a:lnTo>
                    <a:lnTo>
                      <a:pt x="70888" y="131359"/>
                    </a:lnTo>
                    <a:lnTo>
                      <a:pt x="1367946" y="131359"/>
                    </a:lnTo>
                    <a:lnTo>
                      <a:pt x="1412452" y="122237"/>
                    </a:lnTo>
                    <a:lnTo>
                      <a:pt x="1436842" y="88156"/>
                    </a:lnTo>
                    <a:lnTo>
                      <a:pt x="1438834" y="65679"/>
                    </a:lnTo>
                    <a:lnTo>
                      <a:pt x="1438632" y="58456"/>
                    </a:lnTo>
                    <a:lnTo>
                      <a:pt x="1421990" y="16786"/>
                    </a:lnTo>
                    <a:lnTo>
                      <a:pt x="1381767" y="404"/>
                    </a:lnTo>
                    <a:lnTo>
                      <a:pt x="1367946" y="0"/>
                    </a:lnTo>
                    <a:close/>
                  </a:path>
                </a:pathLst>
              </a:custGeom>
              <a:solidFill>
                <a:srgbClr val="FF98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95">
                <a:extLst>
                  <a:ext uri="{FF2B5EF4-FFF2-40B4-BE49-F238E27FC236}">
                    <a16:creationId xmlns:a16="http://schemas.microsoft.com/office/drawing/2014/main" id="{F05CCCB9-6377-B6A6-CE9F-10FBDB064669}"/>
                  </a:ext>
                </a:extLst>
              </p:cNvPr>
              <p:cNvSpPr/>
              <p:nvPr/>
            </p:nvSpPr>
            <p:spPr>
              <a:xfrm>
                <a:off x="1504430" y="3617125"/>
                <a:ext cx="143891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1438910" h="132079">
                    <a:moveTo>
                      <a:pt x="88027" y="0"/>
                    </a:moveTo>
                    <a:lnTo>
                      <a:pt x="1350807" y="0"/>
                    </a:lnTo>
                    <a:lnTo>
                      <a:pt x="1367945" y="57"/>
                    </a:lnTo>
                    <a:lnTo>
                      <a:pt x="1412452" y="9179"/>
                    </a:lnTo>
                    <a:lnTo>
                      <a:pt x="1436842" y="43260"/>
                    </a:lnTo>
                    <a:lnTo>
                      <a:pt x="1438834" y="65737"/>
                    </a:lnTo>
                    <a:lnTo>
                      <a:pt x="1438632" y="72960"/>
                    </a:lnTo>
                    <a:lnTo>
                      <a:pt x="1421990" y="114630"/>
                    </a:lnTo>
                    <a:lnTo>
                      <a:pt x="1381767" y="131012"/>
                    </a:lnTo>
                    <a:lnTo>
                      <a:pt x="1350807" y="131474"/>
                    </a:lnTo>
                    <a:lnTo>
                      <a:pt x="88027" y="131474"/>
                    </a:lnTo>
                    <a:lnTo>
                      <a:pt x="46089" y="129914"/>
                    </a:lnTo>
                    <a:lnTo>
                      <a:pt x="9179" y="105092"/>
                    </a:lnTo>
                    <a:lnTo>
                      <a:pt x="0" y="65737"/>
                    </a:lnTo>
                    <a:lnTo>
                      <a:pt x="201" y="58513"/>
                    </a:lnTo>
                    <a:lnTo>
                      <a:pt x="16844" y="16844"/>
                    </a:lnTo>
                    <a:lnTo>
                      <a:pt x="57067" y="462"/>
                    </a:lnTo>
                    <a:lnTo>
                      <a:pt x="88027" y="0"/>
                    </a:lnTo>
                    <a:close/>
                  </a:path>
                </a:pathLst>
              </a:custGeom>
              <a:ln w="11516">
                <a:solidFill>
                  <a:srgbClr val="92929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6241BB35-1BAC-A8FF-B9DA-E9AB67981E22}"/>
                </a:ext>
              </a:extLst>
            </p:cNvPr>
            <p:cNvSpPr txBox="1"/>
            <p:nvPr/>
          </p:nvSpPr>
          <p:spPr>
            <a:xfrm>
              <a:off x="1474455" y="3584545"/>
              <a:ext cx="1326515" cy="405765"/>
            </a:xfrm>
            <a:prstGeom prst="rect">
              <a:avLst/>
            </a:prstGeom>
          </p:spPr>
          <p:txBody>
            <a:bodyPr vert="horz" wrap="square" lIns="0" tIns="49530" rIns="0" bIns="0" rtlCol="0">
              <a:spAutoFit/>
            </a:bodyPr>
            <a:lstStyle/>
            <a:p>
              <a:pPr marL="254635">
                <a:lnSpc>
                  <a:spcPct val="100000"/>
                </a:lnSpc>
                <a:spcBef>
                  <a:spcPts val="390"/>
                </a:spcBef>
              </a:pPr>
              <a:r>
                <a:rPr sz="600" dirty="0">
                  <a:latin typeface="Helvetica Neue Medium"/>
                  <a:cs typeface="Helvetica Neue Medium"/>
                </a:rPr>
                <a:t>SayCan</a:t>
              </a:r>
              <a:r>
                <a:rPr sz="600" spc="-10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(Instructing</a:t>
              </a:r>
              <a:r>
                <a:rPr sz="600" spc="-10" dirty="0">
                  <a:latin typeface="Helvetica Neue Medium"/>
                  <a:cs typeface="Helvetica Neue Medium"/>
                </a:rPr>
                <a:t> </a:t>
              </a:r>
              <a:r>
                <a:rPr sz="600" dirty="0">
                  <a:latin typeface="Helvetica Neue Medium"/>
                  <a:cs typeface="Helvetica Neue Medium"/>
                </a:rPr>
                <a:t>a</a:t>
              </a:r>
              <a:r>
                <a:rPr sz="600" spc="-5" dirty="0">
                  <a:latin typeface="Helvetica Neue Medium"/>
                  <a:cs typeface="Helvetica Neue Medium"/>
                </a:rPr>
                <a:t> </a:t>
              </a:r>
              <a:r>
                <a:rPr sz="600" spc="-10" dirty="0">
                  <a:latin typeface="Helvetica Neue Medium"/>
                  <a:cs typeface="Helvetica Neue Medium"/>
                </a:rPr>
                <a:t>robot)</a:t>
              </a:r>
              <a:endParaRPr sz="600">
                <a:latin typeface="Helvetica Neue Medium"/>
                <a:cs typeface="Helvetica Neue Medium"/>
              </a:endParaRPr>
            </a:p>
            <a:p>
              <a:pPr marL="12700" marR="5080">
                <a:lnSpc>
                  <a:spcPts val="819"/>
                </a:lnSpc>
                <a:spcBef>
                  <a:spcPts val="370"/>
                </a:spcBef>
              </a:pPr>
              <a:r>
                <a:rPr sz="700" dirty="0">
                  <a:latin typeface="Arial"/>
                  <a:cs typeface="Arial"/>
                </a:rPr>
                <a:t>Human: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How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would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you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bring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me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something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that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isn’t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fruit?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B5962787-31B6-A112-EF9C-9D3759D5FF99}"/>
                </a:ext>
              </a:extLst>
            </p:cNvPr>
            <p:cNvSpPr txBox="1"/>
            <p:nvPr/>
          </p:nvSpPr>
          <p:spPr>
            <a:xfrm>
              <a:off x="1487155" y="4084910"/>
              <a:ext cx="110934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spc="-10" dirty="0">
                  <a:latin typeface="Arial"/>
                  <a:cs typeface="Arial"/>
                </a:rPr>
                <a:t>Explanation:</a:t>
              </a:r>
              <a:r>
                <a:rPr sz="700" dirty="0">
                  <a:latin typeface="Arial"/>
                  <a:cs typeface="Arial"/>
                </a:rPr>
                <a:t> the</a:t>
              </a:r>
              <a:r>
                <a:rPr sz="700" spc="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user</a:t>
              </a:r>
              <a:r>
                <a:rPr sz="700" spc="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wants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0D19D2DF-7F61-B498-612B-ABD67083939E}"/>
                </a:ext>
              </a:extLst>
            </p:cNvPr>
            <p:cNvSpPr txBox="1"/>
            <p:nvPr/>
          </p:nvSpPr>
          <p:spPr>
            <a:xfrm>
              <a:off x="1487155" y="4188562"/>
              <a:ext cx="145097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something</a:t>
              </a:r>
              <a:r>
                <a:rPr sz="700" spc="-3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eat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that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isn’t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fruit.</a:t>
              </a:r>
              <a:r>
                <a:rPr sz="700" spc="-4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An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DB2232AD-8C55-60D7-FB1D-BAF6868AA2CC}"/>
                </a:ext>
              </a:extLst>
            </p:cNvPr>
            <p:cNvSpPr txBox="1"/>
            <p:nvPr/>
          </p:nvSpPr>
          <p:spPr>
            <a:xfrm>
              <a:off x="1487155" y="4292214"/>
              <a:ext cx="147637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energy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bar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is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not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fruit,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so</a:t>
              </a:r>
              <a:r>
                <a:rPr sz="700" spc="-2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I</a:t>
              </a:r>
              <a:r>
                <a:rPr sz="700" spc="-1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will</a:t>
              </a:r>
              <a:r>
                <a:rPr sz="700" spc="-20" dirty="0">
                  <a:latin typeface="Arial"/>
                  <a:cs typeface="Arial"/>
                </a:rPr>
                <a:t> bring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2585F470-941E-EEBD-5FC8-FD122178BEA0}"/>
                </a:ext>
              </a:extLst>
            </p:cNvPr>
            <p:cNvSpPr txBox="1"/>
            <p:nvPr/>
          </p:nvSpPr>
          <p:spPr>
            <a:xfrm>
              <a:off x="1487155" y="4395866"/>
              <a:ext cx="921385" cy="104139"/>
            </a:xfrm>
            <a:prstGeom prst="rect">
              <a:avLst/>
            </a:prstGeom>
            <a:solidFill>
              <a:srgbClr val="FF98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785"/>
                </a:lnSpc>
              </a:pPr>
              <a:r>
                <a:rPr sz="700" dirty="0">
                  <a:latin typeface="Arial"/>
                  <a:cs typeface="Arial"/>
                </a:rPr>
                <a:t>the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user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an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energy</a:t>
              </a:r>
              <a:r>
                <a:rPr sz="700" spc="-25" dirty="0">
                  <a:latin typeface="Arial"/>
                  <a:cs typeface="Arial"/>
                </a:rPr>
                <a:t> </a:t>
              </a:r>
              <a:r>
                <a:rPr sz="700" spc="-20" dirty="0">
                  <a:latin typeface="Arial"/>
                  <a:cs typeface="Arial"/>
                </a:rPr>
                <a:t>bar.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4F34F9AA-94EB-F3C5-BD15-A7AE1F83A7C4}"/>
                </a:ext>
              </a:extLst>
            </p:cNvPr>
            <p:cNvSpPr txBox="1"/>
            <p:nvPr/>
          </p:nvSpPr>
          <p:spPr>
            <a:xfrm>
              <a:off x="1474455" y="4480573"/>
              <a:ext cx="1257300" cy="33909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830"/>
                </a:lnSpc>
                <a:spcBef>
                  <a:spcPts val="95"/>
                </a:spcBef>
              </a:pPr>
              <a:r>
                <a:rPr sz="700" dirty="0">
                  <a:latin typeface="Arial"/>
                  <a:cs typeface="Arial"/>
                </a:rPr>
                <a:t>Plan:</a:t>
              </a:r>
              <a:r>
                <a:rPr sz="700" spc="-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1.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find(energy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bar)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2.</a:t>
              </a:r>
              <a:endParaRPr sz="700">
                <a:latin typeface="Arial"/>
                <a:cs typeface="Arial"/>
              </a:endParaRPr>
            </a:p>
            <a:p>
              <a:pPr marL="12700" marR="5080">
                <a:lnSpc>
                  <a:spcPts val="819"/>
                </a:lnSpc>
                <a:spcBef>
                  <a:spcPts val="30"/>
                </a:spcBef>
              </a:pPr>
              <a:r>
                <a:rPr sz="700" spc="-10" dirty="0">
                  <a:latin typeface="Arial"/>
                  <a:cs typeface="Arial"/>
                </a:rPr>
                <a:t>pick(energy</a:t>
              </a:r>
              <a:r>
                <a:rPr sz="700" spc="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bar)</a:t>
              </a:r>
              <a:r>
                <a:rPr sz="700" spc="10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3.</a:t>
              </a:r>
              <a:r>
                <a:rPr sz="700" spc="1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find(user)</a:t>
              </a:r>
              <a:r>
                <a:rPr sz="700" spc="10" dirty="0">
                  <a:latin typeface="Arial"/>
                  <a:cs typeface="Arial"/>
                </a:rPr>
                <a:t> </a:t>
              </a:r>
              <a:r>
                <a:rPr sz="700" spc="-25" dirty="0">
                  <a:latin typeface="Arial"/>
                  <a:cs typeface="Arial"/>
                </a:rPr>
                <a:t>4.</a:t>
              </a:r>
              <a:r>
                <a:rPr sz="700" spc="500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put(energy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bar)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dirty="0">
                  <a:latin typeface="Arial"/>
                  <a:cs typeface="Arial"/>
                </a:rPr>
                <a:t>5.</a:t>
              </a:r>
              <a:r>
                <a:rPr sz="700" spc="-5" dirty="0">
                  <a:latin typeface="Arial"/>
                  <a:cs typeface="Arial"/>
                </a:rPr>
                <a:t> </a:t>
              </a:r>
              <a:r>
                <a:rPr sz="700" spc="-10" dirty="0">
                  <a:latin typeface="Arial"/>
                  <a:cs typeface="Arial"/>
                </a:rPr>
                <a:t>done().</a:t>
              </a:r>
              <a:endParaRPr sz="700">
                <a:latin typeface="Arial"/>
                <a:cs typeface="Arial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27E1B8B-33CE-271B-031B-63CC625CE757}"/>
              </a:ext>
            </a:extLst>
          </p:cNvPr>
          <p:cNvSpPr txBox="1"/>
          <p:nvPr/>
        </p:nvSpPr>
        <p:spPr>
          <a:xfrm>
            <a:off x="3770489" y="5429956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349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39AF-DB13-6F50-781B-F395EA88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C299AD99-7471-09B4-A479-9A8E53F545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594633" cy="356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43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F8C75711-AC40-12B4-79D6-560FC3970B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979" y="397144"/>
            <a:ext cx="11319642" cy="596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1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3272-2466-3F7F-7D6A-83EE588C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EA6691C6-5ABD-6340-5BDA-F03E334D6B33}"/>
              </a:ext>
            </a:extLst>
          </p:cNvPr>
          <p:cNvGrpSpPr/>
          <p:nvPr/>
        </p:nvGrpSpPr>
        <p:grpSpPr>
          <a:xfrm>
            <a:off x="917948" y="1035580"/>
            <a:ext cx="5708609" cy="4621179"/>
            <a:chOff x="917948" y="1035580"/>
            <a:chExt cx="5708609" cy="4621179"/>
          </a:xfrm>
        </p:grpSpPr>
        <p:pic>
          <p:nvPicPr>
            <p:cNvPr id="2" name="object 2">
              <a:extLst>
                <a:ext uri="{FF2B5EF4-FFF2-40B4-BE49-F238E27FC236}">
                  <a16:creationId xmlns:a16="http://schemas.microsoft.com/office/drawing/2014/main" id="{4B7A9585-04D1-43D8-8D47-0EAC54D8D4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5075" y="1263979"/>
              <a:ext cx="3008475" cy="1582451"/>
            </a:xfrm>
            <a:prstGeom prst="rect">
              <a:avLst/>
            </a:prstGeom>
          </p:spPr>
        </p:pic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CE51233-249B-BD02-78A9-190EBF60DD7F}"/>
                </a:ext>
              </a:extLst>
            </p:cNvPr>
            <p:cNvSpPr txBox="1"/>
            <p:nvPr/>
          </p:nvSpPr>
          <p:spPr>
            <a:xfrm>
              <a:off x="4425960" y="2543522"/>
              <a:ext cx="323215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0"/>
                </a:spcBef>
              </a:pPr>
              <a:r>
                <a:rPr sz="850" spc="-20" dirty="0">
                  <a:latin typeface="Arial"/>
                  <a:cs typeface="Arial"/>
                </a:rPr>
                <a:t>Router</a:t>
              </a:r>
              <a:endParaRPr sz="850">
                <a:latin typeface="Arial"/>
                <a:cs typeface="Arial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1BA40F9-776C-7874-B615-5788D5E91A7D}"/>
                </a:ext>
              </a:extLst>
            </p:cNvPr>
            <p:cNvSpPr txBox="1"/>
            <p:nvPr/>
          </p:nvSpPr>
          <p:spPr>
            <a:xfrm>
              <a:off x="5301141" y="2818777"/>
              <a:ext cx="79375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dirty="0">
                  <a:latin typeface="Arial"/>
                  <a:cs typeface="Arial"/>
                </a:rPr>
                <a:t>Input</a:t>
              </a:r>
              <a:r>
                <a:rPr sz="850" spc="-30" dirty="0">
                  <a:latin typeface="Arial"/>
                  <a:cs typeface="Arial"/>
                </a:rPr>
                <a:t> </a:t>
              </a:r>
              <a:r>
                <a:rPr sz="850" spc="-25" dirty="0">
                  <a:latin typeface="Arial"/>
                  <a:cs typeface="Arial"/>
                </a:rPr>
                <a:t>Hidden </a:t>
              </a:r>
              <a:r>
                <a:rPr sz="850" spc="-500" dirty="0">
                  <a:latin typeface="Apple Symbols"/>
                  <a:cs typeface="Apple Symbols"/>
                </a:rPr>
                <a:t>𝐮𝐮</a:t>
              </a:r>
              <a:r>
                <a:rPr sz="975" spc="-750" baseline="-17094" dirty="0">
                  <a:latin typeface="Apple Symbols"/>
                  <a:cs typeface="Apple Symbols"/>
                </a:rPr>
                <a:t>𝑡𝑡</a:t>
              </a:r>
              <a:endParaRPr sz="975" baseline="-17094">
                <a:latin typeface="Apple Symbols"/>
                <a:cs typeface="Apple Symbols"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A5B12E2-E985-6DA3-2F15-7214CAC96AB9}"/>
                </a:ext>
              </a:extLst>
            </p:cNvPr>
            <p:cNvSpPr txBox="1"/>
            <p:nvPr/>
          </p:nvSpPr>
          <p:spPr>
            <a:xfrm>
              <a:off x="4053059" y="1494598"/>
              <a:ext cx="49530" cy="1244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650" spc="-490" dirty="0">
                  <a:latin typeface="Apple Symbols"/>
                  <a:cs typeface="Apple Symbols"/>
                </a:rPr>
                <a:t>𝑡𝑡</a:t>
              </a:r>
              <a:endParaRPr sz="650">
                <a:latin typeface="Apple Symbols"/>
                <a:cs typeface="Apple Symbols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642DB53-BF3F-172A-DAFF-49870A2D5375}"/>
                </a:ext>
              </a:extLst>
            </p:cNvPr>
            <p:cNvSpPr txBox="1"/>
            <p:nvPr/>
          </p:nvSpPr>
          <p:spPr>
            <a:xfrm>
              <a:off x="3249389" y="1439828"/>
              <a:ext cx="871219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dirty="0">
                  <a:latin typeface="Arial"/>
                  <a:cs typeface="Arial"/>
                </a:rPr>
                <a:t>Output</a:t>
              </a:r>
              <a:r>
                <a:rPr sz="850" spc="-35" dirty="0">
                  <a:latin typeface="Arial"/>
                  <a:cs typeface="Arial"/>
                </a:rPr>
                <a:t> </a:t>
              </a:r>
              <a:r>
                <a:rPr sz="850" spc="-25" dirty="0">
                  <a:latin typeface="Arial"/>
                  <a:cs typeface="Arial"/>
                </a:rPr>
                <a:t>Hidden</a:t>
              </a:r>
              <a:r>
                <a:rPr sz="850" spc="-30" dirty="0">
                  <a:latin typeface="Arial"/>
                  <a:cs typeface="Arial"/>
                </a:rPr>
                <a:t> </a:t>
              </a:r>
              <a:r>
                <a:rPr sz="850" spc="-310" dirty="0">
                  <a:latin typeface="Apple Symbols"/>
                  <a:cs typeface="Apple Symbols"/>
                </a:rPr>
                <a:t>𝐡𝐡</a:t>
              </a:r>
              <a:r>
                <a:rPr sz="975" spc="-465" baseline="29914" dirty="0">
                  <a:latin typeface="Apple Symbols"/>
                  <a:cs typeface="Apple Symbols"/>
                </a:rPr>
                <a:t>′</a:t>
              </a:r>
              <a:endParaRPr sz="975" baseline="29914">
                <a:latin typeface="Apple Symbols"/>
                <a:cs typeface="Apple Symbol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6B4534E-D88D-B014-1440-35B0EECB3D52}"/>
                </a:ext>
              </a:extLst>
            </p:cNvPr>
            <p:cNvSpPr txBox="1"/>
            <p:nvPr/>
          </p:nvSpPr>
          <p:spPr>
            <a:xfrm>
              <a:off x="4489480" y="1926924"/>
              <a:ext cx="58419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50" dirty="0">
                  <a:latin typeface="Arial"/>
                  <a:cs typeface="Arial"/>
                </a:rPr>
                <a:t>1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A3918AA-06A7-F927-FBC3-0F868914A80B}"/>
                </a:ext>
              </a:extLst>
            </p:cNvPr>
            <p:cNvSpPr txBox="1"/>
            <p:nvPr/>
          </p:nvSpPr>
          <p:spPr>
            <a:xfrm>
              <a:off x="4805585" y="1928363"/>
              <a:ext cx="58419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50" dirty="0">
                  <a:latin typeface="Arial"/>
                  <a:cs typeface="Arial"/>
                </a:rPr>
                <a:t>2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12C28E8-CAD6-3F79-654D-614E94D50999}"/>
                </a:ext>
              </a:extLst>
            </p:cNvPr>
            <p:cNvSpPr txBox="1"/>
            <p:nvPr/>
          </p:nvSpPr>
          <p:spPr>
            <a:xfrm>
              <a:off x="5888484" y="1208504"/>
              <a:ext cx="664845" cy="38735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R="5080">
                <a:lnSpc>
                  <a:spcPct val="139500"/>
                </a:lnSpc>
                <a:spcBef>
                  <a:spcPts val="90"/>
                </a:spcBef>
              </a:pPr>
              <a:r>
                <a:rPr sz="850" spc="-35" dirty="0">
                  <a:latin typeface="Arial"/>
                  <a:cs typeface="Arial"/>
                </a:rPr>
                <a:t>Routed</a:t>
              </a:r>
              <a:r>
                <a:rPr sz="850" spc="-20" dirty="0">
                  <a:latin typeface="Arial"/>
                  <a:cs typeface="Arial"/>
                </a:rPr>
                <a:t> </a:t>
              </a:r>
              <a:r>
                <a:rPr sz="850" spc="-30" dirty="0">
                  <a:latin typeface="Arial"/>
                  <a:cs typeface="Arial"/>
                </a:rPr>
                <a:t>Expert </a:t>
              </a:r>
              <a:r>
                <a:rPr sz="850" spc="-45" dirty="0">
                  <a:latin typeface="Arial"/>
                  <a:cs typeface="Arial"/>
                </a:rPr>
                <a:t>Shared</a:t>
              </a:r>
              <a:r>
                <a:rPr sz="850" spc="-25" dirty="0">
                  <a:latin typeface="Arial"/>
                  <a:cs typeface="Arial"/>
                </a:rPr>
                <a:t> </a:t>
              </a:r>
              <a:r>
                <a:rPr sz="850" spc="-20" dirty="0">
                  <a:latin typeface="Arial"/>
                  <a:cs typeface="Arial"/>
                </a:rPr>
                <a:t>Expert</a:t>
              </a:r>
              <a:endParaRPr sz="850">
                <a:latin typeface="Arial"/>
                <a:cs typeface="Arial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C175FB2-3EE0-A717-B627-CFB429DBF153}"/>
                </a:ext>
              </a:extLst>
            </p:cNvPr>
            <p:cNvSpPr txBox="1"/>
            <p:nvPr/>
          </p:nvSpPr>
          <p:spPr>
            <a:xfrm>
              <a:off x="5098841" y="2540622"/>
              <a:ext cx="37592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spc="-65" dirty="0">
                  <a:latin typeface="Arial"/>
                  <a:cs typeface="Arial"/>
                </a:rPr>
                <a:t>Top-</a:t>
              </a:r>
              <a:r>
                <a:rPr sz="850" spc="-490" dirty="0">
                  <a:latin typeface="Apple Symbols"/>
                  <a:cs typeface="Apple Symbols"/>
                </a:rPr>
                <a:t>𝐾𝐾</a:t>
              </a:r>
              <a:r>
                <a:rPr sz="975" spc="-735" baseline="-17094" dirty="0">
                  <a:latin typeface="Apple Symbols"/>
                  <a:cs typeface="Apple Symbols"/>
                </a:rPr>
                <a:t>𝑟𝑟</a:t>
              </a:r>
              <a:endParaRPr sz="975" baseline="-17094">
                <a:latin typeface="Apple Symbols"/>
                <a:cs typeface="Apple Symbols"/>
              </a:endParaRPr>
            </a:p>
          </p:txBody>
        </p:sp>
        <p:grpSp>
          <p:nvGrpSpPr>
            <p:cNvPr id="11" name="object 11">
              <a:extLst>
                <a:ext uri="{FF2B5EF4-FFF2-40B4-BE49-F238E27FC236}">
                  <a16:creationId xmlns:a16="http://schemas.microsoft.com/office/drawing/2014/main" id="{3191A973-52E5-4B1A-8EA8-39CC7F9E803D}"/>
                </a:ext>
              </a:extLst>
            </p:cNvPr>
            <p:cNvGrpSpPr/>
            <p:nvPr/>
          </p:nvGrpSpPr>
          <p:grpSpPr>
            <a:xfrm>
              <a:off x="1364420" y="3287912"/>
              <a:ext cx="1259840" cy="358775"/>
              <a:chOff x="1364420" y="3287912"/>
              <a:chExt cx="1259840" cy="358775"/>
            </a:xfrm>
          </p:grpSpPr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D1805919-68EC-18C0-D5DB-96652051CE06}"/>
                  </a:ext>
                </a:extLst>
              </p:cNvPr>
              <p:cNvSpPr/>
              <p:nvPr/>
            </p:nvSpPr>
            <p:spPr>
              <a:xfrm>
                <a:off x="1368865" y="3292357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1192287" y="0"/>
                    </a:moveTo>
                    <a:lnTo>
                      <a:pt x="58234" y="0"/>
                    </a:lnTo>
                    <a:lnTo>
                      <a:pt x="35566" y="4576"/>
                    </a:lnTo>
                    <a:lnTo>
                      <a:pt x="17056" y="17056"/>
                    </a:lnTo>
                    <a:lnTo>
                      <a:pt x="4576" y="35566"/>
                    </a:lnTo>
                    <a:lnTo>
                      <a:pt x="0" y="58234"/>
                    </a:lnTo>
                    <a:lnTo>
                      <a:pt x="0" y="291174"/>
                    </a:lnTo>
                    <a:lnTo>
                      <a:pt x="4576" y="313842"/>
                    </a:lnTo>
                    <a:lnTo>
                      <a:pt x="17056" y="332353"/>
                    </a:lnTo>
                    <a:lnTo>
                      <a:pt x="35566" y="344833"/>
                    </a:lnTo>
                    <a:lnTo>
                      <a:pt x="58234" y="349409"/>
                    </a:lnTo>
                    <a:lnTo>
                      <a:pt x="1192287" y="349409"/>
                    </a:lnTo>
                    <a:lnTo>
                      <a:pt x="1214955" y="344833"/>
                    </a:lnTo>
                    <a:lnTo>
                      <a:pt x="1233466" y="332353"/>
                    </a:lnTo>
                    <a:lnTo>
                      <a:pt x="1245946" y="313842"/>
                    </a:lnTo>
                    <a:lnTo>
                      <a:pt x="1250522" y="291174"/>
                    </a:lnTo>
                    <a:lnTo>
                      <a:pt x="1250522" y="58234"/>
                    </a:lnTo>
                    <a:lnTo>
                      <a:pt x="1245946" y="35566"/>
                    </a:lnTo>
                    <a:lnTo>
                      <a:pt x="1233466" y="17056"/>
                    </a:lnTo>
                    <a:lnTo>
                      <a:pt x="1214955" y="4576"/>
                    </a:lnTo>
                    <a:lnTo>
                      <a:pt x="1192287" y="0"/>
                    </a:lnTo>
                    <a:close/>
                  </a:path>
                </a:pathLst>
              </a:custGeom>
              <a:solidFill>
                <a:srgbClr val="FFF1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20F749C5-AF9F-E646-6CC9-3243A4F689AA}"/>
                  </a:ext>
                </a:extLst>
              </p:cNvPr>
              <p:cNvSpPr/>
              <p:nvPr/>
            </p:nvSpPr>
            <p:spPr>
              <a:xfrm>
                <a:off x="1368865" y="3292357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0" y="58234"/>
                    </a:moveTo>
                    <a:lnTo>
                      <a:pt x="4576" y="35566"/>
                    </a:lnTo>
                    <a:lnTo>
                      <a:pt x="17056" y="17056"/>
                    </a:lnTo>
                    <a:lnTo>
                      <a:pt x="35566" y="4576"/>
                    </a:lnTo>
                    <a:lnTo>
                      <a:pt x="58234" y="0"/>
                    </a:lnTo>
                    <a:lnTo>
                      <a:pt x="1192287" y="0"/>
                    </a:lnTo>
                    <a:lnTo>
                      <a:pt x="1214955" y="4576"/>
                    </a:lnTo>
                    <a:lnTo>
                      <a:pt x="1233466" y="17056"/>
                    </a:lnTo>
                    <a:lnTo>
                      <a:pt x="1245946" y="35566"/>
                    </a:lnTo>
                    <a:lnTo>
                      <a:pt x="1250522" y="58234"/>
                    </a:lnTo>
                    <a:lnTo>
                      <a:pt x="1250522" y="291174"/>
                    </a:lnTo>
                    <a:lnTo>
                      <a:pt x="1245946" y="313842"/>
                    </a:lnTo>
                    <a:lnTo>
                      <a:pt x="1233466" y="332353"/>
                    </a:lnTo>
                    <a:lnTo>
                      <a:pt x="1214955" y="344833"/>
                    </a:lnTo>
                    <a:lnTo>
                      <a:pt x="1192287" y="349409"/>
                    </a:lnTo>
                    <a:lnTo>
                      <a:pt x="58234" y="349409"/>
                    </a:lnTo>
                    <a:lnTo>
                      <a:pt x="35566" y="344833"/>
                    </a:lnTo>
                    <a:lnTo>
                      <a:pt x="17056" y="332353"/>
                    </a:lnTo>
                    <a:lnTo>
                      <a:pt x="4576" y="313842"/>
                    </a:lnTo>
                    <a:lnTo>
                      <a:pt x="0" y="291174"/>
                    </a:lnTo>
                    <a:lnTo>
                      <a:pt x="0" y="58234"/>
                    </a:lnTo>
                    <a:close/>
                  </a:path>
                </a:pathLst>
              </a:custGeom>
              <a:ln w="8452">
                <a:solidFill>
                  <a:srgbClr val="162C5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AC0C41D-643F-F11F-AA39-08D5FA6CC728}"/>
                </a:ext>
              </a:extLst>
            </p:cNvPr>
            <p:cNvSpPr txBox="1"/>
            <p:nvPr/>
          </p:nvSpPr>
          <p:spPr>
            <a:xfrm>
              <a:off x="1765011" y="3379306"/>
              <a:ext cx="45847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850" spc="-10" dirty="0">
                  <a:latin typeface="Arial"/>
                  <a:cs typeface="Arial"/>
                </a:rPr>
                <a:t>Attention</a:t>
              </a:r>
              <a:endParaRPr sz="850">
                <a:latin typeface="Arial"/>
                <a:cs typeface="Arial"/>
              </a:endParaRPr>
            </a:p>
          </p:txBody>
        </p:sp>
        <p:grpSp>
          <p:nvGrpSpPr>
            <p:cNvPr id="15" name="object 15">
              <a:extLst>
                <a:ext uri="{FF2B5EF4-FFF2-40B4-BE49-F238E27FC236}">
                  <a16:creationId xmlns:a16="http://schemas.microsoft.com/office/drawing/2014/main" id="{A7C55714-E176-EECD-D0E5-D284E683320B}"/>
                </a:ext>
              </a:extLst>
            </p:cNvPr>
            <p:cNvGrpSpPr/>
            <p:nvPr/>
          </p:nvGrpSpPr>
          <p:grpSpPr>
            <a:xfrm>
              <a:off x="1364420" y="1942906"/>
              <a:ext cx="1259840" cy="358775"/>
              <a:chOff x="1364420" y="1942906"/>
              <a:chExt cx="1259840" cy="358775"/>
            </a:xfrm>
          </p:grpSpPr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7B293D62-155D-288C-8CAC-E2991E1348F7}"/>
                  </a:ext>
                </a:extLst>
              </p:cNvPr>
              <p:cNvSpPr/>
              <p:nvPr/>
            </p:nvSpPr>
            <p:spPr>
              <a:xfrm>
                <a:off x="1368865" y="1947351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1192287" y="0"/>
                    </a:moveTo>
                    <a:lnTo>
                      <a:pt x="58234" y="0"/>
                    </a:lnTo>
                    <a:lnTo>
                      <a:pt x="35566" y="4576"/>
                    </a:lnTo>
                    <a:lnTo>
                      <a:pt x="17056" y="17056"/>
                    </a:lnTo>
                    <a:lnTo>
                      <a:pt x="4576" y="35566"/>
                    </a:lnTo>
                    <a:lnTo>
                      <a:pt x="0" y="58234"/>
                    </a:lnTo>
                    <a:lnTo>
                      <a:pt x="0" y="291174"/>
                    </a:lnTo>
                    <a:lnTo>
                      <a:pt x="4576" y="313842"/>
                    </a:lnTo>
                    <a:lnTo>
                      <a:pt x="17056" y="332353"/>
                    </a:lnTo>
                    <a:lnTo>
                      <a:pt x="35566" y="344833"/>
                    </a:lnTo>
                    <a:lnTo>
                      <a:pt x="58234" y="349409"/>
                    </a:lnTo>
                    <a:lnTo>
                      <a:pt x="1192287" y="349409"/>
                    </a:lnTo>
                    <a:lnTo>
                      <a:pt x="1214955" y="344833"/>
                    </a:lnTo>
                    <a:lnTo>
                      <a:pt x="1233466" y="332353"/>
                    </a:lnTo>
                    <a:lnTo>
                      <a:pt x="1245946" y="313842"/>
                    </a:lnTo>
                    <a:lnTo>
                      <a:pt x="1250522" y="291174"/>
                    </a:lnTo>
                    <a:lnTo>
                      <a:pt x="1250522" y="58234"/>
                    </a:lnTo>
                    <a:lnTo>
                      <a:pt x="1245946" y="35566"/>
                    </a:lnTo>
                    <a:lnTo>
                      <a:pt x="1233466" y="17056"/>
                    </a:lnTo>
                    <a:lnTo>
                      <a:pt x="1214955" y="4576"/>
                    </a:lnTo>
                    <a:lnTo>
                      <a:pt x="1192287" y="0"/>
                    </a:lnTo>
                    <a:close/>
                  </a:path>
                </a:pathLst>
              </a:custGeom>
              <a:solidFill>
                <a:srgbClr val="FFF1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28E4F31C-2065-0F68-248F-2B16E5688BB9}"/>
                  </a:ext>
                </a:extLst>
              </p:cNvPr>
              <p:cNvSpPr/>
              <p:nvPr/>
            </p:nvSpPr>
            <p:spPr>
              <a:xfrm>
                <a:off x="1368865" y="1947351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0" y="58234"/>
                    </a:moveTo>
                    <a:lnTo>
                      <a:pt x="4576" y="35566"/>
                    </a:lnTo>
                    <a:lnTo>
                      <a:pt x="17056" y="17056"/>
                    </a:lnTo>
                    <a:lnTo>
                      <a:pt x="35566" y="4576"/>
                    </a:lnTo>
                    <a:lnTo>
                      <a:pt x="58234" y="0"/>
                    </a:lnTo>
                    <a:lnTo>
                      <a:pt x="1192287" y="0"/>
                    </a:lnTo>
                    <a:lnTo>
                      <a:pt x="1214955" y="4576"/>
                    </a:lnTo>
                    <a:lnTo>
                      <a:pt x="1233466" y="17056"/>
                    </a:lnTo>
                    <a:lnTo>
                      <a:pt x="1245946" y="35566"/>
                    </a:lnTo>
                    <a:lnTo>
                      <a:pt x="1250522" y="58234"/>
                    </a:lnTo>
                    <a:lnTo>
                      <a:pt x="1250522" y="291174"/>
                    </a:lnTo>
                    <a:lnTo>
                      <a:pt x="1245946" y="313842"/>
                    </a:lnTo>
                    <a:lnTo>
                      <a:pt x="1233466" y="332353"/>
                    </a:lnTo>
                    <a:lnTo>
                      <a:pt x="1214955" y="344833"/>
                    </a:lnTo>
                    <a:lnTo>
                      <a:pt x="1192287" y="349409"/>
                    </a:lnTo>
                    <a:lnTo>
                      <a:pt x="58234" y="349409"/>
                    </a:lnTo>
                    <a:lnTo>
                      <a:pt x="35566" y="344833"/>
                    </a:lnTo>
                    <a:lnTo>
                      <a:pt x="17056" y="332353"/>
                    </a:lnTo>
                    <a:lnTo>
                      <a:pt x="4576" y="313842"/>
                    </a:lnTo>
                    <a:lnTo>
                      <a:pt x="0" y="291174"/>
                    </a:lnTo>
                    <a:lnTo>
                      <a:pt x="0" y="58234"/>
                    </a:lnTo>
                    <a:close/>
                  </a:path>
                </a:pathLst>
              </a:custGeom>
              <a:ln w="8452">
                <a:solidFill>
                  <a:srgbClr val="162C5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C0436E5-2D1B-B6D0-10E7-9AC99C027600}"/>
                </a:ext>
              </a:extLst>
            </p:cNvPr>
            <p:cNvSpPr txBox="1"/>
            <p:nvPr/>
          </p:nvSpPr>
          <p:spPr>
            <a:xfrm>
              <a:off x="1452621" y="2034302"/>
              <a:ext cx="108331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850" spc="-55" dirty="0">
                  <a:latin typeface="Arial"/>
                  <a:cs typeface="Arial"/>
                </a:rPr>
                <a:t>Feed-</a:t>
              </a:r>
              <a:r>
                <a:rPr sz="850" spc="-30" dirty="0">
                  <a:latin typeface="Arial"/>
                  <a:cs typeface="Arial"/>
                </a:rPr>
                <a:t>Forward</a:t>
              </a:r>
              <a:r>
                <a:rPr sz="850" spc="20" dirty="0">
                  <a:latin typeface="Arial"/>
                  <a:cs typeface="Arial"/>
                </a:rPr>
                <a:t> </a:t>
              </a:r>
              <a:r>
                <a:rPr sz="850" spc="-10" dirty="0">
                  <a:latin typeface="Arial"/>
                  <a:cs typeface="Arial"/>
                </a:rPr>
                <a:t>Network</a:t>
              </a:r>
              <a:endParaRPr sz="850">
                <a:latin typeface="Arial"/>
                <a:cs typeface="Arial"/>
              </a:endParaRPr>
            </a:p>
          </p:txBody>
        </p:sp>
        <p:grpSp>
          <p:nvGrpSpPr>
            <p:cNvPr id="19" name="object 19">
              <a:extLst>
                <a:ext uri="{FF2B5EF4-FFF2-40B4-BE49-F238E27FC236}">
                  <a16:creationId xmlns:a16="http://schemas.microsoft.com/office/drawing/2014/main" id="{887CE9BB-82F4-1FAC-35F6-47E0A1A8DFD0}"/>
                </a:ext>
              </a:extLst>
            </p:cNvPr>
            <p:cNvGrpSpPr/>
            <p:nvPr/>
          </p:nvGrpSpPr>
          <p:grpSpPr>
            <a:xfrm>
              <a:off x="1977069" y="1496710"/>
              <a:ext cx="34290" cy="2369820"/>
              <a:chOff x="1977069" y="1496710"/>
              <a:chExt cx="34290" cy="2369820"/>
            </a:xfrm>
          </p:grpSpPr>
          <p:sp>
            <p:nvSpPr>
              <p:cNvPr id="20" name="object 20">
                <a:extLst>
                  <a:ext uri="{FF2B5EF4-FFF2-40B4-BE49-F238E27FC236}">
                    <a16:creationId xmlns:a16="http://schemas.microsoft.com/office/drawing/2014/main" id="{3FB58D9B-2637-4B04-CECE-A72275388BB7}"/>
                  </a:ext>
                </a:extLst>
              </p:cNvPr>
              <p:cNvSpPr/>
              <p:nvPr/>
            </p:nvSpPr>
            <p:spPr>
              <a:xfrm>
                <a:off x="1994127" y="3669940"/>
                <a:ext cx="0" cy="192405"/>
              </a:xfrm>
              <a:custGeom>
                <a:avLst/>
                <a:gdLst/>
                <a:ahLst/>
                <a:cxnLst/>
                <a:rect l="l" t="t" r="r" b="b"/>
                <a:pathLst>
                  <a:path h="192404">
                    <a:moveTo>
                      <a:pt x="0" y="191812"/>
                    </a:moveTo>
                    <a:lnTo>
                      <a:pt x="0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9FDE3BFB-590D-05F2-C80D-A782F623F7F7}"/>
                  </a:ext>
                </a:extLst>
              </p:cNvPr>
              <p:cNvSpPr/>
              <p:nvPr/>
            </p:nvSpPr>
            <p:spPr>
              <a:xfrm>
                <a:off x="1977225" y="3641766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04" y="0"/>
                    </a:moveTo>
                    <a:lnTo>
                      <a:pt x="0" y="33808"/>
                    </a:lnTo>
                    <a:lnTo>
                      <a:pt x="33808" y="33808"/>
                    </a:lnTo>
                    <a:lnTo>
                      <a:pt x="169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>
                <a:extLst>
                  <a:ext uri="{FF2B5EF4-FFF2-40B4-BE49-F238E27FC236}">
                    <a16:creationId xmlns:a16="http://schemas.microsoft.com/office/drawing/2014/main" id="{C3A31888-D112-1F02-E616-47E655DDBE1C}"/>
                  </a:ext>
                </a:extLst>
              </p:cNvPr>
              <p:cNvSpPr/>
              <p:nvPr/>
            </p:nvSpPr>
            <p:spPr>
              <a:xfrm>
                <a:off x="1994127" y="2324935"/>
                <a:ext cx="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h="173355">
                    <a:moveTo>
                      <a:pt x="0" y="173228"/>
                    </a:moveTo>
                    <a:lnTo>
                      <a:pt x="0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>
                <a:extLst>
                  <a:ext uri="{FF2B5EF4-FFF2-40B4-BE49-F238E27FC236}">
                    <a16:creationId xmlns:a16="http://schemas.microsoft.com/office/drawing/2014/main" id="{C76CB400-084C-0575-C488-2E198A11E3C6}"/>
                  </a:ext>
                </a:extLst>
              </p:cNvPr>
              <p:cNvSpPr/>
              <p:nvPr/>
            </p:nvSpPr>
            <p:spPr>
              <a:xfrm>
                <a:off x="1977225" y="2296761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04" y="0"/>
                    </a:moveTo>
                    <a:lnTo>
                      <a:pt x="0" y="33808"/>
                    </a:lnTo>
                    <a:lnTo>
                      <a:pt x="33808" y="33808"/>
                    </a:lnTo>
                    <a:lnTo>
                      <a:pt x="169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C6ED67F8-B0B0-A9B4-A726-73AAA3CA4CF1}"/>
                  </a:ext>
                </a:extLst>
              </p:cNvPr>
              <p:cNvSpPr/>
              <p:nvPr/>
            </p:nvSpPr>
            <p:spPr>
              <a:xfrm>
                <a:off x="1993975" y="1524886"/>
                <a:ext cx="635" cy="42290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22910">
                    <a:moveTo>
                      <a:pt x="152" y="422464"/>
                    </a:moveTo>
                    <a:lnTo>
                      <a:pt x="0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>
                <a:extLst>
                  <a:ext uri="{FF2B5EF4-FFF2-40B4-BE49-F238E27FC236}">
                    <a16:creationId xmlns:a16="http://schemas.microsoft.com/office/drawing/2014/main" id="{96394F6A-FC17-D83D-BC79-04F2694E1224}"/>
                  </a:ext>
                </a:extLst>
              </p:cNvPr>
              <p:cNvSpPr/>
              <p:nvPr/>
            </p:nvSpPr>
            <p:spPr>
              <a:xfrm>
                <a:off x="1977069" y="1496710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90">
                    <a:moveTo>
                      <a:pt x="16892" y="0"/>
                    </a:moveTo>
                    <a:lnTo>
                      <a:pt x="0" y="33814"/>
                    </a:lnTo>
                    <a:lnTo>
                      <a:pt x="33808" y="33802"/>
                    </a:lnTo>
                    <a:lnTo>
                      <a:pt x="16892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A439CB33-F21B-6242-C852-6B3640AABF29}"/>
                </a:ext>
              </a:extLst>
            </p:cNvPr>
            <p:cNvSpPr txBox="1"/>
            <p:nvPr/>
          </p:nvSpPr>
          <p:spPr>
            <a:xfrm>
              <a:off x="3433629" y="1929247"/>
              <a:ext cx="594360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05"/>
                </a:spcBef>
                <a:tabLst>
                  <a:tab pos="256540" algn="l"/>
                  <a:tab pos="465455" algn="l"/>
                </a:tabLst>
              </a:pPr>
              <a:r>
                <a:rPr sz="700" spc="-50" dirty="0">
                  <a:latin typeface="Arial"/>
                  <a:cs typeface="Arial"/>
                </a:rPr>
                <a:t>1</a:t>
              </a:r>
              <a:r>
                <a:rPr sz="700" dirty="0">
                  <a:latin typeface="Arial"/>
                  <a:cs typeface="Arial"/>
                </a:rPr>
                <a:t>	</a:t>
              </a:r>
              <a:r>
                <a:rPr sz="1050" spc="-75" baseline="11904" dirty="0">
                  <a:latin typeface="Arial"/>
                  <a:cs typeface="Arial"/>
                </a:rPr>
                <a:t>…</a:t>
              </a:r>
              <a:r>
                <a:rPr sz="1050" baseline="11904" dirty="0">
                  <a:latin typeface="Arial"/>
                  <a:cs typeface="Arial"/>
                </a:rPr>
                <a:t>	</a:t>
              </a:r>
              <a:r>
                <a:rPr sz="700" spc="-385" dirty="0">
                  <a:latin typeface="Apple Symbols"/>
                  <a:cs typeface="Apple Symbols"/>
                </a:rPr>
                <a:t>𝑁𝑁</a:t>
              </a:r>
              <a:r>
                <a:rPr sz="750" spc="-577" baseline="-16666" dirty="0">
                  <a:latin typeface="Apple Symbols"/>
                  <a:cs typeface="Apple Symbols"/>
                </a:rPr>
                <a:t>𝑠𝑠</a:t>
              </a:r>
              <a:endParaRPr sz="750" baseline="-16666">
                <a:latin typeface="Apple Symbols"/>
                <a:cs typeface="Apple Symbols"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B2D74146-1A40-02BE-6CF9-8DBC0F731E48}"/>
                </a:ext>
              </a:extLst>
            </p:cNvPr>
            <p:cNvSpPr txBox="1"/>
            <p:nvPr/>
          </p:nvSpPr>
          <p:spPr>
            <a:xfrm>
              <a:off x="5111209" y="1926989"/>
              <a:ext cx="58419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50" dirty="0">
                  <a:latin typeface="Arial"/>
                  <a:cs typeface="Arial"/>
                </a:rPr>
                <a:t>3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9F00176E-CE93-E9A4-06B9-56E6C3CB44A3}"/>
                </a:ext>
              </a:extLst>
            </p:cNvPr>
            <p:cNvSpPr txBox="1"/>
            <p:nvPr/>
          </p:nvSpPr>
          <p:spPr>
            <a:xfrm>
              <a:off x="5395170" y="1928428"/>
              <a:ext cx="926465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05"/>
                </a:spcBef>
                <a:tabLst>
                  <a:tab pos="259079" algn="l"/>
                  <a:tab pos="795020" algn="l"/>
                </a:tabLst>
              </a:pPr>
              <a:r>
                <a:rPr sz="700" spc="-35" dirty="0">
                  <a:latin typeface="Arial"/>
                  <a:cs typeface="Arial"/>
                </a:rPr>
                <a:t>4</a:t>
              </a:r>
              <a:r>
                <a:rPr sz="700" dirty="0">
                  <a:latin typeface="Arial"/>
                  <a:cs typeface="Arial"/>
                </a:rPr>
                <a:t>	</a:t>
              </a:r>
              <a:r>
                <a:rPr sz="1050" spc="-330" baseline="11904" dirty="0">
                  <a:latin typeface="Arial"/>
                  <a:cs typeface="Arial"/>
                </a:rPr>
                <a:t>…</a:t>
              </a:r>
              <a:r>
                <a:rPr sz="1050" spc="1035" baseline="11904" dirty="0">
                  <a:latin typeface="Arial"/>
                  <a:cs typeface="Arial"/>
                </a:rPr>
                <a:t> </a:t>
              </a:r>
              <a:r>
                <a:rPr sz="700" spc="-15" dirty="0">
                  <a:latin typeface="Apple Symbols"/>
                  <a:cs typeface="Apple Symbols"/>
                </a:rPr>
                <a:t>𝑁𝑁</a:t>
              </a:r>
              <a:r>
                <a:rPr sz="750" spc="-22" baseline="-16666" dirty="0">
                  <a:latin typeface="Apple Symbols"/>
                  <a:cs typeface="Apple Symbols"/>
                </a:rPr>
                <a:t>𝑟𝑟</a:t>
              </a:r>
              <a:r>
                <a:rPr sz="700" spc="-15" dirty="0">
                  <a:latin typeface="Arial"/>
                  <a:cs typeface="Arial"/>
                </a:rPr>
                <a:t>-</a:t>
              </a:r>
              <a:r>
                <a:rPr sz="700" spc="-35" dirty="0">
                  <a:latin typeface="Arial"/>
                  <a:cs typeface="Arial"/>
                </a:rPr>
                <a:t>1</a:t>
              </a:r>
              <a:r>
                <a:rPr sz="700" dirty="0">
                  <a:latin typeface="Arial"/>
                  <a:cs typeface="Arial"/>
                </a:rPr>
                <a:t>	</a:t>
              </a:r>
              <a:r>
                <a:rPr sz="700" spc="-380" dirty="0">
                  <a:latin typeface="Apple Symbols"/>
                  <a:cs typeface="Apple Symbols"/>
                </a:rPr>
                <a:t>𝑁𝑁</a:t>
              </a:r>
              <a:r>
                <a:rPr sz="750" spc="-569" baseline="-16666" dirty="0">
                  <a:latin typeface="Apple Symbols"/>
                  <a:cs typeface="Apple Symbols"/>
                </a:rPr>
                <a:t>𝑟𝑟</a:t>
              </a:r>
              <a:endParaRPr sz="750" baseline="-16666">
                <a:latin typeface="Apple Symbols"/>
                <a:cs typeface="Apple Symbols"/>
              </a:endParaRPr>
            </a:p>
          </p:txBody>
        </p:sp>
        <p:grpSp>
          <p:nvGrpSpPr>
            <p:cNvPr id="29" name="object 29">
              <a:extLst>
                <a:ext uri="{FF2B5EF4-FFF2-40B4-BE49-F238E27FC236}">
                  <a16:creationId xmlns:a16="http://schemas.microsoft.com/office/drawing/2014/main" id="{8806A20F-634E-4E28-3A7F-7D3BF6FC0786}"/>
                </a:ext>
              </a:extLst>
            </p:cNvPr>
            <p:cNvGrpSpPr/>
            <p:nvPr/>
          </p:nvGrpSpPr>
          <p:grpSpPr>
            <a:xfrm>
              <a:off x="1103962" y="1204224"/>
              <a:ext cx="5522595" cy="3243580"/>
              <a:chOff x="1103962" y="1204224"/>
              <a:chExt cx="5522595" cy="3243580"/>
            </a:xfrm>
          </p:grpSpPr>
          <p:sp>
            <p:nvSpPr>
              <p:cNvPr id="30" name="object 30">
                <a:extLst>
                  <a:ext uri="{FF2B5EF4-FFF2-40B4-BE49-F238E27FC236}">
                    <a16:creationId xmlns:a16="http://schemas.microsoft.com/office/drawing/2014/main" id="{F5963DE1-E6D7-1EEC-455D-78D0AE7C386B}"/>
                  </a:ext>
                </a:extLst>
              </p:cNvPr>
              <p:cNvSpPr/>
              <p:nvPr/>
            </p:nvSpPr>
            <p:spPr>
              <a:xfrm>
                <a:off x="1110312" y="1210574"/>
                <a:ext cx="5509895" cy="3230880"/>
              </a:xfrm>
              <a:custGeom>
                <a:avLst/>
                <a:gdLst/>
                <a:ahLst/>
                <a:cxnLst/>
                <a:rect l="l" t="t" r="r" b="b"/>
                <a:pathLst>
                  <a:path w="5509895" h="3230879">
                    <a:moveTo>
                      <a:pt x="1966646" y="0"/>
                    </a:moveTo>
                    <a:lnTo>
                      <a:pt x="5509605" y="0"/>
                    </a:lnTo>
                    <a:lnTo>
                      <a:pt x="5509605" y="1852701"/>
                    </a:lnTo>
                    <a:lnTo>
                      <a:pt x="1966646" y="1852701"/>
                    </a:lnTo>
                    <a:lnTo>
                      <a:pt x="1966646" y="0"/>
                    </a:lnTo>
                    <a:close/>
                  </a:path>
                  <a:path w="5509895" h="3230879">
                    <a:moveTo>
                      <a:pt x="0" y="472675"/>
                    </a:moveTo>
                    <a:lnTo>
                      <a:pt x="1635380" y="472675"/>
                    </a:lnTo>
                    <a:lnTo>
                      <a:pt x="1635380" y="3230405"/>
                    </a:lnTo>
                    <a:lnTo>
                      <a:pt x="0" y="3230405"/>
                    </a:lnTo>
                    <a:lnTo>
                      <a:pt x="0" y="472675"/>
                    </a:lnTo>
                    <a:close/>
                  </a:path>
                </a:pathLst>
              </a:custGeom>
              <a:ln w="12678">
                <a:solidFill>
                  <a:srgbClr val="2D75B6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>
                <a:extLst>
                  <a:ext uri="{FF2B5EF4-FFF2-40B4-BE49-F238E27FC236}">
                    <a16:creationId xmlns:a16="http://schemas.microsoft.com/office/drawing/2014/main" id="{99C82387-74F0-4422-D94E-1209AF4B15A9}"/>
                  </a:ext>
                </a:extLst>
              </p:cNvPr>
              <p:cNvSpPr/>
              <p:nvPr/>
            </p:nvSpPr>
            <p:spPr>
              <a:xfrm>
                <a:off x="1368865" y="3861753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1192287" y="0"/>
                    </a:moveTo>
                    <a:lnTo>
                      <a:pt x="58234" y="0"/>
                    </a:lnTo>
                    <a:lnTo>
                      <a:pt x="35566" y="4576"/>
                    </a:lnTo>
                    <a:lnTo>
                      <a:pt x="17056" y="17056"/>
                    </a:lnTo>
                    <a:lnTo>
                      <a:pt x="4576" y="35566"/>
                    </a:lnTo>
                    <a:lnTo>
                      <a:pt x="0" y="58234"/>
                    </a:lnTo>
                    <a:lnTo>
                      <a:pt x="0" y="291174"/>
                    </a:lnTo>
                    <a:lnTo>
                      <a:pt x="4576" y="313842"/>
                    </a:lnTo>
                    <a:lnTo>
                      <a:pt x="17056" y="332353"/>
                    </a:lnTo>
                    <a:lnTo>
                      <a:pt x="35566" y="344833"/>
                    </a:lnTo>
                    <a:lnTo>
                      <a:pt x="58234" y="349409"/>
                    </a:lnTo>
                    <a:lnTo>
                      <a:pt x="1192287" y="349409"/>
                    </a:lnTo>
                    <a:lnTo>
                      <a:pt x="1214955" y="344833"/>
                    </a:lnTo>
                    <a:lnTo>
                      <a:pt x="1233466" y="332353"/>
                    </a:lnTo>
                    <a:lnTo>
                      <a:pt x="1245946" y="313842"/>
                    </a:lnTo>
                    <a:lnTo>
                      <a:pt x="1250522" y="291174"/>
                    </a:lnTo>
                    <a:lnTo>
                      <a:pt x="1250522" y="58234"/>
                    </a:lnTo>
                    <a:lnTo>
                      <a:pt x="1245946" y="35566"/>
                    </a:lnTo>
                    <a:lnTo>
                      <a:pt x="1233466" y="17056"/>
                    </a:lnTo>
                    <a:lnTo>
                      <a:pt x="1214955" y="4576"/>
                    </a:lnTo>
                    <a:lnTo>
                      <a:pt x="1192287" y="0"/>
                    </a:lnTo>
                    <a:close/>
                  </a:path>
                </a:pathLst>
              </a:custGeom>
              <a:solidFill>
                <a:srgbClr val="FFF1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>
                <a:extLst>
                  <a:ext uri="{FF2B5EF4-FFF2-40B4-BE49-F238E27FC236}">
                    <a16:creationId xmlns:a16="http://schemas.microsoft.com/office/drawing/2014/main" id="{BFE61564-3E96-6D7B-CEF1-D683E50D2B3D}"/>
                  </a:ext>
                </a:extLst>
              </p:cNvPr>
              <p:cNvSpPr/>
              <p:nvPr/>
            </p:nvSpPr>
            <p:spPr>
              <a:xfrm>
                <a:off x="1368865" y="3861753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0" y="58234"/>
                    </a:moveTo>
                    <a:lnTo>
                      <a:pt x="4576" y="35566"/>
                    </a:lnTo>
                    <a:lnTo>
                      <a:pt x="17056" y="17056"/>
                    </a:lnTo>
                    <a:lnTo>
                      <a:pt x="35566" y="4576"/>
                    </a:lnTo>
                    <a:lnTo>
                      <a:pt x="58234" y="0"/>
                    </a:lnTo>
                    <a:lnTo>
                      <a:pt x="1192287" y="0"/>
                    </a:lnTo>
                    <a:lnTo>
                      <a:pt x="1214955" y="4576"/>
                    </a:lnTo>
                    <a:lnTo>
                      <a:pt x="1233466" y="17056"/>
                    </a:lnTo>
                    <a:lnTo>
                      <a:pt x="1245946" y="35566"/>
                    </a:lnTo>
                    <a:lnTo>
                      <a:pt x="1250522" y="58234"/>
                    </a:lnTo>
                    <a:lnTo>
                      <a:pt x="1250522" y="291174"/>
                    </a:lnTo>
                    <a:lnTo>
                      <a:pt x="1245946" y="313842"/>
                    </a:lnTo>
                    <a:lnTo>
                      <a:pt x="1233466" y="332353"/>
                    </a:lnTo>
                    <a:lnTo>
                      <a:pt x="1214955" y="344833"/>
                    </a:lnTo>
                    <a:lnTo>
                      <a:pt x="1192287" y="349409"/>
                    </a:lnTo>
                    <a:lnTo>
                      <a:pt x="58234" y="349409"/>
                    </a:lnTo>
                    <a:lnTo>
                      <a:pt x="35566" y="344833"/>
                    </a:lnTo>
                    <a:lnTo>
                      <a:pt x="17056" y="332353"/>
                    </a:lnTo>
                    <a:lnTo>
                      <a:pt x="4576" y="313842"/>
                    </a:lnTo>
                    <a:lnTo>
                      <a:pt x="0" y="291174"/>
                    </a:lnTo>
                    <a:lnTo>
                      <a:pt x="0" y="58234"/>
                    </a:lnTo>
                    <a:close/>
                  </a:path>
                </a:pathLst>
              </a:custGeom>
              <a:ln w="8452">
                <a:solidFill>
                  <a:srgbClr val="162C5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626AA81A-F0C6-24E0-5B80-224CB7B17457}"/>
                </a:ext>
              </a:extLst>
            </p:cNvPr>
            <p:cNvSpPr txBox="1"/>
            <p:nvPr/>
          </p:nvSpPr>
          <p:spPr>
            <a:xfrm>
              <a:off x="1745402" y="3948703"/>
              <a:ext cx="49784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850" spc="-35" dirty="0">
                  <a:latin typeface="Arial"/>
                  <a:cs typeface="Arial"/>
                </a:rPr>
                <a:t>RMSNorm</a:t>
              </a:r>
              <a:endParaRPr sz="850">
                <a:latin typeface="Arial"/>
                <a:cs typeface="Arial"/>
              </a:endParaRPr>
            </a:p>
          </p:txBody>
        </p:sp>
        <p:grpSp>
          <p:nvGrpSpPr>
            <p:cNvPr id="34" name="object 34">
              <a:extLst>
                <a:ext uri="{FF2B5EF4-FFF2-40B4-BE49-F238E27FC236}">
                  <a16:creationId xmlns:a16="http://schemas.microsoft.com/office/drawing/2014/main" id="{F932D7C5-6223-86FA-608D-D622733B2675}"/>
                </a:ext>
              </a:extLst>
            </p:cNvPr>
            <p:cNvGrpSpPr/>
            <p:nvPr/>
          </p:nvGrpSpPr>
          <p:grpSpPr>
            <a:xfrm>
              <a:off x="1364420" y="2493721"/>
              <a:ext cx="1259840" cy="358775"/>
              <a:chOff x="1364420" y="2493721"/>
              <a:chExt cx="1259840" cy="358775"/>
            </a:xfrm>
          </p:grpSpPr>
          <p:sp>
            <p:nvSpPr>
              <p:cNvPr id="35" name="object 35">
                <a:extLst>
                  <a:ext uri="{FF2B5EF4-FFF2-40B4-BE49-F238E27FC236}">
                    <a16:creationId xmlns:a16="http://schemas.microsoft.com/office/drawing/2014/main" id="{6E3228E9-5839-2DA2-4FE7-B7859A7CC419}"/>
                  </a:ext>
                </a:extLst>
              </p:cNvPr>
              <p:cNvSpPr/>
              <p:nvPr/>
            </p:nvSpPr>
            <p:spPr>
              <a:xfrm>
                <a:off x="1368865" y="2498165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1192287" y="0"/>
                    </a:moveTo>
                    <a:lnTo>
                      <a:pt x="58234" y="0"/>
                    </a:lnTo>
                    <a:lnTo>
                      <a:pt x="35566" y="4576"/>
                    </a:lnTo>
                    <a:lnTo>
                      <a:pt x="17056" y="17056"/>
                    </a:lnTo>
                    <a:lnTo>
                      <a:pt x="4576" y="35566"/>
                    </a:lnTo>
                    <a:lnTo>
                      <a:pt x="0" y="58234"/>
                    </a:lnTo>
                    <a:lnTo>
                      <a:pt x="0" y="291174"/>
                    </a:lnTo>
                    <a:lnTo>
                      <a:pt x="4576" y="313842"/>
                    </a:lnTo>
                    <a:lnTo>
                      <a:pt x="17056" y="332353"/>
                    </a:lnTo>
                    <a:lnTo>
                      <a:pt x="35566" y="344833"/>
                    </a:lnTo>
                    <a:lnTo>
                      <a:pt x="58234" y="349409"/>
                    </a:lnTo>
                    <a:lnTo>
                      <a:pt x="1192287" y="349409"/>
                    </a:lnTo>
                    <a:lnTo>
                      <a:pt x="1214955" y="344833"/>
                    </a:lnTo>
                    <a:lnTo>
                      <a:pt x="1233466" y="332353"/>
                    </a:lnTo>
                    <a:lnTo>
                      <a:pt x="1245946" y="313842"/>
                    </a:lnTo>
                    <a:lnTo>
                      <a:pt x="1250522" y="291174"/>
                    </a:lnTo>
                    <a:lnTo>
                      <a:pt x="1250522" y="58234"/>
                    </a:lnTo>
                    <a:lnTo>
                      <a:pt x="1245946" y="35566"/>
                    </a:lnTo>
                    <a:lnTo>
                      <a:pt x="1233466" y="17056"/>
                    </a:lnTo>
                    <a:lnTo>
                      <a:pt x="1214955" y="4576"/>
                    </a:lnTo>
                    <a:lnTo>
                      <a:pt x="1192287" y="0"/>
                    </a:lnTo>
                    <a:close/>
                  </a:path>
                </a:pathLst>
              </a:custGeom>
              <a:solidFill>
                <a:srgbClr val="FFF1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9C9DD819-D057-3752-878C-F562D537669A}"/>
                  </a:ext>
                </a:extLst>
              </p:cNvPr>
              <p:cNvSpPr/>
              <p:nvPr/>
            </p:nvSpPr>
            <p:spPr>
              <a:xfrm>
                <a:off x="1368865" y="2498166"/>
                <a:ext cx="125095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250950" h="349885">
                    <a:moveTo>
                      <a:pt x="0" y="58234"/>
                    </a:moveTo>
                    <a:lnTo>
                      <a:pt x="4576" y="35566"/>
                    </a:lnTo>
                    <a:lnTo>
                      <a:pt x="17056" y="17056"/>
                    </a:lnTo>
                    <a:lnTo>
                      <a:pt x="35566" y="4576"/>
                    </a:lnTo>
                    <a:lnTo>
                      <a:pt x="58234" y="0"/>
                    </a:lnTo>
                    <a:lnTo>
                      <a:pt x="1192287" y="0"/>
                    </a:lnTo>
                    <a:lnTo>
                      <a:pt x="1214955" y="4576"/>
                    </a:lnTo>
                    <a:lnTo>
                      <a:pt x="1233466" y="17056"/>
                    </a:lnTo>
                    <a:lnTo>
                      <a:pt x="1245946" y="35566"/>
                    </a:lnTo>
                    <a:lnTo>
                      <a:pt x="1250522" y="58234"/>
                    </a:lnTo>
                    <a:lnTo>
                      <a:pt x="1250522" y="291174"/>
                    </a:lnTo>
                    <a:lnTo>
                      <a:pt x="1245946" y="313842"/>
                    </a:lnTo>
                    <a:lnTo>
                      <a:pt x="1233466" y="332353"/>
                    </a:lnTo>
                    <a:lnTo>
                      <a:pt x="1214955" y="344833"/>
                    </a:lnTo>
                    <a:lnTo>
                      <a:pt x="1192287" y="349409"/>
                    </a:lnTo>
                    <a:lnTo>
                      <a:pt x="58234" y="349409"/>
                    </a:lnTo>
                    <a:lnTo>
                      <a:pt x="35566" y="344833"/>
                    </a:lnTo>
                    <a:lnTo>
                      <a:pt x="17056" y="332353"/>
                    </a:lnTo>
                    <a:lnTo>
                      <a:pt x="4576" y="313842"/>
                    </a:lnTo>
                    <a:lnTo>
                      <a:pt x="0" y="291174"/>
                    </a:lnTo>
                    <a:lnTo>
                      <a:pt x="0" y="58234"/>
                    </a:lnTo>
                    <a:close/>
                  </a:path>
                </a:pathLst>
              </a:custGeom>
              <a:ln w="8452">
                <a:solidFill>
                  <a:srgbClr val="162C5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FF4EA73-A3EB-3AFE-BEE6-13B611A506D1}"/>
                </a:ext>
              </a:extLst>
            </p:cNvPr>
            <p:cNvSpPr txBox="1"/>
            <p:nvPr/>
          </p:nvSpPr>
          <p:spPr>
            <a:xfrm>
              <a:off x="1745402" y="2585116"/>
              <a:ext cx="49784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850" spc="-35" dirty="0">
                  <a:latin typeface="Arial"/>
                  <a:cs typeface="Arial"/>
                </a:rPr>
                <a:t>RMSNorm</a:t>
              </a:r>
              <a:endParaRPr sz="850">
                <a:latin typeface="Arial"/>
                <a:cs typeface="Arial"/>
              </a:endParaRPr>
            </a:p>
          </p:txBody>
        </p:sp>
        <p:grpSp>
          <p:nvGrpSpPr>
            <p:cNvPr id="38" name="object 38">
              <a:extLst>
                <a:ext uri="{FF2B5EF4-FFF2-40B4-BE49-F238E27FC236}">
                  <a16:creationId xmlns:a16="http://schemas.microsoft.com/office/drawing/2014/main" id="{3BF28192-446D-BAF8-13AC-4810E82379FE}"/>
                </a:ext>
              </a:extLst>
            </p:cNvPr>
            <p:cNvGrpSpPr/>
            <p:nvPr/>
          </p:nvGrpSpPr>
          <p:grpSpPr>
            <a:xfrm>
              <a:off x="1212905" y="1753713"/>
              <a:ext cx="1912620" cy="2856230"/>
              <a:chOff x="1212905" y="1753713"/>
              <a:chExt cx="1912620" cy="2856230"/>
            </a:xfrm>
          </p:grpSpPr>
          <p:sp>
            <p:nvSpPr>
              <p:cNvPr id="39" name="object 39">
                <a:extLst>
                  <a:ext uri="{FF2B5EF4-FFF2-40B4-BE49-F238E27FC236}">
                    <a16:creationId xmlns:a16="http://schemas.microsoft.com/office/drawing/2014/main" id="{B16DABA3-041E-D886-8E30-0F6F45D71160}"/>
                  </a:ext>
                </a:extLst>
              </p:cNvPr>
              <p:cNvSpPr/>
              <p:nvPr/>
            </p:nvSpPr>
            <p:spPr>
              <a:xfrm>
                <a:off x="1994127" y="2875752"/>
                <a:ext cx="0" cy="417195"/>
              </a:xfrm>
              <a:custGeom>
                <a:avLst/>
                <a:gdLst/>
                <a:ahLst/>
                <a:cxnLst/>
                <a:rect l="l" t="t" r="r" b="b"/>
                <a:pathLst>
                  <a:path h="417195">
                    <a:moveTo>
                      <a:pt x="0" y="416604"/>
                    </a:moveTo>
                    <a:lnTo>
                      <a:pt x="0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>
                <a:extLst>
                  <a:ext uri="{FF2B5EF4-FFF2-40B4-BE49-F238E27FC236}">
                    <a16:creationId xmlns:a16="http://schemas.microsoft.com/office/drawing/2014/main" id="{4ED799E6-A0DE-B402-ECE5-2343715B6012}"/>
                  </a:ext>
                </a:extLst>
              </p:cNvPr>
              <p:cNvSpPr/>
              <p:nvPr/>
            </p:nvSpPr>
            <p:spPr>
              <a:xfrm>
                <a:off x="1977225" y="2847574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04" y="0"/>
                    </a:moveTo>
                    <a:lnTo>
                      <a:pt x="0" y="33808"/>
                    </a:lnTo>
                    <a:lnTo>
                      <a:pt x="33808" y="33808"/>
                    </a:lnTo>
                    <a:lnTo>
                      <a:pt x="169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>
                <a:extLst>
                  <a:ext uri="{FF2B5EF4-FFF2-40B4-BE49-F238E27FC236}">
                    <a16:creationId xmlns:a16="http://schemas.microsoft.com/office/drawing/2014/main" id="{84497A8D-CD09-B001-8BBE-731C974BE324}"/>
                  </a:ext>
                </a:extLst>
              </p:cNvPr>
              <p:cNvSpPr/>
              <p:nvPr/>
            </p:nvSpPr>
            <p:spPr>
              <a:xfrm>
                <a:off x="1994127" y="4239337"/>
                <a:ext cx="0" cy="366395"/>
              </a:xfrm>
              <a:custGeom>
                <a:avLst/>
                <a:gdLst/>
                <a:ahLst/>
                <a:cxnLst/>
                <a:rect l="l" t="t" r="r" b="b"/>
                <a:pathLst>
                  <a:path h="366395">
                    <a:moveTo>
                      <a:pt x="0" y="365976"/>
                    </a:moveTo>
                    <a:lnTo>
                      <a:pt x="0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>
                <a:extLst>
                  <a:ext uri="{FF2B5EF4-FFF2-40B4-BE49-F238E27FC236}">
                    <a16:creationId xmlns:a16="http://schemas.microsoft.com/office/drawing/2014/main" id="{0A008617-6AF0-9D93-A11E-BE3FFAE773EF}"/>
                  </a:ext>
                </a:extLst>
              </p:cNvPr>
              <p:cNvSpPr/>
              <p:nvPr/>
            </p:nvSpPr>
            <p:spPr>
              <a:xfrm>
                <a:off x="1977225" y="4211162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04" y="0"/>
                    </a:moveTo>
                    <a:lnTo>
                      <a:pt x="0" y="33808"/>
                    </a:lnTo>
                    <a:lnTo>
                      <a:pt x="33808" y="33808"/>
                    </a:lnTo>
                    <a:lnTo>
                      <a:pt x="169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3" name="object 43">
                <a:extLst>
                  <a:ext uri="{FF2B5EF4-FFF2-40B4-BE49-F238E27FC236}">
                    <a16:creationId xmlns:a16="http://schemas.microsoft.com/office/drawing/2014/main" id="{8139B7C9-0426-3F74-1124-364F01026F8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947978" y="3089500"/>
                <a:ext cx="92296" cy="86887"/>
              </a:xfrm>
              <a:prstGeom prst="rect">
                <a:avLst/>
              </a:prstGeom>
            </p:spPr>
          </p:pic>
          <p:pic>
            <p:nvPicPr>
              <p:cNvPr id="44" name="object 44">
                <a:extLst>
                  <a:ext uri="{FF2B5EF4-FFF2-40B4-BE49-F238E27FC236}">
                    <a16:creationId xmlns:a16="http://schemas.microsoft.com/office/drawing/2014/main" id="{F026866D-39FA-4164-84E3-EB333225E68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947896" y="1753713"/>
                <a:ext cx="92296" cy="86887"/>
              </a:xfrm>
              <a:prstGeom prst="rect">
                <a:avLst/>
              </a:prstGeom>
            </p:spPr>
          </p:pic>
          <p:sp>
            <p:nvSpPr>
              <p:cNvPr id="45" name="object 45">
                <a:extLst>
                  <a:ext uri="{FF2B5EF4-FFF2-40B4-BE49-F238E27FC236}">
                    <a16:creationId xmlns:a16="http://schemas.microsoft.com/office/drawing/2014/main" id="{B946E295-97E8-3AED-1615-A2F5DC5DA8A2}"/>
                  </a:ext>
                </a:extLst>
              </p:cNvPr>
              <p:cNvSpPr/>
              <p:nvPr/>
            </p:nvSpPr>
            <p:spPr>
              <a:xfrm>
                <a:off x="1218561" y="3132942"/>
                <a:ext cx="775970" cy="1191260"/>
              </a:xfrm>
              <a:custGeom>
                <a:avLst/>
                <a:gdLst/>
                <a:ahLst/>
                <a:cxnLst/>
                <a:rect l="l" t="t" r="r" b="b"/>
                <a:pathLst>
                  <a:path w="775969" h="1191260">
                    <a:moveTo>
                      <a:pt x="775401" y="1188501"/>
                    </a:moveTo>
                    <a:lnTo>
                      <a:pt x="775401" y="1190856"/>
                    </a:lnTo>
                    <a:lnTo>
                      <a:pt x="0" y="1190856"/>
                    </a:lnTo>
                    <a:lnTo>
                      <a:pt x="0" y="0"/>
                    </a:lnTo>
                    <a:lnTo>
                      <a:pt x="705468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6">
                <a:extLst>
                  <a:ext uri="{FF2B5EF4-FFF2-40B4-BE49-F238E27FC236}">
                    <a16:creationId xmlns:a16="http://schemas.microsoft.com/office/drawing/2014/main" id="{C6CE7AA3-9525-4C51-97F0-829B6DCDEF0D}"/>
                  </a:ext>
                </a:extLst>
              </p:cNvPr>
              <p:cNvSpPr/>
              <p:nvPr/>
            </p:nvSpPr>
            <p:spPr>
              <a:xfrm>
                <a:off x="1918394" y="3116036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5" y="0"/>
                    </a:moveTo>
                    <a:lnTo>
                      <a:pt x="0" y="33808"/>
                    </a:lnTo>
                    <a:lnTo>
                      <a:pt x="33808" y="1690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7">
                <a:extLst>
                  <a:ext uri="{FF2B5EF4-FFF2-40B4-BE49-F238E27FC236}">
                    <a16:creationId xmlns:a16="http://schemas.microsoft.com/office/drawing/2014/main" id="{C2551CF9-ACAF-63FF-7BB0-3381B3B50CD3}"/>
                  </a:ext>
                </a:extLst>
              </p:cNvPr>
              <p:cNvSpPr/>
              <p:nvPr/>
            </p:nvSpPr>
            <p:spPr>
              <a:xfrm>
                <a:off x="1217350" y="1797159"/>
                <a:ext cx="777240" cy="1187450"/>
              </a:xfrm>
              <a:custGeom>
                <a:avLst/>
                <a:gdLst/>
                <a:ahLst/>
                <a:cxnLst/>
                <a:rect l="l" t="t" r="r" b="b"/>
                <a:pathLst>
                  <a:path w="777239" h="1187450">
                    <a:moveTo>
                      <a:pt x="776613" y="1187407"/>
                    </a:moveTo>
                    <a:lnTo>
                      <a:pt x="776613" y="1183536"/>
                    </a:lnTo>
                    <a:lnTo>
                      <a:pt x="0" y="1183536"/>
                    </a:lnTo>
                    <a:lnTo>
                      <a:pt x="0" y="0"/>
                    </a:lnTo>
                    <a:lnTo>
                      <a:pt x="706595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8">
                <a:extLst>
                  <a:ext uri="{FF2B5EF4-FFF2-40B4-BE49-F238E27FC236}">
                    <a16:creationId xmlns:a16="http://schemas.microsoft.com/office/drawing/2014/main" id="{16C2A152-4CB3-3962-FDD1-C93A2A2B12A3}"/>
                  </a:ext>
                </a:extLst>
              </p:cNvPr>
              <p:cNvSpPr/>
              <p:nvPr/>
            </p:nvSpPr>
            <p:spPr>
              <a:xfrm>
                <a:off x="1918312" y="1780249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5" y="0"/>
                    </a:moveTo>
                    <a:lnTo>
                      <a:pt x="0" y="33808"/>
                    </a:lnTo>
                    <a:lnTo>
                      <a:pt x="33808" y="1690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9">
                <a:extLst>
                  <a:ext uri="{FF2B5EF4-FFF2-40B4-BE49-F238E27FC236}">
                    <a16:creationId xmlns:a16="http://schemas.microsoft.com/office/drawing/2014/main" id="{C9C27D25-C436-AFF5-F061-89EA213A02C8}"/>
                  </a:ext>
                </a:extLst>
              </p:cNvPr>
              <p:cNvSpPr/>
              <p:nvPr/>
            </p:nvSpPr>
            <p:spPr>
              <a:xfrm>
                <a:off x="2619386" y="1868664"/>
                <a:ext cx="457834" cy="474345"/>
              </a:xfrm>
              <a:custGeom>
                <a:avLst/>
                <a:gdLst/>
                <a:ahLst/>
                <a:cxnLst/>
                <a:rect l="l" t="t" r="r" b="b"/>
                <a:pathLst>
                  <a:path w="457835" h="474344">
                    <a:moveTo>
                      <a:pt x="457574" y="0"/>
                    </a:moveTo>
                    <a:lnTo>
                      <a:pt x="0" y="268619"/>
                    </a:lnTo>
                    <a:lnTo>
                      <a:pt x="457574" y="473943"/>
                    </a:lnTo>
                    <a:lnTo>
                      <a:pt x="4575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50">
                <a:extLst>
                  <a:ext uri="{FF2B5EF4-FFF2-40B4-BE49-F238E27FC236}">
                    <a16:creationId xmlns:a16="http://schemas.microsoft.com/office/drawing/2014/main" id="{ECE5BFC0-C5D4-0F3B-8E39-15DD2C0DB5C0}"/>
                  </a:ext>
                </a:extLst>
              </p:cNvPr>
              <p:cNvSpPr/>
              <p:nvPr/>
            </p:nvSpPr>
            <p:spPr>
              <a:xfrm>
                <a:off x="2619386" y="1868664"/>
                <a:ext cx="457834" cy="474345"/>
              </a:xfrm>
              <a:custGeom>
                <a:avLst/>
                <a:gdLst/>
                <a:ahLst/>
                <a:cxnLst/>
                <a:rect l="l" t="t" r="r" b="b"/>
                <a:pathLst>
                  <a:path w="457835" h="474344">
                    <a:moveTo>
                      <a:pt x="457574" y="473943"/>
                    </a:moveTo>
                    <a:lnTo>
                      <a:pt x="0" y="268619"/>
                    </a:lnTo>
                    <a:lnTo>
                      <a:pt x="457574" y="0"/>
                    </a:lnTo>
                    <a:lnTo>
                      <a:pt x="457574" y="473943"/>
                    </a:lnTo>
                    <a:close/>
                  </a:path>
                </a:pathLst>
              </a:custGeom>
              <a:ln w="12678">
                <a:solidFill>
                  <a:srgbClr val="2D75B6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51">
                <a:extLst>
                  <a:ext uri="{FF2B5EF4-FFF2-40B4-BE49-F238E27FC236}">
                    <a16:creationId xmlns:a16="http://schemas.microsoft.com/office/drawing/2014/main" id="{E6EDB640-7C3A-7D3B-0DF5-1CA5106E91E1}"/>
                  </a:ext>
                </a:extLst>
              </p:cNvPr>
              <p:cNvSpPr/>
              <p:nvPr/>
            </p:nvSpPr>
            <p:spPr>
              <a:xfrm>
                <a:off x="3070895" y="1870784"/>
                <a:ext cx="51435" cy="467359"/>
              </a:xfrm>
              <a:custGeom>
                <a:avLst/>
                <a:gdLst/>
                <a:ahLst/>
                <a:cxnLst/>
                <a:rect l="l" t="t" r="r" b="b"/>
                <a:pathLst>
                  <a:path w="51435" h="467360">
                    <a:moveTo>
                      <a:pt x="51287" y="0"/>
                    </a:moveTo>
                    <a:lnTo>
                      <a:pt x="0" y="0"/>
                    </a:lnTo>
                    <a:lnTo>
                      <a:pt x="0" y="466747"/>
                    </a:lnTo>
                    <a:lnTo>
                      <a:pt x="51287" y="466747"/>
                    </a:lnTo>
                    <a:lnTo>
                      <a:pt x="51287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2">
                <a:extLst>
                  <a:ext uri="{FF2B5EF4-FFF2-40B4-BE49-F238E27FC236}">
                    <a16:creationId xmlns:a16="http://schemas.microsoft.com/office/drawing/2014/main" id="{324F9E27-B443-5DDE-ABEF-C7B9AD0952D9}"/>
                  </a:ext>
                </a:extLst>
              </p:cNvPr>
              <p:cNvSpPr/>
              <p:nvPr/>
            </p:nvSpPr>
            <p:spPr>
              <a:xfrm>
                <a:off x="3070895" y="1870784"/>
                <a:ext cx="51435" cy="467359"/>
              </a:xfrm>
              <a:custGeom>
                <a:avLst/>
                <a:gdLst/>
                <a:ahLst/>
                <a:cxnLst/>
                <a:rect l="l" t="t" r="r" b="b"/>
                <a:pathLst>
                  <a:path w="51435" h="467360">
                    <a:moveTo>
                      <a:pt x="0" y="0"/>
                    </a:moveTo>
                    <a:lnTo>
                      <a:pt x="51287" y="0"/>
                    </a:lnTo>
                    <a:lnTo>
                      <a:pt x="51287" y="466747"/>
                    </a:lnTo>
                    <a:lnTo>
                      <a:pt x="0" y="466747"/>
                    </a:lnTo>
                    <a:lnTo>
                      <a:pt x="0" y="0"/>
                    </a:lnTo>
                    <a:close/>
                  </a:path>
                </a:pathLst>
              </a:custGeom>
              <a:ln w="5634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3DF28CE9-4DDD-C93E-D6E4-6606C0339121}"/>
                </a:ext>
              </a:extLst>
            </p:cNvPr>
            <p:cNvSpPr txBox="1"/>
            <p:nvPr/>
          </p:nvSpPr>
          <p:spPr>
            <a:xfrm>
              <a:off x="917948" y="1496858"/>
              <a:ext cx="1035685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850" b="1" spc="-55" dirty="0">
                  <a:latin typeface="Arial"/>
                  <a:cs typeface="Arial"/>
                </a:rPr>
                <a:t>Transformer</a:t>
              </a:r>
              <a:r>
                <a:rPr sz="850" b="1" spc="-10" dirty="0">
                  <a:latin typeface="Arial"/>
                  <a:cs typeface="Arial"/>
                </a:rPr>
                <a:t> </a:t>
              </a:r>
              <a:r>
                <a:rPr sz="850" b="1" spc="-75" dirty="0">
                  <a:latin typeface="Arial"/>
                  <a:cs typeface="Arial"/>
                </a:rPr>
                <a:t>Block</a:t>
              </a:r>
              <a:r>
                <a:rPr sz="850" b="1" spc="-15" dirty="0">
                  <a:latin typeface="Arial"/>
                  <a:cs typeface="Arial"/>
                </a:rPr>
                <a:t> </a:t>
              </a:r>
              <a:r>
                <a:rPr sz="850" spc="-380" dirty="0">
                  <a:latin typeface="Arial"/>
                  <a:cs typeface="Arial"/>
                </a:rPr>
                <a:t>×</a:t>
              </a:r>
              <a:r>
                <a:rPr sz="850" spc="-380" dirty="0">
                  <a:latin typeface="Apple Symbols"/>
                  <a:cs typeface="Apple Symbols"/>
                </a:rPr>
                <a:t>𝐿𝐿</a:t>
              </a:r>
              <a:endParaRPr sz="850">
                <a:latin typeface="Apple Symbols"/>
                <a:cs typeface="Apple Symbols"/>
              </a:endParaRPr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F8011949-E8B3-0C85-93DE-6073314DA4E0}"/>
                </a:ext>
              </a:extLst>
            </p:cNvPr>
            <p:cNvSpPr txBox="1"/>
            <p:nvPr/>
          </p:nvSpPr>
          <p:spPr>
            <a:xfrm>
              <a:off x="3052251" y="1035580"/>
              <a:ext cx="70739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850" b="1" spc="-50" dirty="0">
                  <a:latin typeface="Arial"/>
                  <a:cs typeface="Arial"/>
                </a:rPr>
                <a:t>DeepSeekMoE</a:t>
              </a:r>
              <a:endParaRPr sz="850">
                <a:latin typeface="Arial"/>
                <a:cs typeface="Arial"/>
              </a:endParaRPr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6CEA8912-1939-88EB-5189-CFFEC4505C38}"/>
                </a:ext>
              </a:extLst>
            </p:cNvPr>
            <p:cNvSpPr txBox="1"/>
            <p:nvPr/>
          </p:nvSpPr>
          <p:spPr>
            <a:xfrm>
              <a:off x="3464968" y="5420002"/>
              <a:ext cx="79375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dirty="0">
                  <a:latin typeface="Arial"/>
                  <a:cs typeface="Arial"/>
                </a:rPr>
                <a:t>Input</a:t>
              </a:r>
              <a:r>
                <a:rPr sz="850" spc="-30" dirty="0">
                  <a:latin typeface="Arial"/>
                  <a:cs typeface="Arial"/>
                </a:rPr>
                <a:t> </a:t>
              </a:r>
              <a:r>
                <a:rPr sz="850" spc="-25" dirty="0">
                  <a:latin typeface="Arial"/>
                  <a:cs typeface="Arial"/>
                </a:rPr>
                <a:t>Hidden </a:t>
              </a:r>
              <a:r>
                <a:rPr sz="850" spc="-500" dirty="0">
                  <a:latin typeface="Apple Symbols"/>
                  <a:cs typeface="Apple Symbols"/>
                </a:rPr>
                <a:t>𝐡𝐡</a:t>
              </a:r>
              <a:r>
                <a:rPr sz="975" spc="-750" baseline="-17094" dirty="0">
                  <a:latin typeface="Apple Symbols"/>
                  <a:cs typeface="Apple Symbols"/>
                </a:rPr>
                <a:t>𝑡𝑡</a:t>
              </a:r>
              <a:endParaRPr sz="975" baseline="-17094">
                <a:latin typeface="Apple Symbols"/>
                <a:cs typeface="Apple Symbols"/>
              </a:endParaRPr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56BD178-64F4-5208-8F2D-8441FB8A932D}"/>
                </a:ext>
              </a:extLst>
            </p:cNvPr>
            <p:cNvSpPr/>
            <p:nvPr/>
          </p:nvSpPr>
          <p:spPr>
            <a:xfrm>
              <a:off x="3076958" y="3226614"/>
              <a:ext cx="3543300" cy="2430145"/>
            </a:xfrm>
            <a:custGeom>
              <a:avLst/>
              <a:gdLst/>
              <a:ahLst/>
              <a:cxnLst/>
              <a:rect l="l" t="t" r="r" b="b"/>
              <a:pathLst>
                <a:path w="3543300" h="2430145">
                  <a:moveTo>
                    <a:pt x="0" y="0"/>
                  </a:moveTo>
                  <a:lnTo>
                    <a:pt x="3542958" y="0"/>
                  </a:lnTo>
                  <a:lnTo>
                    <a:pt x="3542958" y="2430131"/>
                  </a:lnTo>
                  <a:lnTo>
                    <a:pt x="0" y="2430131"/>
                  </a:lnTo>
                  <a:lnTo>
                    <a:pt x="0" y="0"/>
                  </a:lnTo>
                  <a:close/>
                </a:path>
              </a:pathLst>
            </a:custGeom>
            <a:ln w="12678">
              <a:solidFill>
                <a:srgbClr val="2D75B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0EA4519C-FA5A-9D85-05E7-6FB028ECAAFB}"/>
                </a:ext>
              </a:extLst>
            </p:cNvPr>
            <p:cNvSpPr txBox="1"/>
            <p:nvPr/>
          </p:nvSpPr>
          <p:spPr>
            <a:xfrm>
              <a:off x="3049672" y="3050744"/>
              <a:ext cx="1657985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40"/>
                </a:spcBef>
              </a:pPr>
              <a:r>
                <a:rPr sz="850" b="1" spc="-10" dirty="0">
                  <a:latin typeface="Arial"/>
                  <a:cs typeface="Arial"/>
                </a:rPr>
                <a:t>Multi-</a:t>
              </a:r>
              <a:r>
                <a:rPr sz="850" b="1" spc="-50" dirty="0">
                  <a:latin typeface="Arial"/>
                  <a:cs typeface="Arial"/>
                </a:rPr>
                <a:t>Head</a:t>
              </a:r>
              <a:r>
                <a:rPr sz="850" b="1" dirty="0">
                  <a:latin typeface="Arial"/>
                  <a:cs typeface="Arial"/>
                </a:rPr>
                <a:t> </a:t>
              </a:r>
              <a:r>
                <a:rPr sz="850" b="1" spc="-50" dirty="0">
                  <a:latin typeface="Arial"/>
                  <a:cs typeface="Arial"/>
                </a:rPr>
                <a:t>Latent</a:t>
              </a:r>
              <a:r>
                <a:rPr sz="850" b="1" spc="10" dirty="0">
                  <a:latin typeface="Arial"/>
                  <a:cs typeface="Arial"/>
                </a:rPr>
                <a:t> </a:t>
              </a:r>
              <a:r>
                <a:rPr sz="850" b="1" spc="-40" dirty="0">
                  <a:latin typeface="Arial"/>
                  <a:cs typeface="Arial"/>
                </a:rPr>
                <a:t>Attention</a:t>
              </a:r>
              <a:r>
                <a:rPr sz="850" b="1" dirty="0">
                  <a:latin typeface="Arial"/>
                  <a:cs typeface="Arial"/>
                </a:rPr>
                <a:t> </a:t>
              </a:r>
              <a:r>
                <a:rPr sz="850" b="1" spc="-10" dirty="0">
                  <a:latin typeface="Arial"/>
                  <a:cs typeface="Arial"/>
                </a:rPr>
                <a:t>(MLA)</a:t>
              </a:r>
              <a:endParaRPr sz="850">
                <a:latin typeface="Arial"/>
                <a:cs typeface="Arial"/>
              </a:endParaRPr>
            </a:p>
          </p:txBody>
        </p:sp>
        <p:grpSp>
          <p:nvGrpSpPr>
            <p:cNvPr id="58" name="object 58">
              <a:extLst>
                <a:ext uri="{FF2B5EF4-FFF2-40B4-BE49-F238E27FC236}">
                  <a16:creationId xmlns:a16="http://schemas.microsoft.com/office/drawing/2014/main" id="{B3F77E27-D1B0-6D39-436D-03BEF49D4AF2}"/>
                </a:ext>
              </a:extLst>
            </p:cNvPr>
            <p:cNvGrpSpPr/>
            <p:nvPr/>
          </p:nvGrpSpPr>
          <p:grpSpPr>
            <a:xfrm>
              <a:off x="2613036" y="3356444"/>
              <a:ext cx="510540" cy="495300"/>
              <a:chOff x="2613036" y="3356444"/>
              <a:chExt cx="510540" cy="495300"/>
            </a:xfrm>
          </p:grpSpPr>
          <p:sp>
            <p:nvSpPr>
              <p:cNvPr id="59" name="object 59">
                <a:extLst>
                  <a:ext uri="{FF2B5EF4-FFF2-40B4-BE49-F238E27FC236}">
                    <a16:creationId xmlns:a16="http://schemas.microsoft.com/office/drawing/2014/main" id="{3E51C38E-A071-0385-002A-2BD56B8FE501}"/>
                  </a:ext>
                </a:extLst>
              </p:cNvPr>
              <p:cNvSpPr/>
              <p:nvPr/>
            </p:nvSpPr>
            <p:spPr>
              <a:xfrm>
                <a:off x="2619386" y="3370988"/>
                <a:ext cx="457834" cy="474345"/>
              </a:xfrm>
              <a:custGeom>
                <a:avLst/>
                <a:gdLst/>
                <a:ahLst/>
                <a:cxnLst/>
                <a:rect l="l" t="t" r="r" b="b"/>
                <a:pathLst>
                  <a:path w="457835" h="474345">
                    <a:moveTo>
                      <a:pt x="457574" y="0"/>
                    </a:moveTo>
                    <a:lnTo>
                      <a:pt x="0" y="92815"/>
                    </a:lnTo>
                    <a:lnTo>
                      <a:pt x="457574" y="473943"/>
                    </a:lnTo>
                    <a:lnTo>
                      <a:pt x="45757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60">
                <a:extLst>
                  <a:ext uri="{FF2B5EF4-FFF2-40B4-BE49-F238E27FC236}">
                    <a16:creationId xmlns:a16="http://schemas.microsoft.com/office/drawing/2014/main" id="{CF1E160F-7FEF-A435-9FEB-C6808CC61E0F}"/>
                  </a:ext>
                </a:extLst>
              </p:cNvPr>
              <p:cNvSpPr/>
              <p:nvPr/>
            </p:nvSpPr>
            <p:spPr>
              <a:xfrm>
                <a:off x="2619386" y="3370988"/>
                <a:ext cx="457834" cy="474345"/>
              </a:xfrm>
              <a:custGeom>
                <a:avLst/>
                <a:gdLst/>
                <a:ahLst/>
                <a:cxnLst/>
                <a:rect l="l" t="t" r="r" b="b"/>
                <a:pathLst>
                  <a:path w="457835" h="474345">
                    <a:moveTo>
                      <a:pt x="457574" y="473943"/>
                    </a:moveTo>
                    <a:lnTo>
                      <a:pt x="0" y="92815"/>
                    </a:lnTo>
                    <a:lnTo>
                      <a:pt x="457574" y="0"/>
                    </a:lnTo>
                    <a:lnTo>
                      <a:pt x="457574" y="473943"/>
                    </a:lnTo>
                    <a:close/>
                  </a:path>
                </a:pathLst>
              </a:custGeom>
              <a:ln w="12678">
                <a:solidFill>
                  <a:srgbClr val="2D75B6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1">
                <a:extLst>
                  <a:ext uri="{FF2B5EF4-FFF2-40B4-BE49-F238E27FC236}">
                    <a16:creationId xmlns:a16="http://schemas.microsoft.com/office/drawing/2014/main" id="{AC9D2625-BDF4-3E23-084D-D1DB13E1013B}"/>
                  </a:ext>
                </a:extLst>
              </p:cNvPr>
              <p:cNvSpPr/>
              <p:nvPr/>
            </p:nvSpPr>
            <p:spPr>
              <a:xfrm>
                <a:off x="3069419" y="3359301"/>
                <a:ext cx="51435" cy="467359"/>
              </a:xfrm>
              <a:custGeom>
                <a:avLst/>
                <a:gdLst/>
                <a:ahLst/>
                <a:cxnLst/>
                <a:rect l="l" t="t" r="r" b="b"/>
                <a:pathLst>
                  <a:path w="51435" h="467360">
                    <a:moveTo>
                      <a:pt x="51287" y="0"/>
                    </a:moveTo>
                    <a:lnTo>
                      <a:pt x="0" y="0"/>
                    </a:lnTo>
                    <a:lnTo>
                      <a:pt x="0" y="466747"/>
                    </a:lnTo>
                    <a:lnTo>
                      <a:pt x="51287" y="466747"/>
                    </a:lnTo>
                    <a:lnTo>
                      <a:pt x="51287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2">
                <a:extLst>
                  <a:ext uri="{FF2B5EF4-FFF2-40B4-BE49-F238E27FC236}">
                    <a16:creationId xmlns:a16="http://schemas.microsoft.com/office/drawing/2014/main" id="{7AAAD373-FBD3-EC7F-1AAF-F9AE971F5068}"/>
                  </a:ext>
                </a:extLst>
              </p:cNvPr>
              <p:cNvSpPr/>
              <p:nvPr/>
            </p:nvSpPr>
            <p:spPr>
              <a:xfrm>
                <a:off x="3069419" y="3359301"/>
                <a:ext cx="51435" cy="467359"/>
              </a:xfrm>
              <a:custGeom>
                <a:avLst/>
                <a:gdLst/>
                <a:ahLst/>
                <a:cxnLst/>
                <a:rect l="l" t="t" r="r" b="b"/>
                <a:pathLst>
                  <a:path w="51435" h="467360">
                    <a:moveTo>
                      <a:pt x="0" y="0"/>
                    </a:moveTo>
                    <a:lnTo>
                      <a:pt x="51287" y="0"/>
                    </a:lnTo>
                    <a:lnTo>
                      <a:pt x="51287" y="466747"/>
                    </a:lnTo>
                    <a:lnTo>
                      <a:pt x="0" y="466747"/>
                    </a:lnTo>
                    <a:lnTo>
                      <a:pt x="0" y="0"/>
                    </a:lnTo>
                    <a:close/>
                  </a:path>
                </a:pathLst>
              </a:custGeom>
              <a:ln w="5634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D8F7FC7F-1D31-223D-10D0-7CD2D1A88C10}"/>
                </a:ext>
              </a:extLst>
            </p:cNvPr>
            <p:cNvSpPr txBox="1"/>
            <p:nvPr/>
          </p:nvSpPr>
          <p:spPr>
            <a:xfrm>
              <a:off x="3377245" y="4639398"/>
              <a:ext cx="96520" cy="1244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650" spc="-475" dirty="0">
                  <a:latin typeface="Apple Symbols"/>
                  <a:cs typeface="Apple Symbols"/>
                </a:rPr>
                <a:t>𝑡𝑡,𝑖𝑖</a:t>
              </a:r>
              <a:endParaRPr sz="650">
                <a:latin typeface="Apple Symbols"/>
                <a:cs typeface="Apple Symbols"/>
              </a:endParaRPr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ECAAB332-B4D2-71D5-C8D0-90BB7AEAE905}"/>
                </a:ext>
              </a:extLst>
            </p:cNvPr>
            <p:cNvSpPr txBox="1"/>
            <p:nvPr/>
          </p:nvSpPr>
          <p:spPr>
            <a:xfrm>
              <a:off x="3239601" y="4581247"/>
              <a:ext cx="31115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spc="-215" dirty="0">
                  <a:latin typeface="Apple Symbols"/>
                  <a:cs typeface="Apple Symbols"/>
                </a:rPr>
                <a:t>{𝐪𝐪</a:t>
              </a:r>
              <a:r>
                <a:rPr sz="975" spc="-322" baseline="29914" dirty="0">
                  <a:latin typeface="Apple Symbols"/>
                  <a:cs typeface="Apple Symbols"/>
                </a:rPr>
                <a:t>𝐶𝐶</a:t>
              </a:r>
              <a:r>
                <a:rPr sz="975" spc="750" baseline="29914" dirty="0">
                  <a:latin typeface="Apple Symbols"/>
                  <a:cs typeface="Apple Symbols"/>
                </a:rPr>
                <a:t> </a:t>
              </a:r>
              <a:r>
                <a:rPr sz="850" spc="-285" dirty="0">
                  <a:latin typeface="Apple Symbols"/>
                  <a:cs typeface="Apple Symbols"/>
                </a:rPr>
                <a:t>}</a:t>
              </a:r>
              <a:endParaRPr sz="850">
                <a:latin typeface="Apple Symbols"/>
                <a:cs typeface="Apple Symbols"/>
              </a:endParaRPr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9FA09436-B22A-3083-7A69-D8F94B3BB382}"/>
                </a:ext>
              </a:extLst>
            </p:cNvPr>
            <p:cNvSpPr txBox="1"/>
            <p:nvPr/>
          </p:nvSpPr>
          <p:spPr>
            <a:xfrm>
              <a:off x="6066891" y="4627475"/>
              <a:ext cx="96520" cy="1244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650" spc="-475" dirty="0">
                  <a:latin typeface="Apple Symbols"/>
                  <a:cs typeface="Apple Symbols"/>
                </a:rPr>
                <a:t>𝑡𝑡,𝑖𝑖</a:t>
              </a:r>
              <a:endParaRPr sz="650">
                <a:latin typeface="Apple Symbols"/>
                <a:cs typeface="Apple Symbols"/>
              </a:endParaRPr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D926E7F8-8C41-6577-5BCD-290AA277AAD8}"/>
                </a:ext>
              </a:extLst>
            </p:cNvPr>
            <p:cNvSpPr txBox="1"/>
            <p:nvPr/>
          </p:nvSpPr>
          <p:spPr>
            <a:xfrm>
              <a:off x="5942050" y="4569278"/>
              <a:ext cx="29845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spc="-235" dirty="0">
                  <a:latin typeface="Apple Symbols"/>
                  <a:cs typeface="Apple Symbols"/>
                </a:rPr>
                <a:t>{𝐯𝐯</a:t>
              </a:r>
              <a:r>
                <a:rPr sz="975" spc="-352" baseline="29914" dirty="0">
                  <a:latin typeface="Apple Symbols"/>
                  <a:cs typeface="Apple Symbols"/>
                </a:rPr>
                <a:t>𝐶𝐶</a:t>
              </a:r>
              <a:r>
                <a:rPr sz="975" spc="750" baseline="29914" dirty="0">
                  <a:latin typeface="Apple Symbols"/>
                  <a:cs typeface="Apple Symbols"/>
                </a:rPr>
                <a:t> </a:t>
              </a:r>
              <a:r>
                <a:rPr sz="850" spc="-285" dirty="0">
                  <a:latin typeface="Apple Symbols"/>
                  <a:cs typeface="Apple Symbols"/>
                </a:rPr>
                <a:t>}</a:t>
              </a:r>
              <a:endParaRPr sz="850">
                <a:latin typeface="Apple Symbols"/>
                <a:cs typeface="Apple Symbols"/>
              </a:endParaRPr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C4690AF7-07DF-4CF7-A1D0-D855B36FC3E3}"/>
                </a:ext>
              </a:extLst>
            </p:cNvPr>
            <p:cNvSpPr txBox="1"/>
            <p:nvPr/>
          </p:nvSpPr>
          <p:spPr>
            <a:xfrm>
              <a:off x="5425128" y="4627475"/>
              <a:ext cx="95885" cy="1244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650" spc="-480" dirty="0">
                  <a:latin typeface="Apple Symbols"/>
                  <a:cs typeface="Apple Symbols"/>
                </a:rPr>
                <a:t>𝑡𝑡,𝑖𝑖</a:t>
              </a:r>
              <a:endParaRPr sz="650">
                <a:latin typeface="Apple Symbols"/>
                <a:cs typeface="Apple Symbols"/>
              </a:endParaRPr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96C959BE-F5ED-89D2-F3EC-A22796DA3B53}"/>
                </a:ext>
              </a:extLst>
            </p:cNvPr>
            <p:cNvSpPr txBox="1"/>
            <p:nvPr/>
          </p:nvSpPr>
          <p:spPr>
            <a:xfrm>
              <a:off x="5282033" y="4569324"/>
              <a:ext cx="315595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spc="-215" dirty="0">
                  <a:latin typeface="Apple Symbols"/>
                  <a:cs typeface="Apple Symbols"/>
                </a:rPr>
                <a:t>{𝐤𝐤</a:t>
              </a:r>
              <a:r>
                <a:rPr sz="975" spc="-322" baseline="29914" dirty="0">
                  <a:latin typeface="Apple Symbols"/>
                  <a:cs typeface="Apple Symbols"/>
                </a:rPr>
                <a:t>𝐶𝐶</a:t>
              </a:r>
              <a:r>
                <a:rPr sz="975" spc="750" baseline="29914" dirty="0">
                  <a:latin typeface="Apple Symbols"/>
                  <a:cs typeface="Apple Symbols"/>
                </a:rPr>
                <a:t> </a:t>
              </a:r>
              <a:r>
                <a:rPr sz="850" spc="-285" dirty="0">
                  <a:latin typeface="Apple Symbols"/>
                  <a:cs typeface="Apple Symbols"/>
                </a:rPr>
                <a:t>}</a:t>
              </a:r>
              <a:endParaRPr sz="850">
                <a:latin typeface="Apple Symbols"/>
                <a:cs typeface="Apple Symbols"/>
              </a:endParaRPr>
            </a:p>
          </p:txBody>
        </p:sp>
        <p:grpSp>
          <p:nvGrpSpPr>
            <p:cNvPr id="69" name="object 69">
              <a:extLst>
                <a:ext uri="{FF2B5EF4-FFF2-40B4-BE49-F238E27FC236}">
                  <a16:creationId xmlns:a16="http://schemas.microsoft.com/office/drawing/2014/main" id="{C9D3D447-2637-5AF5-490F-4BFF700C268A}"/>
                </a:ext>
              </a:extLst>
            </p:cNvPr>
            <p:cNvGrpSpPr/>
            <p:nvPr/>
          </p:nvGrpSpPr>
          <p:grpSpPr>
            <a:xfrm>
              <a:off x="3519464" y="4569950"/>
              <a:ext cx="3053715" cy="527685"/>
              <a:chOff x="3519464" y="4569950"/>
              <a:chExt cx="3053715" cy="527685"/>
            </a:xfrm>
          </p:grpSpPr>
          <p:sp>
            <p:nvSpPr>
              <p:cNvPr id="70" name="object 70">
                <a:extLst>
                  <a:ext uri="{FF2B5EF4-FFF2-40B4-BE49-F238E27FC236}">
                    <a16:creationId xmlns:a16="http://schemas.microsoft.com/office/drawing/2014/main" id="{B7512603-1E42-6242-F59A-45533DB63E3E}"/>
                  </a:ext>
                </a:extLst>
              </p:cNvPr>
              <p:cNvSpPr/>
              <p:nvPr/>
            </p:nvSpPr>
            <p:spPr>
              <a:xfrm>
                <a:off x="4851082" y="4597910"/>
                <a:ext cx="156210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130816" y="0"/>
                    </a:lnTo>
                    <a:lnTo>
                      <a:pt x="140637" y="1982"/>
                    </a:lnTo>
                    <a:lnTo>
                      <a:pt x="148657" y="7387"/>
                    </a:lnTo>
                    <a:lnTo>
                      <a:pt x="154065" y="15406"/>
                    </a:lnTo>
                    <a:lnTo>
                      <a:pt x="156048" y="25226"/>
                    </a:lnTo>
                    <a:lnTo>
                      <a:pt x="156048" y="126139"/>
                    </a:lnTo>
                    <a:lnTo>
                      <a:pt x="154065" y="135960"/>
                    </a:lnTo>
                    <a:lnTo>
                      <a:pt x="148657" y="143980"/>
                    </a:lnTo>
                    <a:lnTo>
                      <a:pt x="140637" y="149388"/>
                    </a:lnTo>
                    <a:lnTo>
                      <a:pt x="130816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1" name="object 71">
                <a:extLst>
                  <a:ext uri="{FF2B5EF4-FFF2-40B4-BE49-F238E27FC236}">
                    <a16:creationId xmlns:a16="http://schemas.microsoft.com/office/drawing/2014/main" id="{71635AB3-80E3-621A-5109-71BE867F896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878395" y="4624631"/>
                <a:ext cx="100968" cy="100332"/>
              </a:xfrm>
              <a:prstGeom prst="rect">
                <a:avLst/>
              </a:prstGeom>
            </p:spPr>
          </p:pic>
          <p:sp>
            <p:nvSpPr>
              <p:cNvPr id="72" name="object 72">
                <a:extLst>
                  <a:ext uri="{FF2B5EF4-FFF2-40B4-BE49-F238E27FC236}">
                    <a16:creationId xmlns:a16="http://schemas.microsoft.com/office/drawing/2014/main" id="{EBB26C57-B4B0-1C99-784E-B401E5A330D1}"/>
                  </a:ext>
                </a:extLst>
              </p:cNvPr>
              <p:cNvSpPr/>
              <p:nvPr/>
            </p:nvSpPr>
            <p:spPr>
              <a:xfrm>
                <a:off x="4878395" y="4624631"/>
                <a:ext cx="100965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329">
                    <a:moveTo>
                      <a:pt x="0" y="50166"/>
                    </a:moveTo>
                    <a:lnTo>
                      <a:pt x="3967" y="30639"/>
                    </a:lnTo>
                    <a:lnTo>
                      <a:pt x="14785" y="14693"/>
                    </a:lnTo>
                    <a:lnTo>
                      <a:pt x="30831" y="3942"/>
                    </a:lnTo>
                    <a:lnTo>
                      <a:pt x="50481" y="0"/>
                    </a:lnTo>
                    <a:lnTo>
                      <a:pt x="70132" y="3942"/>
                    </a:lnTo>
                    <a:lnTo>
                      <a:pt x="86180" y="14693"/>
                    </a:lnTo>
                    <a:lnTo>
                      <a:pt x="97000" y="30639"/>
                    </a:lnTo>
                    <a:lnTo>
                      <a:pt x="100968" y="50166"/>
                    </a:lnTo>
                    <a:lnTo>
                      <a:pt x="97000" y="69692"/>
                    </a:lnTo>
                    <a:lnTo>
                      <a:pt x="86180" y="85638"/>
                    </a:lnTo>
                    <a:lnTo>
                      <a:pt x="70132" y="96389"/>
                    </a:lnTo>
                    <a:lnTo>
                      <a:pt x="50481" y="100332"/>
                    </a:lnTo>
                    <a:lnTo>
                      <a:pt x="30831" y="96389"/>
                    </a:lnTo>
                    <a:lnTo>
                      <a:pt x="14785" y="85638"/>
                    </a:lnTo>
                    <a:lnTo>
                      <a:pt x="3967" y="69692"/>
                    </a:lnTo>
                    <a:lnTo>
                      <a:pt x="0" y="5016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3">
                <a:extLst>
                  <a:ext uri="{FF2B5EF4-FFF2-40B4-BE49-F238E27FC236}">
                    <a16:creationId xmlns:a16="http://schemas.microsoft.com/office/drawing/2014/main" id="{BC786EB8-9EE2-F99A-1E5D-E094D14F5961}"/>
                  </a:ext>
                </a:extLst>
              </p:cNvPr>
              <p:cNvSpPr/>
              <p:nvPr/>
            </p:nvSpPr>
            <p:spPr>
              <a:xfrm>
                <a:off x="3523909" y="4574395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255873" y="0"/>
                    </a:lnTo>
                    <a:lnTo>
                      <a:pt x="265694" y="1982"/>
                    </a:lnTo>
                    <a:lnTo>
                      <a:pt x="273715" y="7387"/>
                    </a:lnTo>
                    <a:lnTo>
                      <a:pt x="279122" y="15406"/>
                    </a:lnTo>
                    <a:lnTo>
                      <a:pt x="281105" y="25226"/>
                    </a:lnTo>
                    <a:lnTo>
                      <a:pt x="281105" y="126139"/>
                    </a:lnTo>
                    <a:lnTo>
                      <a:pt x="279122" y="135960"/>
                    </a:lnTo>
                    <a:lnTo>
                      <a:pt x="273715" y="143980"/>
                    </a:lnTo>
                    <a:lnTo>
                      <a:pt x="265694" y="149388"/>
                    </a:lnTo>
                    <a:lnTo>
                      <a:pt x="255873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4" name="object 74">
                <a:extLst>
                  <a:ext uri="{FF2B5EF4-FFF2-40B4-BE49-F238E27FC236}">
                    <a16:creationId xmlns:a16="http://schemas.microsoft.com/office/drawing/2014/main" id="{8F1B4C54-FEFE-2D42-F3B1-D224FF29A8D2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546996" y="4595687"/>
                <a:ext cx="237054" cy="109987"/>
              </a:xfrm>
              <a:prstGeom prst="rect">
                <a:avLst/>
              </a:prstGeom>
            </p:spPr>
          </p:pic>
          <p:sp>
            <p:nvSpPr>
              <p:cNvPr id="75" name="object 75">
                <a:extLst>
                  <a:ext uri="{FF2B5EF4-FFF2-40B4-BE49-F238E27FC236}">
                    <a16:creationId xmlns:a16="http://schemas.microsoft.com/office/drawing/2014/main" id="{A2F02B29-F7D9-9EA9-7723-38934A095F61}"/>
                  </a:ext>
                </a:extLst>
              </p:cNvPr>
              <p:cNvSpPr/>
              <p:nvPr/>
            </p:nvSpPr>
            <p:spPr>
              <a:xfrm>
                <a:off x="3545505" y="4598751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255873" y="0"/>
                    </a:moveTo>
                    <a:lnTo>
                      <a:pt x="25226" y="0"/>
                    </a:lnTo>
                    <a:lnTo>
                      <a:pt x="15408" y="1982"/>
                    </a:lnTo>
                    <a:lnTo>
                      <a:pt x="7389" y="7387"/>
                    </a:lnTo>
                    <a:lnTo>
                      <a:pt x="1982" y="15406"/>
                    </a:lnTo>
                    <a:lnTo>
                      <a:pt x="0" y="25226"/>
                    </a:lnTo>
                    <a:lnTo>
                      <a:pt x="0" y="126139"/>
                    </a:lnTo>
                    <a:lnTo>
                      <a:pt x="1982" y="135960"/>
                    </a:lnTo>
                    <a:lnTo>
                      <a:pt x="7389" y="143980"/>
                    </a:lnTo>
                    <a:lnTo>
                      <a:pt x="15408" y="149388"/>
                    </a:lnTo>
                    <a:lnTo>
                      <a:pt x="25226" y="151371"/>
                    </a:lnTo>
                    <a:lnTo>
                      <a:pt x="255873" y="151371"/>
                    </a:lnTo>
                    <a:lnTo>
                      <a:pt x="265694" y="149388"/>
                    </a:lnTo>
                    <a:lnTo>
                      <a:pt x="273715" y="143980"/>
                    </a:lnTo>
                    <a:lnTo>
                      <a:pt x="279122" y="135960"/>
                    </a:lnTo>
                    <a:lnTo>
                      <a:pt x="281105" y="126139"/>
                    </a:lnTo>
                    <a:lnTo>
                      <a:pt x="281105" y="25226"/>
                    </a:lnTo>
                    <a:lnTo>
                      <a:pt x="279122" y="15406"/>
                    </a:lnTo>
                    <a:lnTo>
                      <a:pt x="273715" y="7387"/>
                    </a:lnTo>
                    <a:lnTo>
                      <a:pt x="265694" y="1982"/>
                    </a:lnTo>
                    <a:lnTo>
                      <a:pt x="255873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6">
                <a:extLst>
                  <a:ext uri="{FF2B5EF4-FFF2-40B4-BE49-F238E27FC236}">
                    <a16:creationId xmlns:a16="http://schemas.microsoft.com/office/drawing/2014/main" id="{A2499A46-5D8E-D5C6-A3A3-DB0A056AB302}"/>
                  </a:ext>
                </a:extLst>
              </p:cNvPr>
              <p:cNvSpPr/>
              <p:nvPr/>
            </p:nvSpPr>
            <p:spPr>
              <a:xfrm>
                <a:off x="3545505" y="4598751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255873" y="0"/>
                    </a:lnTo>
                    <a:lnTo>
                      <a:pt x="265694" y="1982"/>
                    </a:lnTo>
                    <a:lnTo>
                      <a:pt x="273715" y="7387"/>
                    </a:lnTo>
                    <a:lnTo>
                      <a:pt x="279122" y="15406"/>
                    </a:lnTo>
                    <a:lnTo>
                      <a:pt x="281105" y="25226"/>
                    </a:lnTo>
                    <a:lnTo>
                      <a:pt x="281105" y="126139"/>
                    </a:lnTo>
                    <a:lnTo>
                      <a:pt x="279122" y="135960"/>
                    </a:lnTo>
                    <a:lnTo>
                      <a:pt x="273715" y="143980"/>
                    </a:lnTo>
                    <a:lnTo>
                      <a:pt x="265694" y="149388"/>
                    </a:lnTo>
                    <a:lnTo>
                      <a:pt x="255873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7" name="object 77">
                <a:extLst>
                  <a:ext uri="{FF2B5EF4-FFF2-40B4-BE49-F238E27FC236}">
                    <a16:creationId xmlns:a16="http://schemas.microsoft.com/office/drawing/2014/main" id="{B90A9E3B-92C8-4F08-2CC1-E559E91CF79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568593" y="4620043"/>
                <a:ext cx="237053" cy="109987"/>
              </a:xfrm>
              <a:prstGeom prst="rect">
                <a:avLst/>
              </a:prstGeom>
            </p:spPr>
          </p:pic>
          <p:sp>
            <p:nvSpPr>
              <p:cNvPr id="78" name="object 78">
                <a:extLst>
                  <a:ext uri="{FF2B5EF4-FFF2-40B4-BE49-F238E27FC236}">
                    <a16:creationId xmlns:a16="http://schemas.microsoft.com/office/drawing/2014/main" id="{88E21A64-208D-C31C-6A45-3B06B61AC65C}"/>
                  </a:ext>
                </a:extLst>
              </p:cNvPr>
              <p:cNvSpPr/>
              <p:nvPr/>
            </p:nvSpPr>
            <p:spPr>
              <a:xfrm>
                <a:off x="3567102" y="4623108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255873" y="0"/>
                    </a:moveTo>
                    <a:lnTo>
                      <a:pt x="25226" y="0"/>
                    </a:lnTo>
                    <a:lnTo>
                      <a:pt x="15408" y="1982"/>
                    </a:lnTo>
                    <a:lnTo>
                      <a:pt x="7389" y="7387"/>
                    </a:lnTo>
                    <a:lnTo>
                      <a:pt x="1982" y="15406"/>
                    </a:lnTo>
                    <a:lnTo>
                      <a:pt x="0" y="25226"/>
                    </a:lnTo>
                    <a:lnTo>
                      <a:pt x="0" y="126139"/>
                    </a:lnTo>
                    <a:lnTo>
                      <a:pt x="1982" y="135960"/>
                    </a:lnTo>
                    <a:lnTo>
                      <a:pt x="7389" y="143980"/>
                    </a:lnTo>
                    <a:lnTo>
                      <a:pt x="15408" y="149388"/>
                    </a:lnTo>
                    <a:lnTo>
                      <a:pt x="25226" y="151371"/>
                    </a:lnTo>
                    <a:lnTo>
                      <a:pt x="255873" y="151371"/>
                    </a:lnTo>
                    <a:lnTo>
                      <a:pt x="265694" y="149388"/>
                    </a:lnTo>
                    <a:lnTo>
                      <a:pt x="273715" y="143980"/>
                    </a:lnTo>
                    <a:lnTo>
                      <a:pt x="279122" y="135960"/>
                    </a:lnTo>
                    <a:lnTo>
                      <a:pt x="281105" y="126139"/>
                    </a:lnTo>
                    <a:lnTo>
                      <a:pt x="281105" y="25226"/>
                    </a:lnTo>
                    <a:lnTo>
                      <a:pt x="279122" y="15406"/>
                    </a:lnTo>
                    <a:lnTo>
                      <a:pt x="273715" y="7387"/>
                    </a:lnTo>
                    <a:lnTo>
                      <a:pt x="265694" y="1982"/>
                    </a:lnTo>
                    <a:lnTo>
                      <a:pt x="255873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79">
                <a:extLst>
                  <a:ext uri="{FF2B5EF4-FFF2-40B4-BE49-F238E27FC236}">
                    <a16:creationId xmlns:a16="http://schemas.microsoft.com/office/drawing/2014/main" id="{733B7D7A-3AF7-C39D-C109-D6DC6FBC6B7B}"/>
                  </a:ext>
                </a:extLst>
              </p:cNvPr>
              <p:cNvSpPr/>
              <p:nvPr/>
            </p:nvSpPr>
            <p:spPr>
              <a:xfrm>
                <a:off x="3567102" y="4623108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255873" y="0"/>
                    </a:lnTo>
                    <a:lnTo>
                      <a:pt x="265694" y="1982"/>
                    </a:lnTo>
                    <a:lnTo>
                      <a:pt x="273715" y="7387"/>
                    </a:lnTo>
                    <a:lnTo>
                      <a:pt x="279122" y="15406"/>
                    </a:lnTo>
                    <a:lnTo>
                      <a:pt x="281105" y="25226"/>
                    </a:lnTo>
                    <a:lnTo>
                      <a:pt x="281105" y="126139"/>
                    </a:lnTo>
                    <a:lnTo>
                      <a:pt x="279122" y="135960"/>
                    </a:lnTo>
                    <a:lnTo>
                      <a:pt x="273715" y="143980"/>
                    </a:lnTo>
                    <a:lnTo>
                      <a:pt x="265694" y="149388"/>
                    </a:lnTo>
                    <a:lnTo>
                      <a:pt x="255873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0" name="object 80">
                <a:extLst>
                  <a:ext uri="{FF2B5EF4-FFF2-40B4-BE49-F238E27FC236}">
                    <a16:creationId xmlns:a16="http://schemas.microsoft.com/office/drawing/2014/main" id="{6B7FDD01-2677-69AC-3FBE-471E4F3F83B4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590189" y="4644400"/>
                <a:ext cx="237054" cy="109987"/>
              </a:xfrm>
              <a:prstGeom prst="rect">
                <a:avLst/>
              </a:prstGeom>
            </p:spPr>
          </p:pic>
          <p:sp>
            <p:nvSpPr>
              <p:cNvPr id="81" name="object 81">
                <a:extLst>
                  <a:ext uri="{FF2B5EF4-FFF2-40B4-BE49-F238E27FC236}">
                    <a16:creationId xmlns:a16="http://schemas.microsoft.com/office/drawing/2014/main" id="{B0B63331-1032-675F-083D-A792E24C0205}"/>
                  </a:ext>
                </a:extLst>
              </p:cNvPr>
              <p:cNvSpPr/>
              <p:nvPr/>
            </p:nvSpPr>
            <p:spPr>
              <a:xfrm>
                <a:off x="3588698" y="4647465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255873" y="0"/>
                    </a:moveTo>
                    <a:lnTo>
                      <a:pt x="25226" y="0"/>
                    </a:lnTo>
                    <a:lnTo>
                      <a:pt x="15408" y="1982"/>
                    </a:lnTo>
                    <a:lnTo>
                      <a:pt x="7389" y="7387"/>
                    </a:lnTo>
                    <a:lnTo>
                      <a:pt x="1982" y="15406"/>
                    </a:lnTo>
                    <a:lnTo>
                      <a:pt x="0" y="25226"/>
                    </a:lnTo>
                    <a:lnTo>
                      <a:pt x="0" y="126139"/>
                    </a:lnTo>
                    <a:lnTo>
                      <a:pt x="1982" y="135960"/>
                    </a:lnTo>
                    <a:lnTo>
                      <a:pt x="7389" y="143980"/>
                    </a:lnTo>
                    <a:lnTo>
                      <a:pt x="15408" y="149388"/>
                    </a:lnTo>
                    <a:lnTo>
                      <a:pt x="25226" y="151371"/>
                    </a:lnTo>
                    <a:lnTo>
                      <a:pt x="255873" y="151371"/>
                    </a:lnTo>
                    <a:lnTo>
                      <a:pt x="265694" y="149388"/>
                    </a:lnTo>
                    <a:lnTo>
                      <a:pt x="273715" y="143980"/>
                    </a:lnTo>
                    <a:lnTo>
                      <a:pt x="279122" y="135960"/>
                    </a:lnTo>
                    <a:lnTo>
                      <a:pt x="281105" y="126139"/>
                    </a:lnTo>
                    <a:lnTo>
                      <a:pt x="281105" y="25226"/>
                    </a:lnTo>
                    <a:lnTo>
                      <a:pt x="279122" y="15406"/>
                    </a:lnTo>
                    <a:lnTo>
                      <a:pt x="273715" y="7387"/>
                    </a:lnTo>
                    <a:lnTo>
                      <a:pt x="265694" y="1982"/>
                    </a:lnTo>
                    <a:lnTo>
                      <a:pt x="255873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82">
                <a:extLst>
                  <a:ext uri="{FF2B5EF4-FFF2-40B4-BE49-F238E27FC236}">
                    <a16:creationId xmlns:a16="http://schemas.microsoft.com/office/drawing/2014/main" id="{5116BDEB-5F0E-2585-D438-044088DBD7AB}"/>
                  </a:ext>
                </a:extLst>
              </p:cNvPr>
              <p:cNvSpPr/>
              <p:nvPr/>
            </p:nvSpPr>
            <p:spPr>
              <a:xfrm>
                <a:off x="3588698" y="4647465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255873" y="0"/>
                    </a:lnTo>
                    <a:lnTo>
                      <a:pt x="265694" y="1982"/>
                    </a:lnTo>
                    <a:lnTo>
                      <a:pt x="273715" y="7387"/>
                    </a:lnTo>
                    <a:lnTo>
                      <a:pt x="279122" y="15406"/>
                    </a:lnTo>
                    <a:lnTo>
                      <a:pt x="281105" y="25226"/>
                    </a:lnTo>
                    <a:lnTo>
                      <a:pt x="281105" y="126139"/>
                    </a:lnTo>
                    <a:lnTo>
                      <a:pt x="279122" y="135960"/>
                    </a:lnTo>
                    <a:lnTo>
                      <a:pt x="273715" y="143980"/>
                    </a:lnTo>
                    <a:lnTo>
                      <a:pt x="265694" y="149388"/>
                    </a:lnTo>
                    <a:lnTo>
                      <a:pt x="255873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3" name="object 83">
                <a:extLst>
                  <a:ext uri="{FF2B5EF4-FFF2-40B4-BE49-F238E27FC236}">
                    <a16:creationId xmlns:a16="http://schemas.microsoft.com/office/drawing/2014/main" id="{469D082E-636C-2D3C-6B65-D4B240314997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611786" y="4668756"/>
                <a:ext cx="237054" cy="109988"/>
              </a:xfrm>
              <a:prstGeom prst="rect">
                <a:avLst/>
              </a:prstGeom>
            </p:spPr>
          </p:pic>
          <p:pic>
            <p:nvPicPr>
              <p:cNvPr id="84" name="object 84">
                <a:extLst>
                  <a:ext uri="{FF2B5EF4-FFF2-40B4-BE49-F238E27FC236}">
                    <a16:creationId xmlns:a16="http://schemas.microsoft.com/office/drawing/2014/main" id="{88F53F22-D57C-5922-1762-FC6CB5BB5B92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579285" y="4593747"/>
                <a:ext cx="993411" cy="503770"/>
              </a:xfrm>
              <a:prstGeom prst="rect">
                <a:avLst/>
              </a:prstGeom>
            </p:spPr>
          </p:pic>
        </p:grp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BB83D031-E24A-DBB8-C581-74BC8B5E950D}"/>
                </a:ext>
              </a:extLst>
            </p:cNvPr>
            <p:cNvSpPr txBox="1"/>
            <p:nvPr/>
          </p:nvSpPr>
          <p:spPr>
            <a:xfrm>
              <a:off x="5582681" y="5137930"/>
              <a:ext cx="49530" cy="1244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650" spc="-490" dirty="0">
                  <a:latin typeface="Apple Symbols"/>
                  <a:cs typeface="Apple Symbols"/>
                </a:rPr>
                <a:t>𝑡𝑡</a:t>
              </a:r>
              <a:endParaRPr sz="650">
                <a:latin typeface="Apple Symbols"/>
                <a:cs typeface="Apple Symbols"/>
              </a:endParaRPr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BC1D83C6-DA48-62E6-7C6D-32696FB985C4}"/>
                </a:ext>
              </a:extLst>
            </p:cNvPr>
            <p:cNvSpPr txBox="1"/>
            <p:nvPr/>
          </p:nvSpPr>
          <p:spPr>
            <a:xfrm>
              <a:off x="5187417" y="5082483"/>
              <a:ext cx="550545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spc="-25" dirty="0">
                  <a:latin typeface="Arial"/>
                  <a:cs typeface="Arial"/>
                </a:rPr>
                <a:t>Latent</a:t>
              </a:r>
              <a:r>
                <a:rPr sz="850" spc="-10" dirty="0">
                  <a:latin typeface="Arial"/>
                  <a:cs typeface="Arial"/>
                </a:rPr>
                <a:t> </a:t>
              </a:r>
              <a:r>
                <a:rPr sz="850" spc="-465" dirty="0">
                  <a:latin typeface="Apple Symbols"/>
                  <a:cs typeface="Apple Symbols"/>
                </a:rPr>
                <a:t>𝐜𝐜</a:t>
              </a:r>
              <a:r>
                <a:rPr sz="975" spc="-697" baseline="29914" dirty="0">
                  <a:latin typeface="Apple Symbols"/>
                  <a:cs typeface="Apple Symbols"/>
                </a:rPr>
                <a:t>𝐾𝐾𝐾𝐾</a:t>
              </a:r>
              <a:endParaRPr sz="975" baseline="29914">
                <a:latin typeface="Apple Symbols"/>
                <a:cs typeface="Apple Symbols"/>
              </a:endParaRPr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6E3D1EF4-C47E-ADB6-B9A3-325A42595D2E}"/>
                </a:ext>
              </a:extLst>
            </p:cNvPr>
            <p:cNvSpPr txBox="1"/>
            <p:nvPr/>
          </p:nvSpPr>
          <p:spPr>
            <a:xfrm>
              <a:off x="4058865" y="5081711"/>
              <a:ext cx="495934" cy="1866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ts val="735"/>
                </a:lnSpc>
                <a:spcBef>
                  <a:spcPts val="140"/>
                </a:spcBef>
              </a:pPr>
              <a:r>
                <a:rPr sz="850" spc="-25" dirty="0">
                  <a:latin typeface="Arial"/>
                  <a:cs typeface="Arial"/>
                </a:rPr>
                <a:t>Latent</a:t>
              </a:r>
              <a:r>
                <a:rPr sz="850" spc="-10" dirty="0">
                  <a:latin typeface="Arial"/>
                  <a:cs typeface="Arial"/>
                </a:rPr>
                <a:t> </a:t>
              </a:r>
              <a:r>
                <a:rPr sz="850" spc="-484" dirty="0">
                  <a:latin typeface="Apple Symbols"/>
                  <a:cs typeface="Apple Symbols"/>
                </a:rPr>
                <a:t>𝐜𝐜</a:t>
              </a:r>
              <a:r>
                <a:rPr sz="975" spc="-727" baseline="38461" dirty="0">
                  <a:latin typeface="Apple Symbols"/>
                  <a:cs typeface="Apple Symbols"/>
                </a:rPr>
                <a:t>𝑄𝑄</a:t>
              </a:r>
              <a:endParaRPr sz="975" baseline="38461">
                <a:latin typeface="Apple Symbols"/>
                <a:cs typeface="Apple Symbols"/>
              </a:endParaRPr>
            </a:p>
            <a:p>
              <a:pPr marR="55880" algn="r">
                <a:lnSpc>
                  <a:spcPts val="495"/>
                </a:lnSpc>
              </a:pPr>
              <a:r>
                <a:rPr sz="650" spc="-25" dirty="0">
                  <a:latin typeface="Apple Symbols"/>
                  <a:cs typeface="Apple Symbols"/>
                </a:rPr>
                <a:t>𝑡𝑡</a:t>
              </a:r>
              <a:endParaRPr sz="650">
                <a:latin typeface="Apple Symbols"/>
                <a:cs typeface="Apple Symbols"/>
              </a:endParaRPr>
            </a:p>
          </p:txBody>
        </p:sp>
        <p:grpSp>
          <p:nvGrpSpPr>
            <p:cNvPr id="88" name="object 88">
              <a:extLst>
                <a:ext uri="{FF2B5EF4-FFF2-40B4-BE49-F238E27FC236}">
                  <a16:creationId xmlns:a16="http://schemas.microsoft.com/office/drawing/2014/main" id="{DB3E1745-484A-2B4C-43F9-E5EC34792F0A}"/>
                </a:ext>
              </a:extLst>
            </p:cNvPr>
            <p:cNvGrpSpPr/>
            <p:nvPr/>
          </p:nvGrpSpPr>
          <p:grpSpPr>
            <a:xfrm>
              <a:off x="3710817" y="5242810"/>
              <a:ext cx="2360295" cy="197485"/>
              <a:chOff x="3710817" y="5242810"/>
              <a:chExt cx="2360295" cy="197485"/>
            </a:xfrm>
          </p:grpSpPr>
          <p:sp>
            <p:nvSpPr>
              <p:cNvPr id="89" name="object 89">
                <a:extLst>
                  <a:ext uri="{FF2B5EF4-FFF2-40B4-BE49-F238E27FC236}">
                    <a16:creationId xmlns:a16="http://schemas.microsoft.com/office/drawing/2014/main" id="{220BCF05-7145-8B19-044C-017C4879C8A0}"/>
                  </a:ext>
                </a:extLst>
              </p:cNvPr>
              <p:cNvSpPr/>
              <p:nvPr/>
            </p:nvSpPr>
            <p:spPr>
              <a:xfrm>
                <a:off x="3727721" y="5270986"/>
                <a:ext cx="120142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01420" h="165100">
                    <a:moveTo>
                      <a:pt x="1201066" y="164810"/>
                    </a:moveTo>
                    <a:lnTo>
                      <a:pt x="1201066" y="68315"/>
                    </a:lnTo>
                    <a:lnTo>
                      <a:pt x="0" y="68315"/>
                    </a:lnTo>
                    <a:lnTo>
                      <a:pt x="0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" name="object 90">
                <a:extLst>
                  <a:ext uri="{FF2B5EF4-FFF2-40B4-BE49-F238E27FC236}">
                    <a16:creationId xmlns:a16="http://schemas.microsoft.com/office/drawing/2014/main" id="{D6438297-5226-F24E-4DD7-E8032AF987CE}"/>
                  </a:ext>
                </a:extLst>
              </p:cNvPr>
              <p:cNvSpPr/>
              <p:nvPr/>
            </p:nvSpPr>
            <p:spPr>
              <a:xfrm>
                <a:off x="3710817" y="5242810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04" y="0"/>
                    </a:moveTo>
                    <a:lnTo>
                      <a:pt x="0" y="33808"/>
                    </a:lnTo>
                    <a:lnTo>
                      <a:pt x="33808" y="33808"/>
                    </a:lnTo>
                    <a:lnTo>
                      <a:pt x="169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" name="object 91">
                <a:extLst>
                  <a:ext uri="{FF2B5EF4-FFF2-40B4-BE49-F238E27FC236}">
                    <a16:creationId xmlns:a16="http://schemas.microsoft.com/office/drawing/2014/main" id="{B1314B5D-CD4B-5EFC-248D-2E1403B66FF1}"/>
                  </a:ext>
                </a:extLst>
              </p:cNvPr>
              <p:cNvSpPr/>
              <p:nvPr/>
            </p:nvSpPr>
            <p:spPr>
              <a:xfrm>
                <a:off x="4928787" y="5272841"/>
                <a:ext cx="1125220" cy="163195"/>
              </a:xfrm>
              <a:custGeom>
                <a:avLst/>
                <a:gdLst/>
                <a:ahLst/>
                <a:cxnLst/>
                <a:rect l="l" t="t" r="r" b="b"/>
                <a:pathLst>
                  <a:path w="1125220" h="163195">
                    <a:moveTo>
                      <a:pt x="0" y="162956"/>
                    </a:moveTo>
                    <a:lnTo>
                      <a:pt x="0" y="67391"/>
                    </a:lnTo>
                    <a:lnTo>
                      <a:pt x="1124884" y="67391"/>
                    </a:lnTo>
                    <a:lnTo>
                      <a:pt x="1124884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92">
                <a:extLst>
                  <a:ext uri="{FF2B5EF4-FFF2-40B4-BE49-F238E27FC236}">
                    <a16:creationId xmlns:a16="http://schemas.microsoft.com/office/drawing/2014/main" id="{F0441829-FB29-6A87-7D84-8D2F0E62054D}"/>
                  </a:ext>
                </a:extLst>
              </p:cNvPr>
              <p:cNvSpPr/>
              <p:nvPr/>
            </p:nvSpPr>
            <p:spPr>
              <a:xfrm>
                <a:off x="6036767" y="5244664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04" y="0"/>
                    </a:moveTo>
                    <a:lnTo>
                      <a:pt x="0" y="33808"/>
                    </a:lnTo>
                    <a:lnTo>
                      <a:pt x="33808" y="33808"/>
                    </a:lnTo>
                    <a:lnTo>
                      <a:pt x="169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94FDDDF6-D7E8-E725-DF12-9A3DB795577D}"/>
                </a:ext>
              </a:extLst>
            </p:cNvPr>
            <p:cNvSpPr txBox="1"/>
            <p:nvPr/>
          </p:nvSpPr>
          <p:spPr>
            <a:xfrm>
              <a:off x="3993296" y="4652455"/>
              <a:ext cx="96520" cy="1244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650" spc="-475" dirty="0">
                  <a:latin typeface="Apple Symbols"/>
                  <a:cs typeface="Apple Symbols"/>
                </a:rPr>
                <a:t>𝑡𝑡,𝑖𝑖</a:t>
              </a:r>
              <a:endParaRPr sz="650">
                <a:latin typeface="Apple Symbols"/>
                <a:cs typeface="Apple Symbols"/>
              </a:endParaRPr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69A862C0-4B93-6176-C955-E905196C6362}"/>
                </a:ext>
              </a:extLst>
            </p:cNvPr>
            <p:cNvSpPr txBox="1"/>
            <p:nvPr/>
          </p:nvSpPr>
          <p:spPr>
            <a:xfrm>
              <a:off x="3855653" y="4594305"/>
              <a:ext cx="31115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spc="-215" dirty="0">
                  <a:latin typeface="Apple Symbols"/>
                  <a:cs typeface="Apple Symbols"/>
                </a:rPr>
                <a:t>{𝐪𝐪</a:t>
              </a:r>
              <a:r>
                <a:rPr sz="975" spc="-322" baseline="29914" dirty="0">
                  <a:latin typeface="Apple Symbols"/>
                  <a:cs typeface="Apple Symbols"/>
                </a:rPr>
                <a:t>𝑅𝑅</a:t>
              </a:r>
              <a:r>
                <a:rPr sz="975" spc="750" baseline="29914" dirty="0">
                  <a:latin typeface="Apple Symbols"/>
                  <a:cs typeface="Apple Symbols"/>
                </a:rPr>
                <a:t> </a:t>
              </a:r>
              <a:r>
                <a:rPr sz="850" spc="-285" dirty="0">
                  <a:latin typeface="Apple Symbols"/>
                  <a:cs typeface="Apple Symbols"/>
                </a:rPr>
                <a:t>}</a:t>
              </a:r>
              <a:endParaRPr sz="850">
                <a:latin typeface="Apple Symbols"/>
                <a:cs typeface="Apple Symbols"/>
              </a:endParaRPr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5B5101E4-E71F-FDA6-BD03-BC8C21B8FE52}"/>
                </a:ext>
              </a:extLst>
            </p:cNvPr>
            <p:cNvSpPr txBox="1"/>
            <p:nvPr/>
          </p:nvSpPr>
          <p:spPr>
            <a:xfrm>
              <a:off x="4666803" y="4532261"/>
              <a:ext cx="191770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1275" spc="-667" baseline="-22875" dirty="0">
                  <a:latin typeface="Apple Symbols"/>
                  <a:cs typeface="Apple Symbols"/>
                </a:rPr>
                <a:t>𝐤𝐤</a:t>
              </a:r>
              <a:r>
                <a:rPr sz="650" spc="-445" dirty="0">
                  <a:latin typeface="Apple Symbols"/>
                  <a:cs typeface="Apple Symbols"/>
                </a:rPr>
                <a:t>𝑅𝑅</a:t>
              </a:r>
              <a:endParaRPr sz="650">
                <a:latin typeface="Apple Symbols"/>
                <a:cs typeface="Apple Symbols"/>
              </a:endParaRPr>
            </a:p>
          </p:txBody>
        </p:sp>
        <p:grpSp>
          <p:nvGrpSpPr>
            <p:cNvPr id="96" name="object 96">
              <a:extLst>
                <a:ext uri="{FF2B5EF4-FFF2-40B4-BE49-F238E27FC236}">
                  <a16:creationId xmlns:a16="http://schemas.microsoft.com/office/drawing/2014/main" id="{3278664A-B93B-8669-9630-891CB4319FE0}"/>
                </a:ext>
              </a:extLst>
            </p:cNvPr>
            <p:cNvGrpSpPr/>
            <p:nvPr/>
          </p:nvGrpSpPr>
          <p:grpSpPr>
            <a:xfrm>
              <a:off x="3712171" y="3269748"/>
              <a:ext cx="1698625" cy="1826260"/>
              <a:chOff x="3712171" y="3269748"/>
              <a:chExt cx="1698625" cy="1826260"/>
            </a:xfrm>
          </p:grpSpPr>
          <p:sp>
            <p:nvSpPr>
              <p:cNvPr id="97" name="object 97">
                <a:extLst>
                  <a:ext uri="{FF2B5EF4-FFF2-40B4-BE49-F238E27FC236}">
                    <a16:creationId xmlns:a16="http://schemas.microsoft.com/office/drawing/2014/main" id="{BBC5C825-92E5-8199-276F-E81BA05874F3}"/>
                  </a:ext>
                </a:extLst>
              </p:cNvPr>
              <p:cNvSpPr/>
              <p:nvPr/>
            </p:nvSpPr>
            <p:spPr>
              <a:xfrm>
                <a:off x="3727720" y="4816829"/>
                <a:ext cx="566420" cy="274955"/>
              </a:xfrm>
              <a:custGeom>
                <a:avLst/>
                <a:gdLst/>
                <a:ahLst/>
                <a:cxnLst/>
                <a:rect l="l" t="t" r="r" b="b"/>
                <a:pathLst>
                  <a:path w="566420" h="274954">
                    <a:moveTo>
                      <a:pt x="0" y="274608"/>
                    </a:moveTo>
                    <a:lnTo>
                      <a:pt x="0" y="123214"/>
                    </a:lnTo>
                    <a:lnTo>
                      <a:pt x="566178" y="123214"/>
                    </a:lnTo>
                    <a:lnTo>
                      <a:pt x="566178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98">
                <a:extLst>
                  <a:ext uri="{FF2B5EF4-FFF2-40B4-BE49-F238E27FC236}">
                    <a16:creationId xmlns:a16="http://schemas.microsoft.com/office/drawing/2014/main" id="{1F3D78D3-5C26-155D-F5AB-603DE867353B}"/>
                  </a:ext>
                </a:extLst>
              </p:cNvPr>
              <p:cNvSpPr/>
              <p:nvPr/>
            </p:nvSpPr>
            <p:spPr>
              <a:xfrm>
                <a:off x="4276994" y="4788653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04" y="0"/>
                    </a:moveTo>
                    <a:lnTo>
                      <a:pt x="0" y="33808"/>
                    </a:lnTo>
                    <a:lnTo>
                      <a:pt x="33808" y="33808"/>
                    </a:lnTo>
                    <a:lnTo>
                      <a:pt x="1690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99">
                <a:extLst>
                  <a:ext uri="{FF2B5EF4-FFF2-40B4-BE49-F238E27FC236}">
                    <a16:creationId xmlns:a16="http://schemas.microsoft.com/office/drawing/2014/main" id="{FA89F2F5-083A-F6CD-2624-ED137EDEA8D6}"/>
                  </a:ext>
                </a:extLst>
              </p:cNvPr>
              <p:cNvSpPr/>
              <p:nvPr/>
            </p:nvSpPr>
            <p:spPr>
              <a:xfrm>
                <a:off x="3727720" y="4827011"/>
                <a:ext cx="1905" cy="264795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264795">
                    <a:moveTo>
                      <a:pt x="0" y="264426"/>
                    </a:moveTo>
                    <a:lnTo>
                      <a:pt x="1386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100">
                <a:extLst>
                  <a:ext uri="{FF2B5EF4-FFF2-40B4-BE49-F238E27FC236}">
                    <a16:creationId xmlns:a16="http://schemas.microsoft.com/office/drawing/2014/main" id="{A762EA9F-C296-5AA1-4B97-5EADC9C8C56C}"/>
                  </a:ext>
                </a:extLst>
              </p:cNvPr>
              <p:cNvSpPr/>
              <p:nvPr/>
            </p:nvSpPr>
            <p:spPr>
              <a:xfrm>
                <a:off x="3712171" y="4798838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7078" y="0"/>
                    </a:moveTo>
                    <a:lnTo>
                      <a:pt x="0" y="33718"/>
                    </a:lnTo>
                    <a:lnTo>
                      <a:pt x="33808" y="33892"/>
                    </a:lnTo>
                    <a:lnTo>
                      <a:pt x="1707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101">
                <a:extLst>
                  <a:ext uri="{FF2B5EF4-FFF2-40B4-BE49-F238E27FC236}">
                    <a16:creationId xmlns:a16="http://schemas.microsoft.com/office/drawing/2014/main" id="{D5AFFEC6-FCA7-6275-1599-3119589E36D3}"/>
                  </a:ext>
                </a:extLst>
              </p:cNvPr>
              <p:cNvSpPr/>
              <p:nvPr/>
            </p:nvSpPr>
            <p:spPr>
              <a:xfrm>
                <a:off x="5124617" y="3274193"/>
                <a:ext cx="28130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281304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255873" y="0"/>
                    </a:lnTo>
                    <a:lnTo>
                      <a:pt x="265694" y="1982"/>
                    </a:lnTo>
                    <a:lnTo>
                      <a:pt x="273715" y="7387"/>
                    </a:lnTo>
                    <a:lnTo>
                      <a:pt x="279122" y="15406"/>
                    </a:lnTo>
                    <a:lnTo>
                      <a:pt x="281105" y="25226"/>
                    </a:lnTo>
                    <a:lnTo>
                      <a:pt x="281105" y="126139"/>
                    </a:lnTo>
                    <a:lnTo>
                      <a:pt x="279122" y="135960"/>
                    </a:lnTo>
                    <a:lnTo>
                      <a:pt x="273715" y="143980"/>
                    </a:lnTo>
                    <a:lnTo>
                      <a:pt x="265694" y="149388"/>
                    </a:lnTo>
                    <a:lnTo>
                      <a:pt x="255873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2" name="object 102">
                <a:extLst>
                  <a:ext uri="{FF2B5EF4-FFF2-40B4-BE49-F238E27FC236}">
                    <a16:creationId xmlns:a16="http://schemas.microsoft.com/office/drawing/2014/main" id="{4271CB55-A847-CC80-E129-82C4ECE53DC1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151930" y="3300915"/>
                <a:ext cx="100968" cy="100332"/>
              </a:xfrm>
              <a:prstGeom prst="rect">
                <a:avLst/>
              </a:prstGeom>
            </p:spPr>
          </p:pic>
          <p:sp>
            <p:nvSpPr>
              <p:cNvPr id="103" name="object 103">
                <a:extLst>
                  <a:ext uri="{FF2B5EF4-FFF2-40B4-BE49-F238E27FC236}">
                    <a16:creationId xmlns:a16="http://schemas.microsoft.com/office/drawing/2014/main" id="{22546136-11DA-1CC0-B46A-A819BE2D9FAE}"/>
                  </a:ext>
                </a:extLst>
              </p:cNvPr>
              <p:cNvSpPr/>
              <p:nvPr/>
            </p:nvSpPr>
            <p:spPr>
              <a:xfrm>
                <a:off x="5151930" y="3300915"/>
                <a:ext cx="100965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329">
                    <a:moveTo>
                      <a:pt x="0" y="50166"/>
                    </a:moveTo>
                    <a:lnTo>
                      <a:pt x="3967" y="30639"/>
                    </a:lnTo>
                    <a:lnTo>
                      <a:pt x="14785" y="14693"/>
                    </a:lnTo>
                    <a:lnTo>
                      <a:pt x="30831" y="3942"/>
                    </a:lnTo>
                    <a:lnTo>
                      <a:pt x="50481" y="0"/>
                    </a:lnTo>
                    <a:lnTo>
                      <a:pt x="70132" y="3942"/>
                    </a:lnTo>
                    <a:lnTo>
                      <a:pt x="86180" y="14693"/>
                    </a:lnTo>
                    <a:lnTo>
                      <a:pt x="97000" y="30639"/>
                    </a:lnTo>
                    <a:lnTo>
                      <a:pt x="100968" y="50166"/>
                    </a:lnTo>
                    <a:lnTo>
                      <a:pt x="97000" y="69692"/>
                    </a:lnTo>
                    <a:lnTo>
                      <a:pt x="86180" y="85638"/>
                    </a:lnTo>
                    <a:lnTo>
                      <a:pt x="70132" y="96389"/>
                    </a:lnTo>
                    <a:lnTo>
                      <a:pt x="50481" y="100332"/>
                    </a:lnTo>
                    <a:lnTo>
                      <a:pt x="30831" y="96389"/>
                    </a:lnTo>
                    <a:lnTo>
                      <a:pt x="14785" y="85638"/>
                    </a:lnTo>
                    <a:lnTo>
                      <a:pt x="3967" y="69692"/>
                    </a:lnTo>
                    <a:lnTo>
                      <a:pt x="0" y="5016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04" name="object 104">
                <a:extLst>
                  <a:ext uri="{FF2B5EF4-FFF2-40B4-BE49-F238E27FC236}">
                    <a16:creationId xmlns:a16="http://schemas.microsoft.com/office/drawing/2014/main" id="{3F03269B-8413-F11C-2160-2D55E3D3C0BE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279563" y="3299710"/>
                <a:ext cx="100968" cy="100332"/>
              </a:xfrm>
              <a:prstGeom prst="rect">
                <a:avLst/>
              </a:prstGeom>
            </p:spPr>
          </p:pic>
          <p:sp>
            <p:nvSpPr>
              <p:cNvPr id="105" name="object 105">
                <a:extLst>
                  <a:ext uri="{FF2B5EF4-FFF2-40B4-BE49-F238E27FC236}">
                    <a16:creationId xmlns:a16="http://schemas.microsoft.com/office/drawing/2014/main" id="{6CCA3FAC-74FE-1F5B-4E68-FA6985169EEE}"/>
                  </a:ext>
                </a:extLst>
              </p:cNvPr>
              <p:cNvSpPr/>
              <p:nvPr/>
            </p:nvSpPr>
            <p:spPr>
              <a:xfrm>
                <a:off x="5279563" y="3299710"/>
                <a:ext cx="100965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329">
                    <a:moveTo>
                      <a:pt x="0" y="50166"/>
                    </a:moveTo>
                    <a:lnTo>
                      <a:pt x="3967" y="30639"/>
                    </a:lnTo>
                    <a:lnTo>
                      <a:pt x="14785" y="14693"/>
                    </a:lnTo>
                    <a:lnTo>
                      <a:pt x="30831" y="3942"/>
                    </a:lnTo>
                    <a:lnTo>
                      <a:pt x="50481" y="0"/>
                    </a:lnTo>
                    <a:lnTo>
                      <a:pt x="70132" y="3942"/>
                    </a:lnTo>
                    <a:lnTo>
                      <a:pt x="86180" y="14693"/>
                    </a:lnTo>
                    <a:lnTo>
                      <a:pt x="97000" y="30639"/>
                    </a:lnTo>
                    <a:lnTo>
                      <a:pt x="100968" y="50166"/>
                    </a:lnTo>
                    <a:lnTo>
                      <a:pt x="97000" y="69692"/>
                    </a:lnTo>
                    <a:lnTo>
                      <a:pt x="86180" y="85638"/>
                    </a:lnTo>
                    <a:lnTo>
                      <a:pt x="70132" y="96389"/>
                    </a:lnTo>
                    <a:lnTo>
                      <a:pt x="50481" y="100332"/>
                    </a:lnTo>
                    <a:lnTo>
                      <a:pt x="30831" y="96389"/>
                    </a:lnTo>
                    <a:lnTo>
                      <a:pt x="14785" y="85638"/>
                    </a:lnTo>
                    <a:lnTo>
                      <a:pt x="3967" y="69692"/>
                    </a:lnTo>
                    <a:lnTo>
                      <a:pt x="0" y="5016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66A91208-C8B9-B752-C419-D56C8B171191}"/>
                </a:ext>
              </a:extLst>
            </p:cNvPr>
            <p:cNvSpPr txBox="1"/>
            <p:nvPr/>
          </p:nvSpPr>
          <p:spPr>
            <a:xfrm>
              <a:off x="5443320" y="3258239"/>
              <a:ext cx="1139825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40"/>
                </a:spcBef>
              </a:pPr>
              <a:r>
                <a:rPr sz="850" spc="-55" dirty="0">
                  <a:latin typeface="Arial"/>
                  <a:cs typeface="Arial"/>
                </a:rPr>
                <a:t>Cached</a:t>
              </a:r>
              <a:r>
                <a:rPr sz="850" spc="-20" dirty="0">
                  <a:latin typeface="Arial"/>
                  <a:cs typeface="Arial"/>
                </a:rPr>
                <a:t> </a:t>
              </a:r>
              <a:r>
                <a:rPr sz="850" spc="-25" dirty="0">
                  <a:latin typeface="Arial"/>
                  <a:cs typeface="Arial"/>
                </a:rPr>
                <a:t>During</a:t>
              </a:r>
              <a:r>
                <a:rPr sz="850" spc="-20" dirty="0">
                  <a:latin typeface="Arial"/>
                  <a:cs typeface="Arial"/>
                </a:rPr>
                <a:t> </a:t>
              </a:r>
              <a:r>
                <a:rPr sz="850" spc="-10" dirty="0">
                  <a:latin typeface="Arial"/>
                  <a:cs typeface="Arial"/>
                </a:rPr>
                <a:t>Inference</a:t>
              </a:r>
              <a:endParaRPr sz="850">
                <a:latin typeface="Arial"/>
                <a:cs typeface="Arial"/>
              </a:endParaRPr>
            </a:p>
          </p:txBody>
        </p:sp>
        <p:pic>
          <p:nvPicPr>
            <p:cNvPr id="107" name="object 107">
              <a:extLst>
                <a:ext uri="{FF2B5EF4-FFF2-40B4-BE49-F238E27FC236}">
                  <a16:creationId xmlns:a16="http://schemas.microsoft.com/office/drawing/2014/main" id="{0F3B6762-0AD5-6089-D82E-86CBDCB5FE7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31641" y="3639333"/>
              <a:ext cx="3189198" cy="1153547"/>
            </a:xfrm>
            <a:prstGeom prst="rect">
              <a:avLst/>
            </a:prstGeom>
          </p:spPr>
        </p:pic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65DDF669-F89D-7FF6-2DE8-5818C60C0C95}"/>
                </a:ext>
              </a:extLst>
            </p:cNvPr>
            <p:cNvSpPr txBox="1"/>
            <p:nvPr/>
          </p:nvSpPr>
          <p:spPr>
            <a:xfrm>
              <a:off x="3485882" y="4323970"/>
              <a:ext cx="461645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i="1" spc="-30" dirty="0">
                  <a:latin typeface="Arial"/>
                  <a:cs typeface="Arial"/>
                </a:rPr>
                <a:t>concatenate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B5FF68ED-C38A-C8BA-EA49-D63C191B2824}"/>
                </a:ext>
              </a:extLst>
            </p:cNvPr>
            <p:cNvSpPr txBox="1"/>
            <p:nvPr/>
          </p:nvSpPr>
          <p:spPr>
            <a:xfrm>
              <a:off x="4928545" y="4337189"/>
              <a:ext cx="461645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i="1" spc="-30" dirty="0">
                  <a:latin typeface="Arial"/>
                  <a:cs typeface="Arial"/>
                </a:rPr>
                <a:t>concatenate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54477F8E-454F-E94D-E54C-4963C7B03133}"/>
                </a:ext>
              </a:extLst>
            </p:cNvPr>
            <p:cNvSpPr txBox="1"/>
            <p:nvPr/>
          </p:nvSpPr>
          <p:spPr>
            <a:xfrm>
              <a:off x="3284049" y="4159891"/>
              <a:ext cx="304800" cy="1244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650" spc="-95" dirty="0">
                  <a:latin typeface="Apple Symbols"/>
                  <a:cs typeface="Apple Symbols"/>
                </a:rPr>
                <a:t>𝑡𝑡,𝑖𝑖</a:t>
              </a:r>
              <a:r>
                <a:rPr sz="650" spc="500" dirty="0">
                  <a:latin typeface="Apple Symbols"/>
                  <a:cs typeface="Apple Symbols"/>
                </a:rPr>
                <a:t> </a:t>
              </a:r>
              <a:r>
                <a:rPr sz="650" spc="-420" dirty="0">
                  <a:latin typeface="Apple Symbols"/>
                  <a:cs typeface="Apple Symbols"/>
                </a:rPr>
                <a:t>𝑡𝑡,𝑖𝑖</a:t>
              </a:r>
              <a:endParaRPr sz="650">
                <a:latin typeface="Apple Symbols"/>
                <a:cs typeface="Apple Symbols"/>
              </a:endParaRPr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6241ACA5-1321-086A-6818-1F03C9ECE2F5}"/>
                </a:ext>
              </a:extLst>
            </p:cNvPr>
            <p:cNvSpPr txBox="1"/>
            <p:nvPr/>
          </p:nvSpPr>
          <p:spPr>
            <a:xfrm>
              <a:off x="3107187" y="4101740"/>
              <a:ext cx="597535" cy="16129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</a:pPr>
              <a:r>
                <a:rPr sz="850" spc="-10" dirty="0">
                  <a:latin typeface="Apple Symbols"/>
                  <a:cs typeface="Apple Symbols"/>
                </a:rPr>
                <a:t>{[𝐪𝐪</a:t>
              </a:r>
              <a:r>
                <a:rPr sz="975" spc="-15" baseline="29914" dirty="0">
                  <a:latin typeface="Apple Symbols"/>
                  <a:cs typeface="Apple Symbols"/>
                </a:rPr>
                <a:t>𝐶𝐶</a:t>
              </a:r>
              <a:r>
                <a:rPr sz="975" spc="112" baseline="29914" dirty="0">
                  <a:latin typeface="Apple Symbols"/>
                  <a:cs typeface="Apple Symbols"/>
                </a:rPr>
                <a:t> </a:t>
              </a:r>
              <a:r>
                <a:rPr sz="850" dirty="0">
                  <a:latin typeface="Apple Symbols"/>
                  <a:cs typeface="Apple Symbols"/>
                </a:rPr>
                <a:t>;</a:t>
              </a:r>
              <a:r>
                <a:rPr sz="850" spc="-135" dirty="0">
                  <a:latin typeface="Apple Symbols"/>
                  <a:cs typeface="Apple Symbols"/>
                </a:rPr>
                <a:t> </a:t>
              </a:r>
              <a:r>
                <a:rPr sz="850" spc="-715" dirty="0">
                  <a:latin typeface="Apple Symbols"/>
                  <a:cs typeface="Apple Symbols"/>
                </a:rPr>
                <a:t>𝐪𝐪</a:t>
              </a:r>
              <a:r>
                <a:rPr sz="975" spc="-1072" baseline="29914" dirty="0">
                  <a:latin typeface="Apple Symbols"/>
                  <a:cs typeface="Apple Symbols"/>
                </a:rPr>
                <a:t>𝑅𝑅</a:t>
              </a:r>
              <a:r>
                <a:rPr sz="975" spc="750" baseline="29914" dirty="0">
                  <a:latin typeface="Apple Symbols"/>
                  <a:cs typeface="Apple Symbols"/>
                </a:rPr>
                <a:t> </a:t>
              </a:r>
              <a:r>
                <a:rPr sz="850" spc="-25" dirty="0">
                  <a:latin typeface="Apple Symbols"/>
                  <a:cs typeface="Apple Symbols"/>
                </a:rPr>
                <a:t>]}</a:t>
              </a:r>
              <a:endParaRPr sz="850">
                <a:latin typeface="Apple Symbols"/>
                <a:cs typeface="Apple Symbols"/>
              </a:endParaRPr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9529E6C1-060E-6F63-F2AC-F13353AA52D2}"/>
                </a:ext>
              </a:extLst>
            </p:cNvPr>
            <p:cNvSpPr txBox="1"/>
            <p:nvPr/>
          </p:nvSpPr>
          <p:spPr>
            <a:xfrm>
              <a:off x="4544157" y="4106370"/>
              <a:ext cx="601980" cy="18288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R="5080" algn="ctr">
                <a:lnSpc>
                  <a:spcPts val="720"/>
                </a:lnSpc>
                <a:spcBef>
                  <a:spcPts val="140"/>
                </a:spcBef>
              </a:pPr>
              <a:r>
                <a:rPr sz="850" dirty="0">
                  <a:latin typeface="Apple Symbols"/>
                  <a:cs typeface="Apple Symbols"/>
                </a:rPr>
                <a:t>{[𝐤𝐤</a:t>
              </a:r>
              <a:r>
                <a:rPr sz="975" baseline="29914" dirty="0">
                  <a:latin typeface="Apple Symbols"/>
                  <a:cs typeface="Apple Symbols"/>
                </a:rPr>
                <a:t>𝐶𝐶</a:t>
              </a:r>
              <a:r>
                <a:rPr sz="975" spc="30" baseline="29914" dirty="0">
                  <a:latin typeface="Apple Symbols"/>
                  <a:cs typeface="Apple Symbols"/>
                </a:rPr>
                <a:t> </a:t>
              </a:r>
              <a:r>
                <a:rPr sz="850" spc="-50" dirty="0">
                  <a:latin typeface="Apple Symbols"/>
                  <a:cs typeface="Apple Symbols"/>
                </a:rPr>
                <a:t>; </a:t>
              </a:r>
              <a:r>
                <a:rPr sz="850" spc="-475" dirty="0">
                  <a:latin typeface="Apple Symbols"/>
                  <a:cs typeface="Apple Symbols"/>
                </a:rPr>
                <a:t>𝐤𝐤</a:t>
              </a:r>
              <a:r>
                <a:rPr sz="975" spc="-712" baseline="29914" dirty="0">
                  <a:latin typeface="Apple Symbols"/>
                  <a:cs typeface="Apple Symbols"/>
                </a:rPr>
                <a:t>𝑅𝑅</a:t>
              </a:r>
              <a:r>
                <a:rPr sz="850" spc="-475" dirty="0">
                  <a:latin typeface="Apple Symbols"/>
                  <a:cs typeface="Apple Symbols"/>
                </a:rPr>
                <a:t>]}</a:t>
              </a:r>
              <a:endParaRPr sz="850">
                <a:latin typeface="Apple Symbols"/>
                <a:cs typeface="Apple Symbols"/>
              </a:endParaRPr>
            </a:p>
            <a:p>
              <a:pPr marL="34925" algn="ctr">
                <a:lnSpc>
                  <a:spcPts val="480"/>
                </a:lnSpc>
                <a:tabLst>
                  <a:tab pos="247650" algn="l"/>
                </a:tabLst>
              </a:pPr>
              <a:r>
                <a:rPr sz="650" spc="-210" dirty="0">
                  <a:latin typeface="Apple Symbols"/>
                  <a:cs typeface="Apple Symbols"/>
                </a:rPr>
                <a:t>𝑡𝑡,𝑖𝑖</a:t>
              </a:r>
              <a:r>
                <a:rPr sz="650" dirty="0">
                  <a:latin typeface="Apple Symbols"/>
                  <a:cs typeface="Apple Symbols"/>
                </a:rPr>
                <a:t>	</a:t>
              </a:r>
              <a:r>
                <a:rPr sz="975" spc="-322" baseline="4273" dirty="0">
                  <a:latin typeface="Apple Symbols"/>
                  <a:cs typeface="Apple Symbols"/>
                </a:rPr>
                <a:t>𝑡𝑡</a:t>
              </a:r>
              <a:endParaRPr sz="975" baseline="4273">
                <a:latin typeface="Apple Symbols"/>
                <a:cs typeface="Apple Symbols"/>
              </a:endParaRPr>
            </a:p>
          </p:txBody>
        </p:sp>
        <p:grpSp>
          <p:nvGrpSpPr>
            <p:cNvPr id="113" name="object 113">
              <a:extLst>
                <a:ext uri="{FF2B5EF4-FFF2-40B4-BE49-F238E27FC236}">
                  <a16:creationId xmlns:a16="http://schemas.microsoft.com/office/drawing/2014/main" id="{88F7D4BF-58D7-6992-9E85-A0D05E25CC22}"/>
                </a:ext>
              </a:extLst>
            </p:cNvPr>
            <p:cNvGrpSpPr/>
            <p:nvPr/>
          </p:nvGrpSpPr>
          <p:grpSpPr>
            <a:xfrm>
              <a:off x="3397434" y="5086995"/>
              <a:ext cx="661035" cy="160655"/>
              <a:chOff x="3397434" y="5086995"/>
              <a:chExt cx="661035" cy="160655"/>
            </a:xfrm>
          </p:grpSpPr>
          <p:sp>
            <p:nvSpPr>
              <p:cNvPr id="114" name="object 114">
                <a:extLst>
                  <a:ext uri="{FF2B5EF4-FFF2-40B4-BE49-F238E27FC236}">
                    <a16:creationId xmlns:a16="http://schemas.microsoft.com/office/drawing/2014/main" id="{EF241504-089A-2BE8-496B-830FE35CE550}"/>
                  </a:ext>
                </a:extLst>
              </p:cNvPr>
              <p:cNvSpPr/>
              <p:nvPr/>
            </p:nvSpPr>
            <p:spPr>
              <a:xfrm>
                <a:off x="3401879" y="5091440"/>
                <a:ext cx="65214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652145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626453" y="0"/>
                    </a:lnTo>
                    <a:lnTo>
                      <a:pt x="636271" y="1982"/>
                    </a:lnTo>
                    <a:lnTo>
                      <a:pt x="644289" y="7387"/>
                    </a:lnTo>
                    <a:lnTo>
                      <a:pt x="649696" y="15406"/>
                    </a:lnTo>
                    <a:lnTo>
                      <a:pt x="651679" y="25226"/>
                    </a:lnTo>
                    <a:lnTo>
                      <a:pt x="651679" y="126139"/>
                    </a:lnTo>
                    <a:lnTo>
                      <a:pt x="649696" y="135960"/>
                    </a:lnTo>
                    <a:lnTo>
                      <a:pt x="644289" y="143980"/>
                    </a:lnTo>
                    <a:lnTo>
                      <a:pt x="636271" y="149388"/>
                    </a:lnTo>
                    <a:lnTo>
                      <a:pt x="626453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5" name="object 115">
                <a:extLst>
                  <a:ext uri="{FF2B5EF4-FFF2-40B4-BE49-F238E27FC236}">
                    <a16:creationId xmlns:a16="http://schemas.microsoft.com/office/drawing/2014/main" id="{BDB217F4-621D-9624-416C-D1E471833EAE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424967" y="5112732"/>
                <a:ext cx="237054" cy="109986"/>
              </a:xfrm>
              <a:prstGeom prst="rect">
                <a:avLst/>
              </a:prstGeom>
            </p:spPr>
          </p:pic>
          <p:pic>
            <p:nvPicPr>
              <p:cNvPr id="116" name="object 116">
                <a:extLst>
                  <a:ext uri="{FF2B5EF4-FFF2-40B4-BE49-F238E27FC236}">
                    <a16:creationId xmlns:a16="http://schemas.microsoft.com/office/drawing/2014/main" id="{F5C2BC8B-6310-A0B6-1EA4-3A55990D2FBE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792307" y="5112732"/>
                <a:ext cx="237055" cy="109986"/>
              </a:xfrm>
              <a:prstGeom prst="rect">
                <a:avLst/>
              </a:prstGeom>
            </p:spPr>
          </p:pic>
        </p:grp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A5EB0796-2076-DA39-5164-20509C4ECD25}"/>
                </a:ext>
              </a:extLst>
            </p:cNvPr>
            <p:cNvSpPr txBox="1"/>
            <p:nvPr/>
          </p:nvSpPr>
          <p:spPr>
            <a:xfrm>
              <a:off x="3701088" y="5069416"/>
              <a:ext cx="74930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160" dirty="0">
                  <a:latin typeface="Arial"/>
                  <a:cs typeface="Arial"/>
                </a:rPr>
                <a:t>…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118" name="object 118">
              <a:extLst>
                <a:ext uri="{FF2B5EF4-FFF2-40B4-BE49-F238E27FC236}">
                  <a16:creationId xmlns:a16="http://schemas.microsoft.com/office/drawing/2014/main" id="{B4C7F12B-34EE-27CE-C3F9-0C764252337D}"/>
                </a:ext>
              </a:extLst>
            </p:cNvPr>
            <p:cNvGrpSpPr/>
            <p:nvPr/>
          </p:nvGrpSpPr>
          <p:grpSpPr>
            <a:xfrm>
              <a:off x="4862798" y="1830812"/>
              <a:ext cx="1521460" cy="3418840"/>
              <a:chOff x="4862798" y="1830812"/>
              <a:chExt cx="1521460" cy="3418840"/>
            </a:xfrm>
          </p:grpSpPr>
          <p:sp>
            <p:nvSpPr>
              <p:cNvPr id="119" name="object 119">
                <a:extLst>
                  <a:ext uri="{FF2B5EF4-FFF2-40B4-BE49-F238E27FC236}">
                    <a16:creationId xmlns:a16="http://schemas.microsoft.com/office/drawing/2014/main" id="{A8AD59D4-8550-A966-78D8-78A5A543F6F5}"/>
                  </a:ext>
                </a:extLst>
              </p:cNvPr>
              <p:cNvSpPr/>
              <p:nvPr/>
            </p:nvSpPr>
            <p:spPr>
              <a:xfrm>
                <a:off x="5073198" y="1859292"/>
                <a:ext cx="1129665" cy="703580"/>
              </a:xfrm>
              <a:custGeom>
                <a:avLst/>
                <a:gdLst/>
                <a:ahLst/>
                <a:cxnLst/>
                <a:rect l="l" t="t" r="r" b="b"/>
                <a:pathLst>
                  <a:path w="1129664" h="703580">
                    <a:moveTo>
                      <a:pt x="0" y="703316"/>
                    </a:moveTo>
                    <a:lnTo>
                      <a:pt x="19039" y="667535"/>
                    </a:lnTo>
                    <a:lnTo>
                      <a:pt x="72039" y="633461"/>
                    </a:lnTo>
                    <a:lnTo>
                      <a:pt x="109345" y="617597"/>
                    </a:lnTo>
                    <a:lnTo>
                      <a:pt x="152827" y="602801"/>
                    </a:lnTo>
                    <a:lnTo>
                      <a:pt x="201711" y="589286"/>
                    </a:lnTo>
                    <a:lnTo>
                      <a:pt x="255226" y="577264"/>
                    </a:lnTo>
                    <a:lnTo>
                      <a:pt x="312600" y="566949"/>
                    </a:lnTo>
                    <a:lnTo>
                      <a:pt x="373062" y="558555"/>
                    </a:lnTo>
                    <a:lnTo>
                      <a:pt x="435840" y="552295"/>
                    </a:lnTo>
                    <a:lnTo>
                      <a:pt x="500161" y="548383"/>
                    </a:lnTo>
                    <a:lnTo>
                      <a:pt x="565254" y="547031"/>
                    </a:lnTo>
                    <a:lnTo>
                      <a:pt x="610760" y="544584"/>
                    </a:lnTo>
                    <a:lnTo>
                      <a:pt x="656004" y="537422"/>
                    </a:lnTo>
                    <a:lnTo>
                      <a:pt x="700721" y="525813"/>
                    </a:lnTo>
                    <a:lnTo>
                      <a:pt x="744650" y="510023"/>
                    </a:lnTo>
                    <a:lnTo>
                      <a:pt x="787527" y="490322"/>
                    </a:lnTo>
                    <a:lnTo>
                      <a:pt x="829090" y="466976"/>
                    </a:lnTo>
                    <a:lnTo>
                      <a:pt x="869075" y="440253"/>
                    </a:lnTo>
                    <a:lnTo>
                      <a:pt x="907220" y="410422"/>
                    </a:lnTo>
                    <a:lnTo>
                      <a:pt x="943261" y="377749"/>
                    </a:lnTo>
                    <a:lnTo>
                      <a:pt x="976936" y="342502"/>
                    </a:lnTo>
                    <a:lnTo>
                      <a:pt x="1007982" y="304949"/>
                    </a:lnTo>
                    <a:lnTo>
                      <a:pt x="1036136" y="265358"/>
                    </a:lnTo>
                    <a:lnTo>
                      <a:pt x="1061135" y="223997"/>
                    </a:lnTo>
                    <a:lnTo>
                      <a:pt x="1082716" y="181132"/>
                    </a:lnTo>
                    <a:lnTo>
                      <a:pt x="1100615" y="137033"/>
                    </a:lnTo>
                    <a:lnTo>
                      <a:pt x="1114571" y="91966"/>
                    </a:lnTo>
                    <a:lnTo>
                      <a:pt x="1124321" y="46199"/>
                    </a:lnTo>
                    <a:lnTo>
                      <a:pt x="1129601" y="0"/>
                    </a:lnTo>
                  </a:path>
                </a:pathLst>
              </a:custGeom>
              <a:ln w="8452">
                <a:solidFill>
                  <a:srgbClr val="FFD966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120">
                <a:extLst>
                  <a:ext uri="{FF2B5EF4-FFF2-40B4-BE49-F238E27FC236}">
                    <a16:creationId xmlns:a16="http://schemas.microsoft.com/office/drawing/2014/main" id="{A53BC8C0-1E80-8419-6407-AD1068F13AC2}"/>
                  </a:ext>
                </a:extLst>
              </p:cNvPr>
              <p:cNvSpPr/>
              <p:nvPr/>
            </p:nvSpPr>
            <p:spPr>
              <a:xfrm>
                <a:off x="6185730" y="1830812"/>
                <a:ext cx="3429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925">
                    <a:moveTo>
                      <a:pt x="17980" y="0"/>
                    </a:moveTo>
                    <a:lnTo>
                      <a:pt x="0" y="33250"/>
                    </a:lnTo>
                    <a:lnTo>
                      <a:pt x="33791" y="34338"/>
                    </a:lnTo>
                    <a:lnTo>
                      <a:pt x="17980" y="0"/>
                    </a:lnTo>
                    <a:close/>
                  </a:path>
                </a:pathLst>
              </a:custGeom>
              <a:solidFill>
                <a:srgbClr val="FFD9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1" name="object 121">
                <a:extLst>
                  <a:ext uri="{FF2B5EF4-FFF2-40B4-BE49-F238E27FC236}">
                    <a16:creationId xmlns:a16="http://schemas.microsoft.com/office/drawing/2014/main" id="{9A28E58B-AABD-DDA0-691C-E1914E23CBBB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862798" y="2558385"/>
                <a:ext cx="226798" cy="145584"/>
              </a:xfrm>
              <a:prstGeom prst="rect">
                <a:avLst/>
              </a:prstGeom>
            </p:spPr>
          </p:pic>
          <p:sp>
            <p:nvSpPr>
              <p:cNvPr id="122" name="object 122">
                <a:extLst>
                  <a:ext uri="{FF2B5EF4-FFF2-40B4-BE49-F238E27FC236}">
                    <a16:creationId xmlns:a16="http://schemas.microsoft.com/office/drawing/2014/main" id="{6045E802-A3EA-5A23-E20D-6BD213309478}"/>
                  </a:ext>
                </a:extLst>
              </p:cNvPr>
              <p:cNvSpPr/>
              <p:nvPr/>
            </p:nvSpPr>
            <p:spPr>
              <a:xfrm>
                <a:off x="5727832" y="5093293"/>
                <a:ext cx="652145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652145" h="151764">
                    <a:moveTo>
                      <a:pt x="0" y="25226"/>
                    </a:moveTo>
                    <a:lnTo>
                      <a:pt x="1982" y="15406"/>
                    </a:lnTo>
                    <a:lnTo>
                      <a:pt x="7389" y="7387"/>
                    </a:lnTo>
                    <a:lnTo>
                      <a:pt x="15408" y="1982"/>
                    </a:lnTo>
                    <a:lnTo>
                      <a:pt x="25226" y="0"/>
                    </a:lnTo>
                    <a:lnTo>
                      <a:pt x="626453" y="0"/>
                    </a:lnTo>
                    <a:lnTo>
                      <a:pt x="636271" y="1982"/>
                    </a:lnTo>
                    <a:lnTo>
                      <a:pt x="644289" y="7387"/>
                    </a:lnTo>
                    <a:lnTo>
                      <a:pt x="649696" y="15406"/>
                    </a:lnTo>
                    <a:lnTo>
                      <a:pt x="651679" y="25226"/>
                    </a:lnTo>
                    <a:lnTo>
                      <a:pt x="651679" y="126139"/>
                    </a:lnTo>
                    <a:lnTo>
                      <a:pt x="649696" y="135960"/>
                    </a:lnTo>
                    <a:lnTo>
                      <a:pt x="644289" y="143980"/>
                    </a:lnTo>
                    <a:lnTo>
                      <a:pt x="636271" y="149388"/>
                    </a:lnTo>
                    <a:lnTo>
                      <a:pt x="626453" y="151371"/>
                    </a:lnTo>
                    <a:lnTo>
                      <a:pt x="25226" y="151371"/>
                    </a:lnTo>
                    <a:lnTo>
                      <a:pt x="15408" y="149388"/>
                    </a:lnTo>
                    <a:lnTo>
                      <a:pt x="7389" y="143980"/>
                    </a:lnTo>
                    <a:lnTo>
                      <a:pt x="1982" y="135960"/>
                    </a:lnTo>
                    <a:lnTo>
                      <a:pt x="0" y="126139"/>
                    </a:lnTo>
                    <a:lnTo>
                      <a:pt x="0" y="2522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3" name="object 123">
                <a:extLst>
                  <a:ext uri="{FF2B5EF4-FFF2-40B4-BE49-F238E27FC236}">
                    <a16:creationId xmlns:a16="http://schemas.microsoft.com/office/drawing/2014/main" id="{FC3CE4EC-C75A-6623-C35A-7A4824A0A632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5755146" y="5120015"/>
                <a:ext cx="100968" cy="100332"/>
              </a:xfrm>
              <a:prstGeom prst="rect">
                <a:avLst/>
              </a:prstGeom>
            </p:spPr>
          </p:pic>
          <p:sp>
            <p:nvSpPr>
              <p:cNvPr id="124" name="object 124">
                <a:extLst>
                  <a:ext uri="{FF2B5EF4-FFF2-40B4-BE49-F238E27FC236}">
                    <a16:creationId xmlns:a16="http://schemas.microsoft.com/office/drawing/2014/main" id="{ADAE62F7-DB7A-E24C-BFE9-373038DA89E7}"/>
                  </a:ext>
                </a:extLst>
              </p:cNvPr>
              <p:cNvSpPr/>
              <p:nvPr/>
            </p:nvSpPr>
            <p:spPr>
              <a:xfrm>
                <a:off x="5755146" y="5120015"/>
                <a:ext cx="100965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329">
                    <a:moveTo>
                      <a:pt x="0" y="50166"/>
                    </a:moveTo>
                    <a:lnTo>
                      <a:pt x="3967" y="30639"/>
                    </a:lnTo>
                    <a:lnTo>
                      <a:pt x="14785" y="14693"/>
                    </a:lnTo>
                    <a:lnTo>
                      <a:pt x="30831" y="3942"/>
                    </a:lnTo>
                    <a:lnTo>
                      <a:pt x="50481" y="0"/>
                    </a:lnTo>
                    <a:lnTo>
                      <a:pt x="70132" y="3942"/>
                    </a:lnTo>
                    <a:lnTo>
                      <a:pt x="86180" y="14693"/>
                    </a:lnTo>
                    <a:lnTo>
                      <a:pt x="97000" y="30639"/>
                    </a:lnTo>
                    <a:lnTo>
                      <a:pt x="100968" y="50166"/>
                    </a:lnTo>
                    <a:lnTo>
                      <a:pt x="97000" y="69692"/>
                    </a:lnTo>
                    <a:lnTo>
                      <a:pt x="86180" y="85638"/>
                    </a:lnTo>
                    <a:lnTo>
                      <a:pt x="70132" y="96389"/>
                    </a:lnTo>
                    <a:lnTo>
                      <a:pt x="50481" y="100332"/>
                    </a:lnTo>
                    <a:lnTo>
                      <a:pt x="30831" y="96389"/>
                    </a:lnTo>
                    <a:lnTo>
                      <a:pt x="14785" y="85638"/>
                    </a:lnTo>
                    <a:lnTo>
                      <a:pt x="3967" y="69692"/>
                    </a:lnTo>
                    <a:lnTo>
                      <a:pt x="0" y="5016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5" name="object 125">
                <a:extLst>
                  <a:ext uri="{FF2B5EF4-FFF2-40B4-BE49-F238E27FC236}">
                    <a16:creationId xmlns:a16="http://schemas.microsoft.com/office/drawing/2014/main" id="{2B90AFD5-8D1E-AFBC-EB15-616BF8E25621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882779" y="5118812"/>
                <a:ext cx="100963" cy="100332"/>
              </a:xfrm>
              <a:prstGeom prst="rect">
                <a:avLst/>
              </a:prstGeom>
            </p:spPr>
          </p:pic>
          <p:sp>
            <p:nvSpPr>
              <p:cNvPr id="126" name="object 126">
                <a:extLst>
                  <a:ext uri="{FF2B5EF4-FFF2-40B4-BE49-F238E27FC236}">
                    <a16:creationId xmlns:a16="http://schemas.microsoft.com/office/drawing/2014/main" id="{CC447B0F-019D-3579-6462-35C143533418}"/>
                  </a:ext>
                </a:extLst>
              </p:cNvPr>
              <p:cNvSpPr/>
              <p:nvPr/>
            </p:nvSpPr>
            <p:spPr>
              <a:xfrm>
                <a:off x="5882779" y="5118812"/>
                <a:ext cx="100965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329">
                    <a:moveTo>
                      <a:pt x="0" y="50166"/>
                    </a:moveTo>
                    <a:lnTo>
                      <a:pt x="3967" y="30639"/>
                    </a:lnTo>
                    <a:lnTo>
                      <a:pt x="14785" y="14693"/>
                    </a:lnTo>
                    <a:lnTo>
                      <a:pt x="30831" y="3942"/>
                    </a:lnTo>
                    <a:lnTo>
                      <a:pt x="50481" y="0"/>
                    </a:lnTo>
                    <a:lnTo>
                      <a:pt x="70131" y="3942"/>
                    </a:lnTo>
                    <a:lnTo>
                      <a:pt x="86177" y="14693"/>
                    </a:lnTo>
                    <a:lnTo>
                      <a:pt x="96996" y="30639"/>
                    </a:lnTo>
                    <a:lnTo>
                      <a:pt x="100963" y="50166"/>
                    </a:lnTo>
                    <a:lnTo>
                      <a:pt x="96996" y="69692"/>
                    </a:lnTo>
                    <a:lnTo>
                      <a:pt x="86177" y="85638"/>
                    </a:lnTo>
                    <a:lnTo>
                      <a:pt x="70131" y="96389"/>
                    </a:lnTo>
                    <a:lnTo>
                      <a:pt x="50481" y="100332"/>
                    </a:lnTo>
                    <a:lnTo>
                      <a:pt x="30831" y="96389"/>
                    </a:lnTo>
                    <a:lnTo>
                      <a:pt x="14785" y="85638"/>
                    </a:lnTo>
                    <a:lnTo>
                      <a:pt x="3967" y="69692"/>
                    </a:lnTo>
                    <a:lnTo>
                      <a:pt x="0" y="5016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7" name="object 127">
                <a:extLst>
                  <a:ext uri="{FF2B5EF4-FFF2-40B4-BE49-F238E27FC236}">
                    <a16:creationId xmlns:a16="http://schemas.microsoft.com/office/drawing/2014/main" id="{EBBE3B7A-39B1-F348-3FD0-4BB65FE24870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6122486" y="5120015"/>
                <a:ext cx="100963" cy="100332"/>
              </a:xfrm>
              <a:prstGeom prst="rect">
                <a:avLst/>
              </a:prstGeom>
            </p:spPr>
          </p:pic>
          <p:sp>
            <p:nvSpPr>
              <p:cNvPr id="128" name="object 128">
                <a:extLst>
                  <a:ext uri="{FF2B5EF4-FFF2-40B4-BE49-F238E27FC236}">
                    <a16:creationId xmlns:a16="http://schemas.microsoft.com/office/drawing/2014/main" id="{47747E76-1B79-83D0-EDD3-B632CDDA4378}"/>
                  </a:ext>
                </a:extLst>
              </p:cNvPr>
              <p:cNvSpPr/>
              <p:nvPr/>
            </p:nvSpPr>
            <p:spPr>
              <a:xfrm>
                <a:off x="6122486" y="5120015"/>
                <a:ext cx="100965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329">
                    <a:moveTo>
                      <a:pt x="0" y="50166"/>
                    </a:moveTo>
                    <a:lnTo>
                      <a:pt x="3967" y="30639"/>
                    </a:lnTo>
                    <a:lnTo>
                      <a:pt x="14785" y="14693"/>
                    </a:lnTo>
                    <a:lnTo>
                      <a:pt x="30831" y="3942"/>
                    </a:lnTo>
                    <a:lnTo>
                      <a:pt x="50481" y="0"/>
                    </a:lnTo>
                    <a:lnTo>
                      <a:pt x="70131" y="3942"/>
                    </a:lnTo>
                    <a:lnTo>
                      <a:pt x="86177" y="14693"/>
                    </a:lnTo>
                    <a:lnTo>
                      <a:pt x="96996" y="30639"/>
                    </a:lnTo>
                    <a:lnTo>
                      <a:pt x="100963" y="50166"/>
                    </a:lnTo>
                    <a:lnTo>
                      <a:pt x="96996" y="69692"/>
                    </a:lnTo>
                    <a:lnTo>
                      <a:pt x="86177" y="85638"/>
                    </a:lnTo>
                    <a:lnTo>
                      <a:pt x="70131" y="96389"/>
                    </a:lnTo>
                    <a:lnTo>
                      <a:pt x="50481" y="100332"/>
                    </a:lnTo>
                    <a:lnTo>
                      <a:pt x="30831" y="96389"/>
                    </a:lnTo>
                    <a:lnTo>
                      <a:pt x="14785" y="85638"/>
                    </a:lnTo>
                    <a:lnTo>
                      <a:pt x="3967" y="69692"/>
                    </a:lnTo>
                    <a:lnTo>
                      <a:pt x="0" y="5016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9" name="object 129">
                <a:extLst>
                  <a:ext uri="{FF2B5EF4-FFF2-40B4-BE49-F238E27FC236}">
                    <a16:creationId xmlns:a16="http://schemas.microsoft.com/office/drawing/2014/main" id="{6E471D2D-C798-87FA-D4DF-C086642486E1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6250120" y="5118812"/>
                <a:ext cx="100963" cy="100332"/>
              </a:xfrm>
              <a:prstGeom prst="rect">
                <a:avLst/>
              </a:prstGeom>
            </p:spPr>
          </p:pic>
          <p:sp>
            <p:nvSpPr>
              <p:cNvPr id="130" name="object 130">
                <a:extLst>
                  <a:ext uri="{FF2B5EF4-FFF2-40B4-BE49-F238E27FC236}">
                    <a16:creationId xmlns:a16="http://schemas.microsoft.com/office/drawing/2014/main" id="{1481D4FB-3FE2-958B-6B3E-BBA763130451}"/>
                  </a:ext>
                </a:extLst>
              </p:cNvPr>
              <p:cNvSpPr/>
              <p:nvPr/>
            </p:nvSpPr>
            <p:spPr>
              <a:xfrm>
                <a:off x="6250120" y="5118812"/>
                <a:ext cx="100965" cy="100330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329">
                    <a:moveTo>
                      <a:pt x="0" y="50166"/>
                    </a:moveTo>
                    <a:lnTo>
                      <a:pt x="3967" y="30639"/>
                    </a:lnTo>
                    <a:lnTo>
                      <a:pt x="14785" y="14693"/>
                    </a:lnTo>
                    <a:lnTo>
                      <a:pt x="30831" y="3942"/>
                    </a:lnTo>
                    <a:lnTo>
                      <a:pt x="50481" y="0"/>
                    </a:lnTo>
                    <a:lnTo>
                      <a:pt x="70131" y="3942"/>
                    </a:lnTo>
                    <a:lnTo>
                      <a:pt x="86177" y="14693"/>
                    </a:lnTo>
                    <a:lnTo>
                      <a:pt x="96996" y="30639"/>
                    </a:lnTo>
                    <a:lnTo>
                      <a:pt x="100963" y="50166"/>
                    </a:lnTo>
                    <a:lnTo>
                      <a:pt x="96996" y="69692"/>
                    </a:lnTo>
                    <a:lnTo>
                      <a:pt x="86177" y="85638"/>
                    </a:lnTo>
                    <a:lnTo>
                      <a:pt x="70131" y="96389"/>
                    </a:lnTo>
                    <a:lnTo>
                      <a:pt x="50481" y="100332"/>
                    </a:lnTo>
                    <a:lnTo>
                      <a:pt x="30831" y="96389"/>
                    </a:lnTo>
                    <a:lnTo>
                      <a:pt x="14785" y="85638"/>
                    </a:lnTo>
                    <a:lnTo>
                      <a:pt x="3967" y="69692"/>
                    </a:lnTo>
                    <a:lnTo>
                      <a:pt x="0" y="50166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368E75B3-F7D7-4BD8-3783-15C1C794B24E}"/>
                </a:ext>
              </a:extLst>
            </p:cNvPr>
            <p:cNvSpPr txBox="1"/>
            <p:nvPr/>
          </p:nvSpPr>
          <p:spPr>
            <a:xfrm>
              <a:off x="6027041" y="5071270"/>
              <a:ext cx="74930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160" dirty="0">
                  <a:latin typeface="Arial"/>
                  <a:cs typeface="Arial"/>
                </a:rPr>
                <a:t>…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132" name="object 132">
              <a:extLst>
                <a:ext uri="{FF2B5EF4-FFF2-40B4-BE49-F238E27FC236}">
                  <a16:creationId xmlns:a16="http://schemas.microsoft.com/office/drawing/2014/main" id="{B0DB1387-C8C1-7A43-5DA2-10784009A2CE}"/>
                </a:ext>
              </a:extLst>
            </p:cNvPr>
            <p:cNvGrpSpPr/>
            <p:nvPr/>
          </p:nvGrpSpPr>
          <p:grpSpPr>
            <a:xfrm>
              <a:off x="4260216" y="3483512"/>
              <a:ext cx="1332230" cy="160655"/>
              <a:chOff x="4260216" y="3483512"/>
              <a:chExt cx="1332230" cy="160655"/>
            </a:xfrm>
          </p:grpSpPr>
          <p:sp>
            <p:nvSpPr>
              <p:cNvPr id="133" name="object 133">
                <a:extLst>
                  <a:ext uri="{FF2B5EF4-FFF2-40B4-BE49-F238E27FC236}">
                    <a16:creationId xmlns:a16="http://schemas.microsoft.com/office/drawing/2014/main" id="{272EB49B-59D5-F226-EC43-26EC6FB7E40F}"/>
                  </a:ext>
                </a:extLst>
              </p:cNvPr>
              <p:cNvSpPr/>
              <p:nvPr/>
            </p:nvSpPr>
            <p:spPr>
              <a:xfrm>
                <a:off x="4264661" y="3487957"/>
                <a:ext cx="1323340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1323339" h="151764">
                    <a:moveTo>
                      <a:pt x="0" y="25232"/>
                    </a:moveTo>
                    <a:lnTo>
                      <a:pt x="1982" y="15411"/>
                    </a:lnTo>
                    <a:lnTo>
                      <a:pt x="7390" y="7390"/>
                    </a:lnTo>
                    <a:lnTo>
                      <a:pt x="15411" y="1982"/>
                    </a:lnTo>
                    <a:lnTo>
                      <a:pt x="25232" y="0"/>
                    </a:lnTo>
                    <a:lnTo>
                      <a:pt x="1298068" y="0"/>
                    </a:lnTo>
                    <a:lnTo>
                      <a:pt x="1307889" y="1982"/>
                    </a:lnTo>
                    <a:lnTo>
                      <a:pt x="1315910" y="7390"/>
                    </a:lnTo>
                    <a:lnTo>
                      <a:pt x="1321317" y="15411"/>
                    </a:lnTo>
                    <a:lnTo>
                      <a:pt x="1323300" y="25232"/>
                    </a:lnTo>
                    <a:lnTo>
                      <a:pt x="1323300" y="126144"/>
                    </a:lnTo>
                    <a:lnTo>
                      <a:pt x="1321317" y="135966"/>
                    </a:lnTo>
                    <a:lnTo>
                      <a:pt x="1315910" y="143986"/>
                    </a:lnTo>
                    <a:lnTo>
                      <a:pt x="1307889" y="149394"/>
                    </a:lnTo>
                    <a:lnTo>
                      <a:pt x="1298068" y="151377"/>
                    </a:lnTo>
                    <a:lnTo>
                      <a:pt x="25232" y="151377"/>
                    </a:lnTo>
                    <a:lnTo>
                      <a:pt x="15411" y="149394"/>
                    </a:lnTo>
                    <a:lnTo>
                      <a:pt x="7390" y="143986"/>
                    </a:lnTo>
                    <a:lnTo>
                      <a:pt x="1982" y="135966"/>
                    </a:lnTo>
                    <a:lnTo>
                      <a:pt x="0" y="126144"/>
                    </a:lnTo>
                    <a:lnTo>
                      <a:pt x="0" y="25232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4" name="object 134">
                <a:extLst>
                  <a:ext uri="{FF2B5EF4-FFF2-40B4-BE49-F238E27FC236}">
                    <a16:creationId xmlns:a16="http://schemas.microsoft.com/office/drawing/2014/main" id="{43B53032-654F-E5B4-E595-B260E5945222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4292256" y="3509254"/>
                <a:ext cx="489446" cy="109988"/>
              </a:xfrm>
              <a:prstGeom prst="rect">
                <a:avLst/>
              </a:prstGeom>
            </p:spPr>
          </p:pic>
          <p:pic>
            <p:nvPicPr>
              <p:cNvPr id="135" name="object 135">
                <a:extLst>
                  <a:ext uri="{FF2B5EF4-FFF2-40B4-BE49-F238E27FC236}">
                    <a16:creationId xmlns:a16="http://schemas.microsoft.com/office/drawing/2014/main" id="{8103DB30-68FE-68FA-BB5C-DF1267799C58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5065607" y="3509254"/>
                <a:ext cx="237055" cy="109988"/>
              </a:xfrm>
              <a:prstGeom prst="rect">
                <a:avLst/>
              </a:prstGeom>
            </p:spPr>
          </p:pic>
          <p:pic>
            <p:nvPicPr>
              <p:cNvPr id="136" name="object 136">
                <a:extLst>
                  <a:ext uri="{FF2B5EF4-FFF2-40B4-BE49-F238E27FC236}">
                    <a16:creationId xmlns:a16="http://schemas.microsoft.com/office/drawing/2014/main" id="{58FE622D-210B-AFB0-8A17-D149CA9D5E7D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5322861" y="3509254"/>
                <a:ext cx="237054" cy="109988"/>
              </a:xfrm>
              <a:prstGeom prst="rect">
                <a:avLst/>
              </a:prstGeom>
            </p:spPr>
          </p:pic>
        </p:grp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51D472D8-9765-727C-2DB8-76FC97BF81B1}"/>
                </a:ext>
              </a:extLst>
            </p:cNvPr>
            <p:cNvSpPr txBox="1"/>
            <p:nvPr/>
          </p:nvSpPr>
          <p:spPr>
            <a:xfrm>
              <a:off x="3396682" y="3453832"/>
              <a:ext cx="2056764" cy="45720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25400">
                <a:lnSpc>
                  <a:spcPct val="100000"/>
                </a:lnSpc>
                <a:spcBef>
                  <a:spcPts val="140"/>
                </a:spcBef>
                <a:tabLst>
                  <a:tab pos="1443990" algn="l"/>
                </a:tabLst>
              </a:pPr>
              <a:r>
                <a:rPr sz="850" dirty="0">
                  <a:latin typeface="Arial"/>
                  <a:cs typeface="Arial"/>
                </a:rPr>
                <a:t>Output</a:t>
              </a:r>
              <a:r>
                <a:rPr sz="850" spc="-35" dirty="0">
                  <a:latin typeface="Arial"/>
                  <a:cs typeface="Arial"/>
                </a:rPr>
                <a:t> </a:t>
              </a:r>
              <a:r>
                <a:rPr sz="850" spc="-25" dirty="0">
                  <a:latin typeface="Arial"/>
                  <a:cs typeface="Arial"/>
                </a:rPr>
                <a:t>Hidden</a:t>
              </a:r>
              <a:r>
                <a:rPr sz="850" spc="-30" dirty="0">
                  <a:latin typeface="Arial"/>
                  <a:cs typeface="Arial"/>
                </a:rPr>
                <a:t> </a:t>
              </a:r>
              <a:r>
                <a:rPr sz="850" spc="-20" dirty="0">
                  <a:latin typeface="Apple Symbols"/>
                  <a:cs typeface="Apple Symbols"/>
                </a:rPr>
                <a:t>𝐮𝐮</a:t>
              </a:r>
              <a:r>
                <a:rPr sz="975" spc="-30" baseline="-17094" dirty="0">
                  <a:latin typeface="Apple Symbols"/>
                  <a:cs typeface="Apple Symbols"/>
                </a:rPr>
                <a:t>𝑡𝑡</a:t>
              </a:r>
              <a:r>
                <a:rPr sz="975" baseline="-17094" dirty="0">
                  <a:latin typeface="Apple Symbols"/>
                  <a:cs typeface="Apple Symbols"/>
                </a:rPr>
                <a:t>	</a:t>
              </a:r>
              <a:r>
                <a:rPr sz="1050" spc="-337" baseline="7936" dirty="0">
                  <a:latin typeface="Arial"/>
                  <a:cs typeface="Arial"/>
                </a:rPr>
                <a:t>…</a:t>
              </a:r>
              <a:r>
                <a:rPr sz="1050" spc="179" baseline="7936" dirty="0">
                  <a:latin typeface="Arial"/>
                  <a:cs typeface="Arial"/>
                </a:rPr>
                <a:t> </a:t>
              </a:r>
              <a:r>
                <a:rPr sz="1050" spc="-75" baseline="7936" dirty="0">
                  <a:latin typeface="Arial"/>
                  <a:cs typeface="Arial"/>
                </a:rPr>
                <a:t>…</a:t>
              </a:r>
              <a:endParaRPr sz="1050" baseline="7936">
                <a:latin typeface="Arial"/>
                <a:cs typeface="Arial"/>
              </a:endParaRPr>
            </a:p>
            <a:p>
              <a:pPr>
                <a:lnSpc>
                  <a:spcPct val="100000"/>
                </a:lnSpc>
                <a:spcBef>
                  <a:spcPts val="330"/>
                </a:spcBef>
              </a:pPr>
              <a:endParaRPr sz="850">
                <a:latin typeface="Arial"/>
                <a:cs typeface="Arial"/>
              </a:endParaRPr>
            </a:p>
            <a:p>
              <a:pPr marL="1039494">
                <a:lnSpc>
                  <a:spcPct val="100000"/>
                </a:lnSpc>
                <a:spcBef>
                  <a:spcPts val="5"/>
                </a:spcBef>
              </a:pPr>
              <a:r>
                <a:rPr sz="850" dirty="0">
                  <a:latin typeface="Arial"/>
                  <a:cs typeface="Arial"/>
                </a:rPr>
                <a:t>Multi-</a:t>
              </a:r>
              <a:r>
                <a:rPr sz="850" spc="-45" dirty="0">
                  <a:latin typeface="Arial"/>
                  <a:cs typeface="Arial"/>
                </a:rPr>
                <a:t>Head</a:t>
              </a:r>
              <a:r>
                <a:rPr sz="850" spc="70" dirty="0">
                  <a:latin typeface="Arial"/>
                  <a:cs typeface="Arial"/>
                </a:rPr>
                <a:t> </a:t>
              </a:r>
              <a:r>
                <a:rPr sz="850" spc="-10" dirty="0">
                  <a:latin typeface="Arial"/>
                  <a:cs typeface="Arial"/>
                </a:rPr>
                <a:t>Attention</a:t>
              </a:r>
              <a:endParaRPr sz="850">
                <a:latin typeface="Arial"/>
                <a:cs typeface="Arial"/>
              </a:endParaRPr>
            </a:p>
          </p:txBody>
        </p:sp>
        <p:grpSp>
          <p:nvGrpSpPr>
            <p:cNvPr id="138" name="object 138">
              <a:extLst>
                <a:ext uri="{FF2B5EF4-FFF2-40B4-BE49-F238E27FC236}">
                  <a16:creationId xmlns:a16="http://schemas.microsoft.com/office/drawing/2014/main" id="{56CE7624-1101-6E53-B2B4-710E51DA794C}"/>
                </a:ext>
              </a:extLst>
            </p:cNvPr>
            <p:cNvGrpSpPr/>
            <p:nvPr/>
          </p:nvGrpSpPr>
          <p:grpSpPr>
            <a:xfrm>
              <a:off x="3881936" y="1289689"/>
              <a:ext cx="1332230" cy="160655"/>
              <a:chOff x="3881936" y="1289689"/>
              <a:chExt cx="1332230" cy="160655"/>
            </a:xfrm>
          </p:grpSpPr>
          <p:sp>
            <p:nvSpPr>
              <p:cNvPr id="139" name="object 139">
                <a:extLst>
                  <a:ext uri="{FF2B5EF4-FFF2-40B4-BE49-F238E27FC236}">
                    <a16:creationId xmlns:a16="http://schemas.microsoft.com/office/drawing/2014/main" id="{018A34B9-A388-2828-AC8A-7A1BEAD54AE6}"/>
                  </a:ext>
                </a:extLst>
              </p:cNvPr>
              <p:cNvSpPr/>
              <p:nvPr/>
            </p:nvSpPr>
            <p:spPr>
              <a:xfrm>
                <a:off x="3886381" y="1294134"/>
                <a:ext cx="1323340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1323339" h="151765">
                    <a:moveTo>
                      <a:pt x="0" y="25232"/>
                    </a:moveTo>
                    <a:lnTo>
                      <a:pt x="1982" y="15411"/>
                    </a:lnTo>
                    <a:lnTo>
                      <a:pt x="7390" y="7390"/>
                    </a:lnTo>
                    <a:lnTo>
                      <a:pt x="15411" y="1982"/>
                    </a:lnTo>
                    <a:lnTo>
                      <a:pt x="25232" y="0"/>
                    </a:lnTo>
                    <a:lnTo>
                      <a:pt x="1298068" y="0"/>
                    </a:lnTo>
                    <a:lnTo>
                      <a:pt x="1307889" y="1982"/>
                    </a:lnTo>
                    <a:lnTo>
                      <a:pt x="1315910" y="7390"/>
                    </a:lnTo>
                    <a:lnTo>
                      <a:pt x="1321317" y="15411"/>
                    </a:lnTo>
                    <a:lnTo>
                      <a:pt x="1323300" y="25232"/>
                    </a:lnTo>
                    <a:lnTo>
                      <a:pt x="1323300" y="126144"/>
                    </a:lnTo>
                    <a:lnTo>
                      <a:pt x="1321317" y="135966"/>
                    </a:lnTo>
                    <a:lnTo>
                      <a:pt x="1315910" y="143986"/>
                    </a:lnTo>
                    <a:lnTo>
                      <a:pt x="1307889" y="149394"/>
                    </a:lnTo>
                    <a:lnTo>
                      <a:pt x="1298068" y="151377"/>
                    </a:lnTo>
                    <a:lnTo>
                      <a:pt x="25232" y="151377"/>
                    </a:lnTo>
                    <a:lnTo>
                      <a:pt x="15411" y="149394"/>
                    </a:lnTo>
                    <a:lnTo>
                      <a:pt x="7390" y="143986"/>
                    </a:lnTo>
                    <a:lnTo>
                      <a:pt x="1982" y="135966"/>
                    </a:lnTo>
                    <a:lnTo>
                      <a:pt x="0" y="126144"/>
                    </a:lnTo>
                    <a:lnTo>
                      <a:pt x="0" y="25232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0" name="object 140">
                <a:extLst>
                  <a:ext uri="{FF2B5EF4-FFF2-40B4-BE49-F238E27FC236}">
                    <a16:creationId xmlns:a16="http://schemas.microsoft.com/office/drawing/2014/main" id="{7BDA4EE1-1BEB-EE53-CFC4-98A3D53F787C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3913976" y="1315431"/>
                <a:ext cx="489446" cy="109987"/>
              </a:xfrm>
              <a:prstGeom prst="rect">
                <a:avLst/>
              </a:prstGeom>
            </p:spPr>
          </p:pic>
          <p:pic>
            <p:nvPicPr>
              <p:cNvPr id="141" name="object 141">
                <a:extLst>
                  <a:ext uri="{FF2B5EF4-FFF2-40B4-BE49-F238E27FC236}">
                    <a16:creationId xmlns:a16="http://schemas.microsoft.com/office/drawing/2014/main" id="{2E63AEF0-1E09-751E-8E43-F8C4A71D116E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4687328" y="1315431"/>
                <a:ext cx="237053" cy="109987"/>
              </a:xfrm>
              <a:prstGeom prst="rect">
                <a:avLst/>
              </a:prstGeom>
            </p:spPr>
          </p:pic>
          <p:pic>
            <p:nvPicPr>
              <p:cNvPr id="142" name="object 142">
                <a:extLst>
                  <a:ext uri="{FF2B5EF4-FFF2-40B4-BE49-F238E27FC236}">
                    <a16:creationId xmlns:a16="http://schemas.microsoft.com/office/drawing/2014/main" id="{8D9D8607-EC6E-AF0E-A29E-43E8B82DEF64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4944581" y="1315431"/>
                <a:ext cx="237054" cy="109987"/>
              </a:xfrm>
              <a:prstGeom prst="rect">
                <a:avLst/>
              </a:prstGeom>
            </p:spPr>
          </p:pic>
        </p:grp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05929F5B-B2B8-A168-C3E5-8999E95D4F8B}"/>
                </a:ext>
              </a:extLst>
            </p:cNvPr>
            <p:cNvSpPr txBox="1"/>
            <p:nvPr/>
          </p:nvSpPr>
          <p:spPr>
            <a:xfrm>
              <a:off x="4462948" y="1273169"/>
              <a:ext cx="176530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225" dirty="0">
                  <a:latin typeface="Arial"/>
                  <a:cs typeface="Arial"/>
                </a:rPr>
                <a:t>…</a:t>
              </a:r>
              <a:r>
                <a:rPr sz="700" spc="120" dirty="0">
                  <a:latin typeface="Arial"/>
                  <a:cs typeface="Arial"/>
                </a:rPr>
                <a:t> </a:t>
              </a:r>
              <a:r>
                <a:rPr sz="700" spc="-165" dirty="0">
                  <a:latin typeface="Arial"/>
                  <a:cs typeface="Arial"/>
                </a:rPr>
                <a:t>…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144" name="object 144">
              <a:extLst>
                <a:ext uri="{FF2B5EF4-FFF2-40B4-BE49-F238E27FC236}">
                  <a16:creationId xmlns:a16="http://schemas.microsoft.com/office/drawing/2014/main" id="{5CBD8042-4FAB-0A97-43AE-980969B415CB}"/>
                </a:ext>
              </a:extLst>
            </p:cNvPr>
            <p:cNvGrpSpPr/>
            <p:nvPr/>
          </p:nvGrpSpPr>
          <p:grpSpPr>
            <a:xfrm>
              <a:off x="3915405" y="2837759"/>
              <a:ext cx="1332230" cy="160655"/>
              <a:chOff x="3915405" y="2837759"/>
              <a:chExt cx="1332230" cy="160655"/>
            </a:xfrm>
          </p:grpSpPr>
          <p:sp>
            <p:nvSpPr>
              <p:cNvPr id="145" name="object 145">
                <a:extLst>
                  <a:ext uri="{FF2B5EF4-FFF2-40B4-BE49-F238E27FC236}">
                    <a16:creationId xmlns:a16="http://schemas.microsoft.com/office/drawing/2014/main" id="{F70E0DC0-1EE9-D6FE-6652-E4B843342D94}"/>
                  </a:ext>
                </a:extLst>
              </p:cNvPr>
              <p:cNvSpPr/>
              <p:nvPr/>
            </p:nvSpPr>
            <p:spPr>
              <a:xfrm>
                <a:off x="3919850" y="2842204"/>
                <a:ext cx="1323340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1323339" h="151764">
                    <a:moveTo>
                      <a:pt x="0" y="25232"/>
                    </a:moveTo>
                    <a:lnTo>
                      <a:pt x="1982" y="15411"/>
                    </a:lnTo>
                    <a:lnTo>
                      <a:pt x="7390" y="7390"/>
                    </a:lnTo>
                    <a:lnTo>
                      <a:pt x="15411" y="1982"/>
                    </a:lnTo>
                    <a:lnTo>
                      <a:pt x="25232" y="0"/>
                    </a:lnTo>
                    <a:lnTo>
                      <a:pt x="1298068" y="0"/>
                    </a:lnTo>
                    <a:lnTo>
                      <a:pt x="1307889" y="1982"/>
                    </a:lnTo>
                    <a:lnTo>
                      <a:pt x="1315910" y="7390"/>
                    </a:lnTo>
                    <a:lnTo>
                      <a:pt x="1321317" y="15411"/>
                    </a:lnTo>
                    <a:lnTo>
                      <a:pt x="1323300" y="25232"/>
                    </a:lnTo>
                    <a:lnTo>
                      <a:pt x="1323300" y="126144"/>
                    </a:lnTo>
                    <a:lnTo>
                      <a:pt x="1321317" y="135966"/>
                    </a:lnTo>
                    <a:lnTo>
                      <a:pt x="1315910" y="143986"/>
                    </a:lnTo>
                    <a:lnTo>
                      <a:pt x="1307889" y="149394"/>
                    </a:lnTo>
                    <a:lnTo>
                      <a:pt x="1298068" y="151377"/>
                    </a:lnTo>
                    <a:lnTo>
                      <a:pt x="25232" y="151377"/>
                    </a:lnTo>
                    <a:lnTo>
                      <a:pt x="15411" y="149394"/>
                    </a:lnTo>
                    <a:lnTo>
                      <a:pt x="7390" y="143986"/>
                    </a:lnTo>
                    <a:lnTo>
                      <a:pt x="1982" y="135966"/>
                    </a:lnTo>
                    <a:lnTo>
                      <a:pt x="0" y="126144"/>
                    </a:lnTo>
                    <a:lnTo>
                      <a:pt x="0" y="25232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46" name="object 146">
                <a:extLst>
                  <a:ext uri="{FF2B5EF4-FFF2-40B4-BE49-F238E27FC236}">
                    <a16:creationId xmlns:a16="http://schemas.microsoft.com/office/drawing/2014/main" id="{2B5E00D8-4BF5-B5F1-BD8F-3A5FFEA0C367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3948572" y="2863500"/>
                <a:ext cx="489446" cy="109988"/>
              </a:xfrm>
              <a:prstGeom prst="rect">
                <a:avLst/>
              </a:prstGeom>
            </p:spPr>
          </p:pic>
          <p:pic>
            <p:nvPicPr>
              <p:cNvPr id="147" name="object 147">
                <a:extLst>
                  <a:ext uri="{FF2B5EF4-FFF2-40B4-BE49-F238E27FC236}">
                    <a16:creationId xmlns:a16="http://schemas.microsoft.com/office/drawing/2014/main" id="{88C04542-546A-88BB-D9DD-8C49B89458AA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4721922" y="2863500"/>
                <a:ext cx="237054" cy="109988"/>
              </a:xfrm>
              <a:prstGeom prst="rect">
                <a:avLst/>
              </a:prstGeom>
            </p:spPr>
          </p:pic>
          <p:pic>
            <p:nvPicPr>
              <p:cNvPr id="148" name="object 148">
                <a:extLst>
                  <a:ext uri="{FF2B5EF4-FFF2-40B4-BE49-F238E27FC236}">
                    <a16:creationId xmlns:a16="http://schemas.microsoft.com/office/drawing/2014/main" id="{AB0BFEDC-FCDA-EFBE-0EA2-5C41DD1ECE67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4979176" y="2863500"/>
                <a:ext cx="237053" cy="109988"/>
              </a:xfrm>
              <a:prstGeom prst="rect">
                <a:avLst/>
              </a:prstGeom>
            </p:spPr>
          </p:pic>
        </p:grp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D7EE4957-1ACE-B726-8DB3-3238B2B417EF}"/>
                </a:ext>
              </a:extLst>
            </p:cNvPr>
            <p:cNvSpPr txBox="1"/>
            <p:nvPr/>
          </p:nvSpPr>
          <p:spPr>
            <a:xfrm>
              <a:off x="4497542" y="2821238"/>
              <a:ext cx="176530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225" dirty="0">
                  <a:latin typeface="Arial"/>
                  <a:cs typeface="Arial"/>
                </a:rPr>
                <a:t>…</a:t>
              </a:r>
              <a:r>
                <a:rPr sz="700" spc="120" dirty="0">
                  <a:latin typeface="Arial"/>
                  <a:cs typeface="Arial"/>
                </a:rPr>
                <a:t> </a:t>
              </a:r>
              <a:r>
                <a:rPr sz="700" spc="-165" dirty="0">
                  <a:latin typeface="Arial"/>
                  <a:cs typeface="Arial"/>
                </a:rPr>
                <a:t>…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150" name="object 150">
              <a:extLst>
                <a:ext uri="{FF2B5EF4-FFF2-40B4-BE49-F238E27FC236}">
                  <a16:creationId xmlns:a16="http://schemas.microsoft.com/office/drawing/2014/main" id="{68873029-D09E-EC07-E94A-49CC408A0784}"/>
                </a:ext>
              </a:extLst>
            </p:cNvPr>
            <p:cNvGrpSpPr/>
            <p:nvPr/>
          </p:nvGrpSpPr>
          <p:grpSpPr>
            <a:xfrm>
              <a:off x="4262693" y="5431350"/>
              <a:ext cx="1332230" cy="160655"/>
              <a:chOff x="4262693" y="5431350"/>
              <a:chExt cx="1332230" cy="160655"/>
            </a:xfrm>
          </p:grpSpPr>
          <p:sp>
            <p:nvSpPr>
              <p:cNvPr id="151" name="object 151">
                <a:extLst>
                  <a:ext uri="{FF2B5EF4-FFF2-40B4-BE49-F238E27FC236}">
                    <a16:creationId xmlns:a16="http://schemas.microsoft.com/office/drawing/2014/main" id="{CEC691EF-BCAA-27C4-DB9C-2F41727F2E5D}"/>
                  </a:ext>
                </a:extLst>
              </p:cNvPr>
              <p:cNvSpPr/>
              <p:nvPr/>
            </p:nvSpPr>
            <p:spPr>
              <a:xfrm>
                <a:off x="4267138" y="5435795"/>
                <a:ext cx="1323340" cy="151765"/>
              </a:xfrm>
              <a:custGeom>
                <a:avLst/>
                <a:gdLst/>
                <a:ahLst/>
                <a:cxnLst/>
                <a:rect l="l" t="t" r="r" b="b"/>
                <a:pathLst>
                  <a:path w="1323339" h="151764">
                    <a:moveTo>
                      <a:pt x="0" y="25232"/>
                    </a:moveTo>
                    <a:lnTo>
                      <a:pt x="1982" y="15411"/>
                    </a:lnTo>
                    <a:lnTo>
                      <a:pt x="7390" y="7390"/>
                    </a:lnTo>
                    <a:lnTo>
                      <a:pt x="15411" y="1982"/>
                    </a:lnTo>
                    <a:lnTo>
                      <a:pt x="25232" y="0"/>
                    </a:lnTo>
                    <a:lnTo>
                      <a:pt x="1298068" y="0"/>
                    </a:lnTo>
                    <a:lnTo>
                      <a:pt x="1307889" y="1982"/>
                    </a:lnTo>
                    <a:lnTo>
                      <a:pt x="1315910" y="7390"/>
                    </a:lnTo>
                    <a:lnTo>
                      <a:pt x="1321317" y="15411"/>
                    </a:lnTo>
                    <a:lnTo>
                      <a:pt x="1323300" y="25232"/>
                    </a:lnTo>
                    <a:lnTo>
                      <a:pt x="1323300" y="126144"/>
                    </a:lnTo>
                    <a:lnTo>
                      <a:pt x="1321317" y="135966"/>
                    </a:lnTo>
                    <a:lnTo>
                      <a:pt x="1315910" y="143986"/>
                    </a:lnTo>
                    <a:lnTo>
                      <a:pt x="1307889" y="149394"/>
                    </a:lnTo>
                    <a:lnTo>
                      <a:pt x="1298068" y="151377"/>
                    </a:lnTo>
                    <a:lnTo>
                      <a:pt x="25232" y="151377"/>
                    </a:lnTo>
                    <a:lnTo>
                      <a:pt x="15411" y="149394"/>
                    </a:lnTo>
                    <a:lnTo>
                      <a:pt x="7390" y="143986"/>
                    </a:lnTo>
                    <a:lnTo>
                      <a:pt x="1982" y="135966"/>
                    </a:lnTo>
                    <a:lnTo>
                      <a:pt x="0" y="126144"/>
                    </a:lnTo>
                    <a:lnTo>
                      <a:pt x="0" y="25232"/>
                    </a:lnTo>
                    <a:close/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2" name="object 152">
                <a:extLst>
                  <a:ext uri="{FF2B5EF4-FFF2-40B4-BE49-F238E27FC236}">
                    <a16:creationId xmlns:a16="http://schemas.microsoft.com/office/drawing/2014/main" id="{D34B243D-77B2-5B21-E195-17D5A6F054F1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4294733" y="5457091"/>
                <a:ext cx="489446" cy="109987"/>
              </a:xfrm>
              <a:prstGeom prst="rect">
                <a:avLst/>
              </a:prstGeom>
            </p:spPr>
          </p:pic>
          <p:pic>
            <p:nvPicPr>
              <p:cNvPr id="153" name="object 153">
                <a:extLst>
                  <a:ext uri="{FF2B5EF4-FFF2-40B4-BE49-F238E27FC236}">
                    <a16:creationId xmlns:a16="http://schemas.microsoft.com/office/drawing/2014/main" id="{5B357A7A-BB29-FB42-4571-70BB21522497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5068084" y="5457091"/>
                <a:ext cx="237054" cy="109987"/>
              </a:xfrm>
              <a:prstGeom prst="rect">
                <a:avLst/>
              </a:prstGeom>
            </p:spPr>
          </p:pic>
          <p:pic>
            <p:nvPicPr>
              <p:cNvPr id="154" name="object 154">
                <a:extLst>
                  <a:ext uri="{FF2B5EF4-FFF2-40B4-BE49-F238E27FC236}">
                    <a16:creationId xmlns:a16="http://schemas.microsoft.com/office/drawing/2014/main" id="{792CE496-184A-51B5-E8F9-E6B897BC6CB9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5325338" y="5457091"/>
                <a:ext cx="237053" cy="109987"/>
              </a:xfrm>
              <a:prstGeom prst="rect">
                <a:avLst/>
              </a:prstGeom>
            </p:spPr>
          </p:pic>
        </p:grp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1985A967-4572-F950-B5FB-AB5EC54119CD}"/>
                </a:ext>
              </a:extLst>
            </p:cNvPr>
            <p:cNvSpPr txBox="1"/>
            <p:nvPr/>
          </p:nvSpPr>
          <p:spPr>
            <a:xfrm>
              <a:off x="4843705" y="5414829"/>
              <a:ext cx="176530" cy="1333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700" spc="-225" dirty="0">
                  <a:latin typeface="Arial"/>
                  <a:cs typeface="Arial"/>
                </a:rPr>
                <a:t>…</a:t>
              </a:r>
              <a:r>
                <a:rPr sz="700" spc="120" dirty="0">
                  <a:latin typeface="Arial"/>
                  <a:cs typeface="Arial"/>
                </a:rPr>
                <a:t> </a:t>
              </a:r>
              <a:r>
                <a:rPr sz="700" spc="-165" dirty="0">
                  <a:latin typeface="Arial"/>
                  <a:cs typeface="Arial"/>
                </a:rPr>
                <a:t>…</a:t>
              </a:r>
              <a:endParaRPr sz="700">
                <a:latin typeface="Arial"/>
                <a:cs typeface="Arial"/>
              </a:endParaRPr>
            </a:p>
          </p:txBody>
        </p:sp>
        <p:grpSp>
          <p:nvGrpSpPr>
            <p:cNvPr id="156" name="object 156">
              <a:extLst>
                <a:ext uri="{FF2B5EF4-FFF2-40B4-BE49-F238E27FC236}">
                  <a16:creationId xmlns:a16="http://schemas.microsoft.com/office/drawing/2014/main" id="{64D5F86A-0EC1-8461-4BED-72CD2815358C}"/>
                </a:ext>
              </a:extLst>
            </p:cNvPr>
            <p:cNvGrpSpPr/>
            <p:nvPr/>
          </p:nvGrpSpPr>
          <p:grpSpPr>
            <a:xfrm>
              <a:off x="4912187" y="4749282"/>
              <a:ext cx="34290" cy="690880"/>
              <a:chOff x="4912187" y="4749282"/>
              <a:chExt cx="34290" cy="690880"/>
            </a:xfrm>
          </p:grpSpPr>
          <p:sp>
            <p:nvSpPr>
              <p:cNvPr id="157" name="object 157">
                <a:extLst>
                  <a:ext uri="{FF2B5EF4-FFF2-40B4-BE49-F238E27FC236}">
                    <a16:creationId xmlns:a16="http://schemas.microsoft.com/office/drawing/2014/main" id="{46C2A03A-A19B-342F-C994-2E750E2A625A}"/>
                  </a:ext>
                </a:extLst>
              </p:cNvPr>
              <p:cNvSpPr/>
              <p:nvPr/>
            </p:nvSpPr>
            <p:spPr>
              <a:xfrm>
                <a:off x="4928787" y="4777457"/>
                <a:ext cx="635" cy="65849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58495">
                    <a:moveTo>
                      <a:pt x="0" y="658339"/>
                    </a:moveTo>
                    <a:lnTo>
                      <a:pt x="304" y="0"/>
                    </a:lnTo>
                  </a:path>
                </a:pathLst>
              </a:custGeom>
              <a:ln w="84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8" name="object 158">
                <a:extLst>
                  <a:ext uri="{FF2B5EF4-FFF2-40B4-BE49-F238E27FC236}">
                    <a16:creationId xmlns:a16="http://schemas.microsoft.com/office/drawing/2014/main" id="{7F46A8A6-D1E2-D238-6BD2-6EFA69931532}"/>
                  </a:ext>
                </a:extLst>
              </p:cNvPr>
              <p:cNvSpPr/>
              <p:nvPr/>
            </p:nvSpPr>
            <p:spPr>
              <a:xfrm>
                <a:off x="4912187" y="4749282"/>
                <a:ext cx="34290" cy="34290"/>
              </a:xfrm>
              <a:custGeom>
                <a:avLst/>
                <a:gdLst/>
                <a:ahLst/>
                <a:cxnLst/>
                <a:rect l="l" t="t" r="r" b="b"/>
                <a:pathLst>
                  <a:path w="34289" h="34289">
                    <a:moveTo>
                      <a:pt x="16921" y="0"/>
                    </a:moveTo>
                    <a:lnTo>
                      <a:pt x="0" y="33797"/>
                    </a:lnTo>
                    <a:lnTo>
                      <a:pt x="33808" y="33814"/>
                    </a:lnTo>
                    <a:lnTo>
                      <a:pt x="1692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C56BA730-2255-6EC1-D906-EA3B766EECDA}"/>
                </a:ext>
              </a:extLst>
            </p:cNvPr>
            <p:cNvSpPr txBox="1"/>
            <p:nvPr/>
          </p:nvSpPr>
          <p:spPr>
            <a:xfrm>
              <a:off x="4699420" y="4602661"/>
              <a:ext cx="212090" cy="396875"/>
            </a:xfrm>
            <a:prstGeom prst="rect">
              <a:avLst/>
            </a:prstGeom>
          </p:spPr>
          <p:txBody>
            <a:bodyPr vert="horz" wrap="square" lIns="0" tIns="39370" rIns="0" bIns="0" rtlCol="0">
              <a:spAutoFit/>
            </a:bodyPr>
            <a:lstStyle/>
            <a:p>
              <a:pPr marR="5080" algn="ctr">
                <a:lnSpc>
                  <a:spcPct val="100000"/>
                </a:lnSpc>
                <a:spcBef>
                  <a:spcPts val="310"/>
                </a:spcBef>
              </a:pPr>
              <a:r>
                <a:rPr sz="650" spc="-25" dirty="0">
                  <a:latin typeface="Apple Symbols"/>
                  <a:cs typeface="Apple Symbols"/>
                </a:rPr>
                <a:t>𝑡𝑡</a:t>
              </a:r>
              <a:endParaRPr sz="650">
                <a:latin typeface="Apple Symbols"/>
                <a:cs typeface="Apple Symbols"/>
              </a:endParaRPr>
            </a:p>
            <a:p>
              <a:pPr marR="5080" algn="ctr">
                <a:lnSpc>
                  <a:spcPct val="101400"/>
                </a:lnSpc>
                <a:spcBef>
                  <a:spcPts val="229"/>
                </a:spcBef>
              </a:pPr>
              <a:r>
                <a:rPr sz="700" i="1" spc="-35" dirty="0">
                  <a:latin typeface="Arial"/>
                  <a:cs typeface="Arial"/>
                </a:rPr>
                <a:t>apply</a:t>
              </a:r>
              <a:r>
                <a:rPr sz="700" i="1" spc="500" dirty="0">
                  <a:latin typeface="Arial"/>
                  <a:cs typeface="Arial"/>
                </a:rPr>
                <a:t> </a:t>
              </a:r>
              <a:r>
                <a:rPr sz="700" i="1" spc="-75" dirty="0">
                  <a:latin typeface="Arial"/>
                  <a:cs typeface="Arial"/>
                </a:rPr>
                <a:t>RoPE</a:t>
              </a:r>
              <a:endParaRPr sz="700">
                <a:latin typeface="Arial"/>
                <a:cs typeface="Arial"/>
              </a:endParaRPr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41FAF162-A481-58B9-D636-F937A2BA4F86}"/>
                </a:ext>
              </a:extLst>
            </p:cNvPr>
            <p:cNvSpPr txBox="1"/>
            <p:nvPr/>
          </p:nvSpPr>
          <p:spPr>
            <a:xfrm>
              <a:off x="4310651" y="4762434"/>
              <a:ext cx="212090" cy="24193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R="5080">
                <a:lnSpc>
                  <a:spcPct val="101400"/>
                </a:lnSpc>
                <a:spcBef>
                  <a:spcPts val="95"/>
                </a:spcBef>
              </a:pPr>
              <a:r>
                <a:rPr sz="700" i="1" spc="-35" dirty="0">
                  <a:latin typeface="Arial"/>
                  <a:cs typeface="Arial"/>
                </a:rPr>
                <a:t>apply</a:t>
              </a:r>
              <a:r>
                <a:rPr sz="700" i="1" spc="500" dirty="0">
                  <a:latin typeface="Arial"/>
                  <a:cs typeface="Arial"/>
                </a:rPr>
                <a:t> </a:t>
              </a:r>
              <a:r>
                <a:rPr sz="700" i="1" spc="-80" dirty="0">
                  <a:latin typeface="Arial"/>
                  <a:cs typeface="Arial"/>
                </a:rPr>
                <a:t>RoPE</a:t>
              </a:r>
              <a:endParaRPr sz="7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41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EB44-FD46-F509-BAE3-B1B18EB0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718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E57F-2428-10B9-5AE5-F29D5A8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F310B4-B4CF-6E20-B4C3-D24B7EBA4782}"/>
              </a:ext>
            </a:extLst>
          </p:cNvPr>
          <p:cNvSpPr txBox="1"/>
          <p:nvPr/>
        </p:nvSpPr>
        <p:spPr>
          <a:xfrm>
            <a:off x="4062603" y="237067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一些主要的</a:t>
            </a:r>
            <a:r>
              <a:rPr kumimoji="1" lang="en-US" altLang="zh-CN" dirty="0"/>
              <a:t>AI</a:t>
            </a:r>
            <a:r>
              <a:rPr kumimoji="1" lang="zh-CN" altLang="en-US" dirty="0"/>
              <a:t>产品结构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62DAD97-55D5-DBD8-106D-F9F19D7FAD91}"/>
              </a:ext>
            </a:extLst>
          </p:cNvPr>
          <p:cNvGrpSpPr/>
          <p:nvPr/>
        </p:nvGrpSpPr>
        <p:grpSpPr>
          <a:xfrm>
            <a:off x="6000045" y="1298222"/>
            <a:ext cx="5819423" cy="4846976"/>
            <a:chOff x="6000045" y="1298222"/>
            <a:chExt cx="5819423" cy="4846976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4531710-492A-05B5-177C-6B96DBBE1B22}"/>
                </a:ext>
              </a:extLst>
            </p:cNvPr>
            <p:cNvGrpSpPr/>
            <p:nvPr/>
          </p:nvGrpSpPr>
          <p:grpSpPr>
            <a:xfrm>
              <a:off x="6000045" y="1298222"/>
              <a:ext cx="5819423" cy="3539067"/>
              <a:chOff x="6000045" y="1298222"/>
              <a:chExt cx="5819423" cy="3539067"/>
            </a:xfrm>
          </p:grpSpPr>
          <p:sp>
            <p:nvSpPr>
              <p:cNvPr id="7" name="圆角矩形 6">
                <a:extLst>
                  <a:ext uri="{FF2B5EF4-FFF2-40B4-BE49-F238E27FC236}">
                    <a16:creationId xmlns:a16="http://schemas.microsoft.com/office/drawing/2014/main" id="{46C94158-B28B-A0DC-2088-3AA260B5F1ED}"/>
                  </a:ext>
                </a:extLst>
              </p:cNvPr>
              <p:cNvSpPr/>
              <p:nvPr/>
            </p:nvSpPr>
            <p:spPr>
              <a:xfrm>
                <a:off x="6000045" y="1298222"/>
                <a:ext cx="1806223" cy="643467"/>
              </a:xfrm>
              <a:prstGeom prst="roundRect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用户</a:t>
                </a:r>
              </a:p>
            </p:txBody>
          </p:sp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C802806C-CDF0-F0D8-3140-D69987581C71}"/>
                  </a:ext>
                </a:extLst>
              </p:cNvPr>
              <p:cNvSpPr/>
              <p:nvPr/>
            </p:nvSpPr>
            <p:spPr>
              <a:xfrm>
                <a:off x="6000045" y="2263422"/>
                <a:ext cx="1806223" cy="643467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用户端</a:t>
                </a:r>
              </a:p>
            </p:txBody>
          </p:sp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DAB69863-C6F4-84E5-9FA2-1DC754299151}"/>
                  </a:ext>
                </a:extLst>
              </p:cNvPr>
              <p:cNvSpPr/>
              <p:nvPr/>
            </p:nvSpPr>
            <p:spPr>
              <a:xfrm>
                <a:off x="6000045" y="3228622"/>
                <a:ext cx="1806223" cy="643467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专家端</a:t>
                </a:r>
              </a:p>
            </p:txBody>
          </p:sp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424E3EB8-7880-4929-1873-9E0B1E3AD579}"/>
                  </a:ext>
                </a:extLst>
              </p:cNvPr>
              <p:cNvSpPr/>
              <p:nvPr/>
            </p:nvSpPr>
            <p:spPr>
              <a:xfrm>
                <a:off x="6000045" y="4193822"/>
                <a:ext cx="1806223" cy="643467"/>
              </a:xfrm>
              <a:prstGeom prst="roundRect">
                <a:avLst/>
              </a:prstGeom>
              <a:solidFill>
                <a:schemeClr val="accent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专家</a:t>
                </a:r>
              </a:p>
            </p:txBody>
          </p:sp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2490ACB9-AE09-9245-12A1-2ED756415A1B}"/>
                  </a:ext>
                </a:extLst>
              </p:cNvPr>
              <p:cNvSpPr/>
              <p:nvPr/>
            </p:nvSpPr>
            <p:spPr>
              <a:xfrm>
                <a:off x="8249355" y="1941689"/>
                <a:ext cx="1806223" cy="216746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后端系统</a:t>
                </a:r>
                <a:endParaRPr kumimoji="1" lang="en-US" altLang="zh-CN" dirty="0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5CBE5785-3765-015C-A238-BE8B8C1FB3B6}"/>
                  </a:ext>
                </a:extLst>
              </p:cNvPr>
              <p:cNvSpPr/>
              <p:nvPr/>
            </p:nvSpPr>
            <p:spPr>
              <a:xfrm>
                <a:off x="10498668" y="2336801"/>
                <a:ext cx="1320800" cy="13208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Agent</a:t>
                </a:r>
                <a:endParaRPr kumimoji="1" lang="zh-CN" altLang="en-US" dirty="0"/>
              </a:p>
            </p:txBody>
          </p:sp>
          <p:cxnSp>
            <p:nvCxnSpPr>
              <p:cNvPr id="15" name="直线箭头连接符 14">
                <a:extLst>
                  <a:ext uri="{FF2B5EF4-FFF2-40B4-BE49-F238E27FC236}">
                    <a16:creationId xmlns:a16="http://schemas.microsoft.com/office/drawing/2014/main" id="{72A6647F-0EAA-8BA4-19F3-69E5E7FA8A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03683" y="1941689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箭头连接符 15">
                <a:extLst>
                  <a:ext uri="{FF2B5EF4-FFF2-40B4-BE49-F238E27FC236}">
                    <a16:creationId xmlns:a16="http://schemas.microsoft.com/office/drawing/2014/main" id="{B6B6AA0E-3936-4744-FC26-B74CC26CA7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18927" y="1941689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线箭头连接符 19">
                <a:extLst>
                  <a:ext uri="{FF2B5EF4-FFF2-40B4-BE49-F238E27FC236}">
                    <a16:creationId xmlns:a16="http://schemas.microsoft.com/office/drawing/2014/main" id="{0D4CD039-8828-2524-EB89-8AF2408D34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14654" y="3798710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线箭头连接符 20">
                <a:extLst>
                  <a:ext uri="{FF2B5EF4-FFF2-40B4-BE49-F238E27FC236}">
                    <a16:creationId xmlns:a16="http://schemas.microsoft.com/office/drawing/2014/main" id="{F1917FF0-5D5B-C755-6E1C-B0F009CF89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29898" y="3798710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线箭头连接符 24">
                <a:extLst>
                  <a:ext uri="{FF2B5EF4-FFF2-40B4-BE49-F238E27FC236}">
                    <a16:creationId xmlns:a16="http://schemas.microsoft.com/office/drawing/2014/main" id="{67D4BFC0-2684-7236-2705-A7A63EC9E885}"/>
                  </a:ext>
                </a:extLst>
              </p:cNvPr>
              <p:cNvCxnSpPr/>
              <p:nvPr/>
            </p:nvCxnSpPr>
            <p:spPr>
              <a:xfrm>
                <a:off x="7806268" y="2460978"/>
                <a:ext cx="44308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线箭头连接符 25">
                <a:extLst>
                  <a:ext uri="{FF2B5EF4-FFF2-40B4-BE49-F238E27FC236}">
                    <a16:creationId xmlns:a16="http://schemas.microsoft.com/office/drawing/2014/main" id="{78868512-17FD-BCDE-4F0E-CB992F4F9C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62522" y="2748845"/>
                <a:ext cx="53057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线箭头连接符 27">
                <a:extLst>
                  <a:ext uri="{FF2B5EF4-FFF2-40B4-BE49-F238E27FC236}">
                    <a16:creationId xmlns:a16="http://schemas.microsoft.com/office/drawing/2014/main" id="{EFEEC400-43F2-D71C-2301-85FD60B77E1D}"/>
                  </a:ext>
                </a:extLst>
              </p:cNvPr>
              <p:cNvCxnSpPr/>
              <p:nvPr/>
            </p:nvCxnSpPr>
            <p:spPr>
              <a:xfrm>
                <a:off x="7806268" y="3369734"/>
                <a:ext cx="44308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箭头连接符 28">
                <a:extLst>
                  <a:ext uri="{FF2B5EF4-FFF2-40B4-BE49-F238E27FC236}">
                    <a16:creationId xmlns:a16="http://schemas.microsoft.com/office/drawing/2014/main" id="{77FA8CAA-D0CA-6C2E-F422-5AC69C3233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62522" y="3657601"/>
                <a:ext cx="53057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箭头连接符 29">
                <a:extLst>
                  <a:ext uri="{FF2B5EF4-FFF2-40B4-BE49-F238E27FC236}">
                    <a16:creationId xmlns:a16="http://schemas.microsoft.com/office/drawing/2014/main" id="{7037D0F9-E448-0528-0497-A49543F1CBF2}"/>
                  </a:ext>
                </a:extLst>
              </p:cNvPr>
              <p:cNvCxnSpPr/>
              <p:nvPr/>
            </p:nvCxnSpPr>
            <p:spPr>
              <a:xfrm>
                <a:off x="10099325" y="2912534"/>
                <a:ext cx="44308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线箭头连接符 30">
                <a:extLst>
                  <a:ext uri="{FF2B5EF4-FFF2-40B4-BE49-F238E27FC236}">
                    <a16:creationId xmlns:a16="http://schemas.microsoft.com/office/drawing/2014/main" id="{237E6CF6-E634-1BB4-150F-6324F4301A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55579" y="3200401"/>
                <a:ext cx="53057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8561770-41D8-7768-1729-4FFEF5A2E6CA}"/>
                </a:ext>
              </a:extLst>
            </p:cNvPr>
            <p:cNvSpPr txBox="1"/>
            <p:nvPr/>
          </p:nvSpPr>
          <p:spPr>
            <a:xfrm>
              <a:off x="8249356" y="577586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感知启动架构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93E2570-11FB-E5B0-3FF9-5C844B71D19A}"/>
              </a:ext>
            </a:extLst>
          </p:cNvPr>
          <p:cNvGrpSpPr/>
          <p:nvPr/>
        </p:nvGrpSpPr>
        <p:grpSpPr>
          <a:xfrm>
            <a:off x="699911" y="1298222"/>
            <a:ext cx="3658376" cy="4114800"/>
            <a:chOff x="699911" y="1298222"/>
            <a:chExt cx="3658376" cy="4114800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74402A1-EE53-0036-3107-305A6AEC1D7A}"/>
                </a:ext>
              </a:extLst>
            </p:cNvPr>
            <p:cNvGrpSpPr/>
            <p:nvPr/>
          </p:nvGrpSpPr>
          <p:grpSpPr>
            <a:xfrm>
              <a:off x="699911" y="1298222"/>
              <a:ext cx="3658376" cy="3539067"/>
              <a:chOff x="699911" y="1298222"/>
              <a:chExt cx="3658376" cy="3539067"/>
            </a:xfrm>
          </p:grpSpPr>
          <p:sp>
            <p:nvSpPr>
              <p:cNvPr id="3" name="圆角矩形 2">
                <a:extLst>
                  <a:ext uri="{FF2B5EF4-FFF2-40B4-BE49-F238E27FC236}">
                    <a16:creationId xmlns:a16="http://schemas.microsoft.com/office/drawing/2014/main" id="{F47AB8BD-1D31-8CFF-31E8-4C383C8FA4A2}"/>
                  </a:ext>
                </a:extLst>
              </p:cNvPr>
              <p:cNvSpPr/>
              <p:nvPr/>
            </p:nvSpPr>
            <p:spPr>
              <a:xfrm>
                <a:off x="699911" y="1298222"/>
                <a:ext cx="1806223" cy="643467"/>
              </a:xfrm>
              <a:prstGeom prst="roundRect">
                <a:avLst/>
              </a:prstGeom>
              <a:solidFill>
                <a:srgbClr val="1A6A24"/>
              </a:solidFill>
              <a:ln>
                <a:solidFill>
                  <a:srgbClr val="1A6A2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用户请求</a:t>
                </a:r>
              </a:p>
            </p:txBody>
          </p:sp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A5D49870-3986-F984-3B6D-69E7E26D2E0B}"/>
                  </a:ext>
                </a:extLst>
              </p:cNvPr>
              <p:cNvSpPr/>
              <p:nvPr/>
            </p:nvSpPr>
            <p:spPr>
              <a:xfrm>
                <a:off x="699911" y="2263422"/>
                <a:ext cx="1806223" cy="643467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前端</a:t>
                </a:r>
              </a:p>
            </p:txBody>
          </p:sp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1C1A7CF9-0C1E-57CF-09DA-421E95F0A3D1}"/>
                  </a:ext>
                </a:extLst>
              </p:cNvPr>
              <p:cNvSpPr/>
              <p:nvPr/>
            </p:nvSpPr>
            <p:spPr>
              <a:xfrm>
                <a:off x="699911" y="3228622"/>
                <a:ext cx="1806223" cy="643467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后端</a:t>
                </a:r>
              </a:p>
            </p:txBody>
          </p:sp>
          <p:sp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ACB581C2-EF2B-9064-3776-DD01C0982901}"/>
                  </a:ext>
                </a:extLst>
              </p:cNvPr>
              <p:cNvSpPr/>
              <p:nvPr/>
            </p:nvSpPr>
            <p:spPr>
              <a:xfrm>
                <a:off x="699911" y="4193822"/>
                <a:ext cx="1806223" cy="6434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/>
                  <a:t>数据库</a:t>
                </a: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2454477A-8174-AB53-14DE-520F2771DF29}"/>
                  </a:ext>
                </a:extLst>
              </p:cNvPr>
              <p:cNvSpPr/>
              <p:nvPr/>
            </p:nvSpPr>
            <p:spPr>
              <a:xfrm>
                <a:off x="3037487" y="2889955"/>
                <a:ext cx="1320800" cy="13208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/>
                  <a:t>Agent</a:t>
                </a:r>
                <a:endParaRPr kumimoji="1" lang="zh-CN" altLang="en-US" dirty="0"/>
              </a:p>
            </p:txBody>
          </p:sp>
          <p:cxnSp>
            <p:nvCxnSpPr>
              <p:cNvPr id="36" name="直线箭头连接符 35">
                <a:extLst>
                  <a:ext uri="{FF2B5EF4-FFF2-40B4-BE49-F238E27FC236}">
                    <a16:creationId xmlns:a16="http://schemas.microsoft.com/office/drawing/2014/main" id="{3437D153-7C68-8E63-46C3-4F44F1693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4838" y="1941689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线箭头连接符 36">
                <a:extLst>
                  <a:ext uri="{FF2B5EF4-FFF2-40B4-BE49-F238E27FC236}">
                    <a16:creationId xmlns:a16="http://schemas.microsoft.com/office/drawing/2014/main" id="{7CAC4E9B-CFBB-7E19-4CA2-04278BDCF7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0082" y="1941689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线箭头连接符 37">
                <a:extLst>
                  <a:ext uri="{FF2B5EF4-FFF2-40B4-BE49-F238E27FC236}">
                    <a16:creationId xmlns:a16="http://schemas.microsoft.com/office/drawing/2014/main" id="{AD3ACF10-1634-8D36-BF9A-C05336F53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4838" y="2889955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箭头连接符 38">
                <a:extLst>
                  <a:ext uri="{FF2B5EF4-FFF2-40B4-BE49-F238E27FC236}">
                    <a16:creationId xmlns:a16="http://schemas.microsoft.com/office/drawing/2014/main" id="{3247CFE0-E633-B91F-95EE-20B1B94819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0082" y="2889955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箭头连接符 39">
                <a:extLst>
                  <a:ext uri="{FF2B5EF4-FFF2-40B4-BE49-F238E27FC236}">
                    <a16:creationId xmlns:a16="http://schemas.microsoft.com/office/drawing/2014/main" id="{3437D153-7C68-8E63-46C3-4F44F1693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9364" y="3872089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箭头连接符 40">
                <a:extLst>
                  <a:ext uri="{FF2B5EF4-FFF2-40B4-BE49-F238E27FC236}">
                    <a16:creationId xmlns:a16="http://schemas.microsoft.com/office/drawing/2014/main" id="{7CAC4E9B-CFBB-7E19-4CA2-04278BDCF7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4608" y="3872089"/>
                <a:ext cx="0" cy="395112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线箭头连接符 41">
                <a:extLst>
                  <a:ext uri="{FF2B5EF4-FFF2-40B4-BE49-F238E27FC236}">
                    <a16:creationId xmlns:a16="http://schemas.microsoft.com/office/drawing/2014/main" id="{67E5D77B-30D7-47BA-C18F-527500445FD4}"/>
                  </a:ext>
                </a:extLst>
              </p:cNvPr>
              <p:cNvCxnSpPr/>
              <p:nvPr/>
            </p:nvCxnSpPr>
            <p:spPr>
              <a:xfrm>
                <a:off x="2550654" y="3476977"/>
                <a:ext cx="44308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线箭头连接符 42">
                <a:extLst>
                  <a:ext uri="{FF2B5EF4-FFF2-40B4-BE49-F238E27FC236}">
                    <a16:creationId xmlns:a16="http://schemas.microsoft.com/office/drawing/2014/main" id="{F4A8AD3C-AE30-1A26-D663-1272571113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06908" y="3764844"/>
                <a:ext cx="53057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EF6B758-3877-B845-C5D0-7DDA8E4C0697}"/>
                </a:ext>
              </a:extLst>
            </p:cNvPr>
            <p:cNvSpPr txBox="1"/>
            <p:nvPr/>
          </p:nvSpPr>
          <p:spPr>
            <a:xfrm>
              <a:off x="1664201" y="504369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转发回复架构</a:t>
              </a:r>
              <a:endParaRPr lang="zh-CN" altLang="en-US" dirty="0"/>
            </a:p>
          </p:txBody>
        </p:sp>
      </p:grpSp>
      <p:sp>
        <p:nvSpPr>
          <p:cNvPr id="12" name="圆柱体 11">
            <a:extLst>
              <a:ext uri="{FF2B5EF4-FFF2-40B4-BE49-F238E27FC236}">
                <a16:creationId xmlns:a16="http://schemas.microsoft.com/office/drawing/2014/main" id="{45DAAA8C-4BA3-FE35-650E-BF59F80C9FB6}"/>
              </a:ext>
            </a:extLst>
          </p:cNvPr>
          <p:cNvSpPr/>
          <p:nvPr/>
        </p:nvSpPr>
        <p:spPr>
          <a:xfrm>
            <a:off x="8425838" y="4374444"/>
            <a:ext cx="2094725" cy="74506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数据库</a:t>
            </a:r>
          </a:p>
        </p:txBody>
      </p:sp>
    </p:spTree>
    <p:extLst>
      <p:ext uri="{BB962C8B-B14F-4D97-AF65-F5344CB8AC3E}">
        <p14:creationId xmlns:p14="http://schemas.microsoft.com/office/powerpoint/2010/main" val="1084431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1D3F-3DFA-DC9B-AB96-446C70E9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50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5D1F-D13F-F262-74A4-3ED8CE70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ABE09D47-94A5-2697-E842-A632CA7A2A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549" y="1835834"/>
            <a:ext cx="8481630" cy="34901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0F360FD-8A2F-B901-DA2C-4A0B3D9361FC}"/>
              </a:ext>
            </a:extLst>
          </p:cNvPr>
          <p:cNvSpPr txBox="1"/>
          <p:nvPr/>
        </p:nvSpPr>
        <p:spPr>
          <a:xfrm>
            <a:off x="3458308" y="879231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YOLO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6069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AF3AA-3AD3-55C0-D23E-CE0D8FC2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C8CEB9DE-3DA7-3382-B15A-7A3EDA9D52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012683" cy="2210943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7B874B7E-F979-5EF9-816C-7A54BCF465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437779"/>
            <a:ext cx="8023986" cy="2035682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8AF87B8-8E45-BF04-F61D-8C524F8525B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700296"/>
            <a:ext cx="8023986" cy="2035681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E95F61C1-959C-2248-17DF-C037763AECF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925985"/>
            <a:ext cx="8012682" cy="21639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32AD6DB-9495-1524-634E-03EBB4E43113}"/>
              </a:ext>
            </a:extLst>
          </p:cNvPr>
          <p:cNvSpPr txBox="1"/>
          <p:nvPr/>
        </p:nvSpPr>
        <p:spPr>
          <a:xfrm>
            <a:off x="10317892" y="3534032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RAG </a:t>
            </a:r>
            <a:r>
              <a:rPr kumimoji="1" lang="zh-CN" altLang="en-US" dirty="0"/>
              <a:t>的不同架构</a:t>
            </a:r>
          </a:p>
        </p:txBody>
      </p:sp>
    </p:spTree>
    <p:extLst>
      <p:ext uri="{BB962C8B-B14F-4D97-AF65-F5344CB8AC3E}">
        <p14:creationId xmlns:p14="http://schemas.microsoft.com/office/powerpoint/2010/main" val="428619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7DEA-6C48-5D7F-95DC-19768B65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929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A71A-5823-4730-505F-3D1F4EF3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05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4519</TotalTime>
  <Words>1087</Words>
  <Application>Microsoft Macintosh PowerPoint</Application>
  <PresentationFormat>宽屏</PresentationFormat>
  <Paragraphs>256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等线</vt:lpstr>
      <vt:lpstr>等线 Light</vt:lpstr>
      <vt:lpstr>Hiragino Sans GB W3</vt:lpstr>
      <vt:lpstr>Lantinghei SC Extralight</vt:lpstr>
      <vt:lpstr>Lantinghei SC Heavy</vt:lpstr>
      <vt:lpstr>Apple Symbols</vt:lpstr>
      <vt:lpstr>Arial</vt:lpstr>
      <vt:lpstr>Helvetica Neue Medium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飞 郭</dc:creator>
  <cp:lastModifiedBy>飞 郭</cp:lastModifiedBy>
  <cp:revision>109</cp:revision>
  <dcterms:created xsi:type="dcterms:W3CDTF">2026-01-10T13:10:56Z</dcterms:created>
  <dcterms:modified xsi:type="dcterms:W3CDTF">2026-02-20T03:33:33Z</dcterms:modified>
</cp:coreProperties>
</file>